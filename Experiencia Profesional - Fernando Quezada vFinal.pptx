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
  </p:notesMasterIdLst>
  <p:sldIdLst>
    <p:sldId id="298" r:id="rId2"/>
    <p:sldId id="259" r:id="rId3"/>
    <p:sldId id="1219" r:id="rId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A368FB2-4246-0D96-8DA7-5B1B1C7C8F4D}" name="Diana Mavares" initials="DM" userId="bfcc48a56fd7bf37"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8720A"/>
    <a:srgbClr val="DB4E18"/>
    <a:srgbClr val="E88D14"/>
    <a:srgbClr val="E87214"/>
    <a:srgbClr val="2AF97E"/>
    <a:srgbClr val="FF0000"/>
    <a:srgbClr val="D9E3FA"/>
    <a:srgbClr val="93A9DD"/>
    <a:srgbClr val="E4E3E3"/>
    <a:srgbClr val="62EC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86395" autoAdjust="0"/>
  </p:normalViewPr>
  <p:slideViewPr>
    <p:cSldViewPr snapToGrid="0" snapToObjects="1" showGuides="1">
      <p:cViewPr varScale="1">
        <p:scale>
          <a:sx n="58" d="100"/>
          <a:sy n="58" d="100"/>
        </p:scale>
        <p:origin x="796" y="44"/>
      </p:cViewPr>
      <p:guideLst/>
    </p:cSldViewPr>
  </p:slideViewPr>
  <p:notesTextViewPr>
    <p:cViewPr>
      <p:scale>
        <a:sx n="100" d="100"/>
        <a:sy n="100" d="100"/>
      </p:scale>
      <p:origin x="0" y="0"/>
    </p:cViewPr>
  </p:notesTextViewPr>
  <p:sorterViewPr>
    <p:cViewPr>
      <p:scale>
        <a:sx n="179" d="100"/>
        <a:sy n="179"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7C22CA4-3FE1-480E-826F-6D76CFFA35C8}" type="datetimeFigureOut">
              <a:rPr lang="en-US" smtClean="0"/>
              <a:t>6/2/2025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E80F88-C2AE-4107-A9B9-43108709C0EA}" type="slidenum">
              <a:rPr lang="en-US" smtClean="0"/>
              <a:t>‹Nº›</a:t>
            </a:fld>
            <a:endParaRPr lang="en-US"/>
          </a:p>
        </p:txBody>
      </p:sp>
    </p:spTree>
    <p:extLst>
      <p:ext uri="{BB962C8B-B14F-4D97-AF65-F5344CB8AC3E}">
        <p14:creationId xmlns:p14="http://schemas.microsoft.com/office/powerpoint/2010/main" val="2159287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80F88-C2AE-4107-A9B9-43108709C0EA}" type="slidenum">
              <a:rPr lang="en-US" smtClean="0"/>
              <a:t>2</a:t>
            </a:fld>
            <a:endParaRPr lang="en-US"/>
          </a:p>
        </p:txBody>
      </p:sp>
    </p:spTree>
    <p:extLst>
      <p:ext uri="{BB962C8B-B14F-4D97-AF65-F5344CB8AC3E}">
        <p14:creationId xmlns:p14="http://schemas.microsoft.com/office/powerpoint/2010/main" val="3923084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AE80F88-C2AE-4107-A9B9-43108709C0EA}" type="slidenum">
              <a:rPr lang="en-US" smtClean="0"/>
              <a:t>3</a:t>
            </a:fld>
            <a:endParaRPr lang="en-US"/>
          </a:p>
        </p:txBody>
      </p:sp>
    </p:spTree>
    <p:extLst>
      <p:ext uri="{BB962C8B-B14F-4D97-AF65-F5344CB8AC3E}">
        <p14:creationId xmlns:p14="http://schemas.microsoft.com/office/powerpoint/2010/main" val="532713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2827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2CC1106-0963-1045-B5EE-7BD9F12BDD6E}"/>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2FE2F54D-703E-DE44-8092-C309984F0A43}"/>
              </a:ext>
            </a:extLst>
          </p:cNvPr>
          <p:cNvSpPr>
            <a:spLocks noGrp="1"/>
          </p:cNvSpPr>
          <p:nvPr>
            <p:ph type="ftr" sz="quarter" idx="11"/>
          </p:nvPr>
        </p:nvSpPr>
        <p:spPr/>
        <p:txBody>
          <a:bodyPr/>
          <a:lstStyle/>
          <a:p>
            <a:endParaRPr lang="en-US"/>
          </a:p>
        </p:txBody>
      </p:sp>
      <p:sp>
        <p:nvSpPr>
          <p:cNvPr id="9" name="Circle">
            <a:extLst>
              <a:ext uri="{FF2B5EF4-FFF2-40B4-BE49-F238E27FC236}">
                <a16:creationId xmlns:a16="http://schemas.microsoft.com/office/drawing/2014/main" id="{143B50F2-8A07-4555-9858-5C786BA82215}"/>
              </a:ext>
            </a:extLst>
          </p:cNvPr>
          <p:cNvSpPr/>
          <p:nvPr/>
        </p:nvSpPr>
        <p:spPr>
          <a:xfrm>
            <a:off x="11572241" y="6212552"/>
            <a:ext cx="281578" cy="281578"/>
          </a:xfrm>
          <a:prstGeom prst="ellipse">
            <a:avLst/>
          </a:prstGeom>
          <a:solidFill>
            <a:schemeClr val="accent1"/>
          </a:solidFill>
          <a:ln w="12700">
            <a:miter lim="400000"/>
          </a:ln>
        </p:spPr>
        <p:txBody>
          <a:bodyPr lIns="0" tIns="0" rIns="0" bIns="0" anchor="ctr"/>
          <a:lstStyle/>
          <a:p>
            <a:pPr algn="ctr"/>
            <a:endParaRPr sz="800" b="1" dirty="0">
              <a:solidFill>
                <a:schemeClr val="bg1"/>
              </a:solidFill>
              <a:latin typeface="Century Gothic" panose="020B0502020202020204" pitchFamily="34" charset="0"/>
            </a:endParaRPr>
          </a:p>
        </p:txBody>
      </p:sp>
      <p:sp>
        <p:nvSpPr>
          <p:cNvPr id="4" name="Slide Number Placeholder 3">
            <a:extLst>
              <a:ext uri="{FF2B5EF4-FFF2-40B4-BE49-F238E27FC236}">
                <a16:creationId xmlns:a16="http://schemas.microsoft.com/office/drawing/2014/main" id="{1562BB81-5878-324B-9AB0-3A51799ADE5A}"/>
              </a:ext>
            </a:extLst>
          </p:cNvPr>
          <p:cNvSpPr>
            <a:spLocks noGrp="1"/>
          </p:cNvSpPr>
          <p:nvPr>
            <p:ph type="sldNum" sz="quarter" idx="12"/>
          </p:nvPr>
        </p:nvSpPr>
        <p:spPr>
          <a:xfrm>
            <a:off x="11572241" y="6212552"/>
            <a:ext cx="281578" cy="281578"/>
          </a:xfrm>
          <a:noFill/>
          <a:ln w="12700">
            <a:miter lim="400000"/>
          </a:ln>
        </p:spPr>
        <p:txBody>
          <a:bodyPr lIns="0" tIns="0" rIns="0" bIns="0" anchor="ctr"/>
          <a:lstStyle>
            <a:lvl1pPr>
              <a:defRPr lang="en-US" sz="800" b="1" smtClean="0">
                <a:solidFill>
                  <a:schemeClr val="bg1"/>
                </a:solidFill>
                <a:latin typeface="Century Gothic" panose="020B0502020202020204" pitchFamily="34" charset="0"/>
              </a:defRPr>
            </a:lvl1pPr>
          </a:lstStyle>
          <a:p>
            <a:pPr algn="ctr"/>
            <a:fld id="{E23D1021-2930-8E40-B298-F88DC6ACAD76}" type="slidenum">
              <a:rPr lang="en-US" smtClean="0"/>
              <a:pPr algn="ctr"/>
              <a:t>‹Nº›</a:t>
            </a:fld>
            <a:endParaRPr lang="en-US"/>
          </a:p>
        </p:txBody>
      </p:sp>
      <p:grpSp>
        <p:nvGrpSpPr>
          <p:cNvPr id="6" name="Group 5">
            <a:extLst>
              <a:ext uri="{FF2B5EF4-FFF2-40B4-BE49-F238E27FC236}">
                <a16:creationId xmlns:a16="http://schemas.microsoft.com/office/drawing/2014/main" id="{00CBDF29-8A06-C21C-D632-5A840BB65046}"/>
              </a:ext>
            </a:extLst>
          </p:cNvPr>
          <p:cNvGrpSpPr/>
          <p:nvPr userDrawn="1"/>
        </p:nvGrpSpPr>
        <p:grpSpPr>
          <a:xfrm>
            <a:off x="11645264" y="4650731"/>
            <a:ext cx="135532" cy="1361553"/>
            <a:chOff x="11454290" y="4650731"/>
            <a:chExt cx="135532" cy="1361553"/>
          </a:xfrm>
          <a:solidFill>
            <a:schemeClr val="bg1">
              <a:lumMod val="95000"/>
            </a:schemeClr>
          </a:solidFill>
        </p:grpSpPr>
        <p:sp>
          <p:nvSpPr>
            <p:cNvPr id="5" name="Oval 4">
              <a:extLst>
                <a:ext uri="{FF2B5EF4-FFF2-40B4-BE49-F238E27FC236}">
                  <a16:creationId xmlns:a16="http://schemas.microsoft.com/office/drawing/2014/main" id="{34E12EFF-D7F1-062A-0287-A73CC4CAE89A}"/>
                </a:ext>
              </a:extLst>
            </p:cNvPr>
            <p:cNvSpPr/>
            <p:nvPr userDrawn="1"/>
          </p:nvSpPr>
          <p:spPr>
            <a:xfrm>
              <a:off x="11454290" y="4650731"/>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F4F23C63-85D4-A694-D00A-D8151A473064}"/>
                </a:ext>
              </a:extLst>
            </p:cNvPr>
            <p:cNvSpPr/>
            <p:nvPr userDrawn="1"/>
          </p:nvSpPr>
          <p:spPr>
            <a:xfrm>
              <a:off x="11454290" y="5060696"/>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7D9E06A-18FC-D187-2A3B-D79F4B69997A}"/>
                </a:ext>
              </a:extLst>
            </p:cNvPr>
            <p:cNvSpPr/>
            <p:nvPr userDrawn="1"/>
          </p:nvSpPr>
          <p:spPr>
            <a:xfrm>
              <a:off x="11458164" y="5470661"/>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87F59754-62EF-BD44-7E7C-A2D59945AAAD}"/>
                </a:ext>
              </a:extLst>
            </p:cNvPr>
            <p:cNvSpPr/>
            <p:nvPr userDrawn="1"/>
          </p:nvSpPr>
          <p:spPr>
            <a:xfrm>
              <a:off x="11458164" y="5880626"/>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4179430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3" name="Circle">
            <a:extLst>
              <a:ext uri="{FF2B5EF4-FFF2-40B4-BE49-F238E27FC236}">
                <a16:creationId xmlns:a16="http://schemas.microsoft.com/office/drawing/2014/main" id="{BB5F61D0-2053-644B-0D88-807DAFF20E15}"/>
              </a:ext>
            </a:extLst>
          </p:cNvPr>
          <p:cNvSpPr/>
          <p:nvPr userDrawn="1"/>
        </p:nvSpPr>
        <p:spPr>
          <a:xfrm>
            <a:off x="11572241" y="6212552"/>
            <a:ext cx="281578" cy="281578"/>
          </a:xfrm>
          <a:prstGeom prst="ellipse">
            <a:avLst/>
          </a:prstGeom>
          <a:solidFill>
            <a:schemeClr val="accent1"/>
          </a:solidFill>
          <a:ln w="12700">
            <a:miter lim="400000"/>
          </a:ln>
        </p:spPr>
        <p:txBody>
          <a:bodyPr lIns="0" tIns="0" rIns="0" bIns="0" anchor="ctr"/>
          <a:lstStyle/>
          <a:p>
            <a:pPr algn="ctr"/>
            <a:endParaRPr sz="800" b="1" dirty="0">
              <a:solidFill>
                <a:schemeClr val="bg1"/>
              </a:solidFill>
              <a:latin typeface="Century Gothic" panose="020B0502020202020204" pitchFamily="34" charset="0"/>
            </a:endParaRPr>
          </a:p>
        </p:txBody>
      </p:sp>
      <p:sp>
        <p:nvSpPr>
          <p:cNvPr id="14" name="Slide Number Placeholder 3">
            <a:extLst>
              <a:ext uri="{FF2B5EF4-FFF2-40B4-BE49-F238E27FC236}">
                <a16:creationId xmlns:a16="http://schemas.microsoft.com/office/drawing/2014/main" id="{0218D783-E78B-332C-0DDD-87B29616FE9E}"/>
              </a:ext>
            </a:extLst>
          </p:cNvPr>
          <p:cNvSpPr>
            <a:spLocks noGrp="1"/>
          </p:cNvSpPr>
          <p:nvPr>
            <p:ph type="sldNum" sz="quarter" idx="12"/>
          </p:nvPr>
        </p:nvSpPr>
        <p:spPr>
          <a:xfrm>
            <a:off x="11572241" y="6212552"/>
            <a:ext cx="281578" cy="281578"/>
          </a:xfrm>
          <a:noFill/>
          <a:ln w="12700">
            <a:miter lim="400000"/>
          </a:ln>
        </p:spPr>
        <p:txBody>
          <a:bodyPr lIns="0" tIns="0" rIns="0" bIns="0" anchor="ctr"/>
          <a:lstStyle>
            <a:lvl1pPr>
              <a:defRPr lang="en-US" sz="800" b="1" smtClean="0">
                <a:solidFill>
                  <a:schemeClr val="bg1"/>
                </a:solidFill>
                <a:latin typeface="Century Gothic" panose="020B0502020202020204" pitchFamily="34" charset="0"/>
              </a:defRPr>
            </a:lvl1pPr>
          </a:lstStyle>
          <a:p>
            <a:pPr algn="ctr"/>
            <a:fld id="{E23D1021-2930-8E40-B298-F88DC6ACAD76}" type="slidenum">
              <a:rPr lang="en-US" smtClean="0"/>
              <a:pPr algn="ctr"/>
              <a:t>‹Nº›</a:t>
            </a:fld>
            <a:endParaRPr lang="en-US"/>
          </a:p>
        </p:txBody>
      </p:sp>
      <p:grpSp>
        <p:nvGrpSpPr>
          <p:cNvPr id="15" name="Group 14">
            <a:extLst>
              <a:ext uri="{FF2B5EF4-FFF2-40B4-BE49-F238E27FC236}">
                <a16:creationId xmlns:a16="http://schemas.microsoft.com/office/drawing/2014/main" id="{2B8C9DD2-620E-1952-471D-047FC3C05B37}"/>
              </a:ext>
            </a:extLst>
          </p:cNvPr>
          <p:cNvGrpSpPr/>
          <p:nvPr userDrawn="1"/>
        </p:nvGrpSpPr>
        <p:grpSpPr>
          <a:xfrm>
            <a:off x="11645264" y="4650731"/>
            <a:ext cx="135532" cy="1361553"/>
            <a:chOff x="11454290" y="4650731"/>
            <a:chExt cx="135532" cy="1361553"/>
          </a:xfrm>
          <a:solidFill>
            <a:schemeClr val="bg1">
              <a:lumMod val="95000"/>
            </a:schemeClr>
          </a:solidFill>
        </p:grpSpPr>
        <p:sp>
          <p:nvSpPr>
            <p:cNvPr id="16" name="Oval 15">
              <a:extLst>
                <a:ext uri="{FF2B5EF4-FFF2-40B4-BE49-F238E27FC236}">
                  <a16:creationId xmlns:a16="http://schemas.microsoft.com/office/drawing/2014/main" id="{11D31917-34B4-AE45-0B36-721520947865}"/>
                </a:ext>
              </a:extLst>
            </p:cNvPr>
            <p:cNvSpPr/>
            <p:nvPr userDrawn="1"/>
          </p:nvSpPr>
          <p:spPr>
            <a:xfrm>
              <a:off x="11454290" y="4650731"/>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F5BC0865-E5D3-2EEA-60CE-67436CC72523}"/>
                </a:ext>
              </a:extLst>
            </p:cNvPr>
            <p:cNvSpPr/>
            <p:nvPr userDrawn="1"/>
          </p:nvSpPr>
          <p:spPr>
            <a:xfrm>
              <a:off x="11454290" y="5060696"/>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22C2760-3EE9-56C7-0442-151273CB455C}"/>
                </a:ext>
              </a:extLst>
            </p:cNvPr>
            <p:cNvSpPr/>
            <p:nvPr userDrawn="1"/>
          </p:nvSpPr>
          <p:spPr>
            <a:xfrm>
              <a:off x="11458164" y="5470661"/>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1B324426-A3B0-83F9-1153-59961B1F5143}"/>
                </a:ext>
              </a:extLst>
            </p:cNvPr>
            <p:cNvSpPr/>
            <p:nvPr userDrawn="1"/>
          </p:nvSpPr>
          <p:spPr>
            <a:xfrm>
              <a:off x="11458164" y="5880626"/>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596429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60_three_pixels">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2144A16-DA1E-46CC-A462-7FE99E963849}"/>
              </a:ext>
            </a:extLst>
          </p:cNvPr>
          <p:cNvSpPr>
            <a:spLocks noGrp="1"/>
          </p:cNvSpPr>
          <p:nvPr>
            <p:ph type="pic" sz="quarter" idx="12"/>
          </p:nvPr>
        </p:nvSpPr>
        <p:spPr>
          <a:xfrm>
            <a:off x="7110413" y="1665512"/>
            <a:ext cx="1881186" cy="3506563"/>
          </a:xfrm>
          <a:custGeom>
            <a:avLst/>
            <a:gdLst>
              <a:gd name="connsiteX0" fmla="*/ 163019 w 1660525"/>
              <a:gd name="connsiteY0" fmla="*/ 0 h 3495675"/>
              <a:gd name="connsiteX1" fmla="*/ 1497506 w 1660525"/>
              <a:gd name="connsiteY1" fmla="*/ 0 h 3495675"/>
              <a:gd name="connsiteX2" fmla="*/ 1660525 w 1660525"/>
              <a:gd name="connsiteY2" fmla="*/ 162326 h 3495675"/>
              <a:gd name="connsiteX3" fmla="*/ 1660525 w 1660525"/>
              <a:gd name="connsiteY3" fmla="*/ 3337124 h 3495675"/>
              <a:gd name="connsiteX4" fmla="*/ 1497506 w 1660525"/>
              <a:gd name="connsiteY4" fmla="*/ 3495675 h 3495675"/>
              <a:gd name="connsiteX5" fmla="*/ 163019 w 1660525"/>
              <a:gd name="connsiteY5" fmla="*/ 3495675 h 3495675"/>
              <a:gd name="connsiteX6" fmla="*/ 0 w 1660525"/>
              <a:gd name="connsiteY6" fmla="*/ 3337124 h 3495675"/>
              <a:gd name="connsiteX7" fmla="*/ 0 w 1660525"/>
              <a:gd name="connsiteY7" fmla="*/ 162326 h 3495675"/>
              <a:gd name="connsiteX8" fmla="*/ 163019 w 1660525"/>
              <a:gd name="connsiteY8" fmla="*/ 0 h 349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0525" h="3495675">
                <a:moveTo>
                  <a:pt x="163019" y="0"/>
                </a:moveTo>
                <a:cubicBezTo>
                  <a:pt x="1497506" y="0"/>
                  <a:pt x="1497506" y="0"/>
                  <a:pt x="1497506" y="0"/>
                </a:cubicBezTo>
                <a:cubicBezTo>
                  <a:pt x="1588493" y="0"/>
                  <a:pt x="1660525" y="71725"/>
                  <a:pt x="1660525" y="162326"/>
                </a:cubicBezTo>
                <a:cubicBezTo>
                  <a:pt x="1660525" y="3337124"/>
                  <a:pt x="1660525" y="3337124"/>
                  <a:pt x="1660525" y="3337124"/>
                </a:cubicBezTo>
                <a:cubicBezTo>
                  <a:pt x="1660525" y="3423950"/>
                  <a:pt x="1588493" y="3495675"/>
                  <a:pt x="1497506" y="3495675"/>
                </a:cubicBezTo>
                <a:cubicBezTo>
                  <a:pt x="163019" y="3495675"/>
                  <a:pt x="163019" y="3495675"/>
                  <a:pt x="163019" y="3495675"/>
                </a:cubicBezTo>
                <a:cubicBezTo>
                  <a:pt x="72032" y="3495675"/>
                  <a:pt x="0" y="3423950"/>
                  <a:pt x="0" y="3337124"/>
                </a:cubicBezTo>
                <a:cubicBezTo>
                  <a:pt x="0" y="162326"/>
                  <a:pt x="0" y="162326"/>
                  <a:pt x="0" y="162326"/>
                </a:cubicBezTo>
                <a:cubicBezTo>
                  <a:pt x="0" y="71725"/>
                  <a:pt x="72032" y="0"/>
                  <a:pt x="163019" y="0"/>
                </a:cubicBezTo>
                <a:close/>
              </a:path>
            </a:pathLst>
          </a:custGeom>
          <a:solidFill>
            <a:schemeClr val="bg2">
              <a:lumMod val="50000"/>
            </a:schemeClr>
          </a:solidFill>
          <a:ln>
            <a:noFill/>
          </a:ln>
          <a:scene3d>
            <a:camera prst="perspectiveRight" fov="600000">
              <a:rot lat="21000000" lon="20400000" rev="1140000"/>
            </a:camera>
            <a:lightRig rig="threePt" dir="t"/>
          </a:scene3d>
          <a:sp3d/>
        </p:spPr>
        <p:txBody>
          <a:bodyPr wrap="square">
            <a:noAutofit/>
          </a:bodyPr>
          <a:lstStyle>
            <a:lvl1pPr>
              <a:defRPr sz="1800">
                <a:solidFill>
                  <a:schemeClr val="tx1"/>
                </a:solidFill>
              </a:defRPr>
            </a:lvl1pPr>
          </a:lstStyle>
          <a:p>
            <a:endParaRPr lang="ru-UA"/>
          </a:p>
        </p:txBody>
      </p:sp>
      <p:sp>
        <p:nvSpPr>
          <p:cNvPr id="12" name="Picture Placeholder 11">
            <a:extLst>
              <a:ext uri="{FF2B5EF4-FFF2-40B4-BE49-F238E27FC236}">
                <a16:creationId xmlns:a16="http://schemas.microsoft.com/office/drawing/2014/main" id="{1540AD01-1AAE-4333-BA14-767856D17164}"/>
              </a:ext>
            </a:extLst>
          </p:cNvPr>
          <p:cNvSpPr>
            <a:spLocks noGrp="1"/>
          </p:cNvSpPr>
          <p:nvPr>
            <p:ph type="pic" sz="quarter" idx="13"/>
          </p:nvPr>
        </p:nvSpPr>
        <p:spPr>
          <a:xfrm>
            <a:off x="5312217" y="2183955"/>
            <a:ext cx="2245871" cy="3813175"/>
          </a:xfrm>
          <a:custGeom>
            <a:avLst/>
            <a:gdLst>
              <a:gd name="connsiteX0" fmla="*/ 163019 w 1660525"/>
              <a:gd name="connsiteY0" fmla="*/ 0 h 3495675"/>
              <a:gd name="connsiteX1" fmla="*/ 1497506 w 1660525"/>
              <a:gd name="connsiteY1" fmla="*/ 0 h 3495675"/>
              <a:gd name="connsiteX2" fmla="*/ 1660525 w 1660525"/>
              <a:gd name="connsiteY2" fmla="*/ 162326 h 3495675"/>
              <a:gd name="connsiteX3" fmla="*/ 1660525 w 1660525"/>
              <a:gd name="connsiteY3" fmla="*/ 3337124 h 3495675"/>
              <a:gd name="connsiteX4" fmla="*/ 1497506 w 1660525"/>
              <a:gd name="connsiteY4" fmla="*/ 3495675 h 3495675"/>
              <a:gd name="connsiteX5" fmla="*/ 163019 w 1660525"/>
              <a:gd name="connsiteY5" fmla="*/ 3495675 h 3495675"/>
              <a:gd name="connsiteX6" fmla="*/ 0 w 1660525"/>
              <a:gd name="connsiteY6" fmla="*/ 3337124 h 3495675"/>
              <a:gd name="connsiteX7" fmla="*/ 0 w 1660525"/>
              <a:gd name="connsiteY7" fmla="*/ 162326 h 3495675"/>
              <a:gd name="connsiteX8" fmla="*/ 163019 w 1660525"/>
              <a:gd name="connsiteY8" fmla="*/ 0 h 349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0525" h="3495675">
                <a:moveTo>
                  <a:pt x="163019" y="0"/>
                </a:moveTo>
                <a:cubicBezTo>
                  <a:pt x="1497506" y="0"/>
                  <a:pt x="1497506" y="0"/>
                  <a:pt x="1497506" y="0"/>
                </a:cubicBezTo>
                <a:cubicBezTo>
                  <a:pt x="1588493" y="0"/>
                  <a:pt x="1660525" y="71725"/>
                  <a:pt x="1660525" y="162326"/>
                </a:cubicBezTo>
                <a:cubicBezTo>
                  <a:pt x="1660525" y="3337124"/>
                  <a:pt x="1660525" y="3337124"/>
                  <a:pt x="1660525" y="3337124"/>
                </a:cubicBezTo>
                <a:cubicBezTo>
                  <a:pt x="1660525" y="3423950"/>
                  <a:pt x="1588493" y="3495675"/>
                  <a:pt x="1497506" y="3495675"/>
                </a:cubicBezTo>
                <a:cubicBezTo>
                  <a:pt x="163019" y="3495675"/>
                  <a:pt x="163019" y="3495675"/>
                  <a:pt x="163019" y="3495675"/>
                </a:cubicBezTo>
                <a:cubicBezTo>
                  <a:pt x="72032" y="3495675"/>
                  <a:pt x="0" y="3423950"/>
                  <a:pt x="0" y="3337124"/>
                </a:cubicBezTo>
                <a:cubicBezTo>
                  <a:pt x="0" y="162326"/>
                  <a:pt x="0" y="162326"/>
                  <a:pt x="0" y="162326"/>
                </a:cubicBezTo>
                <a:cubicBezTo>
                  <a:pt x="0" y="71725"/>
                  <a:pt x="72032" y="0"/>
                  <a:pt x="163019" y="0"/>
                </a:cubicBezTo>
                <a:close/>
              </a:path>
            </a:pathLst>
          </a:custGeom>
          <a:solidFill>
            <a:schemeClr val="bg2">
              <a:lumMod val="50000"/>
            </a:schemeClr>
          </a:solidFill>
          <a:ln>
            <a:noFill/>
          </a:ln>
          <a:scene3d>
            <a:camera prst="perspectiveRight" fov="1500000">
              <a:rot lat="20580000" lon="18000000" rev="1020000"/>
            </a:camera>
            <a:lightRig rig="threePt" dir="t"/>
          </a:scene3d>
          <a:sp3d/>
        </p:spPr>
        <p:txBody>
          <a:bodyPr wrap="square">
            <a:noAutofit/>
          </a:bodyPr>
          <a:lstStyle>
            <a:lvl1pPr>
              <a:defRPr sz="1800">
                <a:solidFill>
                  <a:schemeClr val="tx1"/>
                </a:solidFill>
              </a:defRPr>
            </a:lvl1pPr>
          </a:lstStyle>
          <a:p>
            <a:endParaRPr lang="ru-UA"/>
          </a:p>
        </p:txBody>
      </p:sp>
      <p:sp>
        <p:nvSpPr>
          <p:cNvPr id="13" name="Picture Placeholder 12">
            <a:extLst>
              <a:ext uri="{FF2B5EF4-FFF2-40B4-BE49-F238E27FC236}">
                <a16:creationId xmlns:a16="http://schemas.microsoft.com/office/drawing/2014/main" id="{840E493E-06C1-4DA5-BEAC-84673A05BD07}"/>
              </a:ext>
            </a:extLst>
          </p:cNvPr>
          <p:cNvSpPr>
            <a:spLocks noGrp="1"/>
          </p:cNvSpPr>
          <p:nvPr>
            <p:ph type="pic" sz="quarter" idx="14"/>
          </p:nvPr>
        </p:nvSpPr>
        <p:spPr>
          <a:xfrm>
            <a:off x="9167812" y="1239838"/>
            <a:ext cx="1700213" cy="3879850"/>
          </a:xfrm>
          <a:custGeom>
            <a:avLst/>
            <a:gdLst>
              <a:gd name="connsiteX0" fmla="*/ 163019 w 1660525"/>
              <a:gd name="connsiteY0" fmla="*/ 0 h 3495675"/>
              <a:gd name="connsiteX1" fmla="*/ 1497506 w 1660525"/>
              <a:gd name="connsiteY1" fmla="*/ 0 h 3495675"/>
              <a:gd name="connsiteX2" fmla="*/ 1660525 w 1660525"/>
              <a:gd name="connsiteY2" fmla="*/ 162326 h 3495675"/>
              <a:gd name="connsiteX3" fmla="*/ 1660525 w 1660525"/>
              <a:gd name="connsiteY3" fmla="*/ 3337124 h 3495675"/>
              <a:gd name="connsiteX4" fmla="*/ 1497506 w 1660525"/>
              <a:gd name="connsiteY4" fmla="*/ 3495675 h 3495675"/>
              <a:gd name="connsiteX5" fmla="*/ 163019 w 1660525"/>
              <a:gd name="connsiteY5" fmla="*/ 3495675 h 3495675"/>
              <a:gd name="connsiteX6" fmla="*/ 0 w 1660525"/>
              <a:gd name="connsiteY6" fmla="*/ 3337124 h 3495675"/>
              <a:gd name="connsiteX7" fmla="*/ 0 w 1660525"/>
              <a:gd name="connsiteY7" fmla="*/ 162326 h 3495675"/>
              <a:gd name="connsiteX8" fmla="*/ 163019 w 1660525"/>
              <a:gd name="connsiteY8" fmla="*/ 0 h 349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60525" h="3495675">
                <a:moveTo>
                  <a:pt x="163019" y="0"/>
                </a:moveTo>
                <a:cubicBezTo>
                  <a:pt x="1497506" y="0"/>
                  <a:pt x="1497506" y="0"/>
                  <a:pt x="1497506" y="0"/>
                </a:cubicBezTo>
                <a:cubicBezTo>
                  <a:pt x="1588493" y="0"/>
                  <a:pt x="1660525" y="71725"/>
                  <a:pt x="1660525" y="162326"/>
                </a:cubicBezTo>
                <a:cubicBezTo>
                  <a:pt x="1660525" y="3337124"/>
                  <a:pt x="1660525" y="3337124"/>
                  <a:pt x="1660525" y="3337124"/>
                </a:cubicBezTo>
                <a:cubicBezTo>
                  <a:pt x="1660525" y="3423950"/>
                  <a:pt x="1588493" y="3495675"/>
                  <a:pt x="1497506" y="3495675"/>
                </a:cubicBezTo>
                <a:cubicBezTo>
                  <a:pt x="163019" y="3495675"/>
                  <a:pt x="163019" y="3495675"/>
                  <a:pt x="163019" y="3495675"/>
                </a:cubicBezTo>
                <a:cubicBezTo>
                  <a:pt x="72032" y="3495675"/>
                  <a:pt x="0" y="3423950"/>
                  <a:pt x="0" y="3337124"/>
                </a:cubicBezTo>
                <a:cubicBezTo>
                  <a:pt x="0" y="162326"/>
                  <a:pt x="0" y="162326"/>
                  <a:pt x="0" y="162326"/>
                </a:cubicBezTo>
                <a:cubicBezTo>
                  <a:pt x="0" y="71725"/>
                  <a:pt x="72032" y="0"/>
                  <a:pt x="163019" y="0"/>
                </a:cubicBezTo>
                <a:close/>
              </a:path>
            </a:pathLst>
          </a:custGeom>
          <a:solidFill>
            <a:schemeClr val="bg2">
              <a:lumMod val="50000"/>
            </a:schemeClr>
          </a:solidFill>
          <a:ln>
            <a:noFill/>
          </a:ln>
          <a:scene3d>
            <a:camera prst="perspectiveLeft">
              <a:rot lat="20100000" lon="1440000" rev="1260000"/>
            </a:camera>
            <a:lightRig rig="balanced" dir="t"/>
          </a:scene3d>
          <a:sp3d/>
        </p:spPr>
        <p:txBody>
          <a:bodyPr wrap="square">
            <a:noAutofit/>
          </a:bodyPr>
          <a:lstStyle>
            <a:lvl1pPr>
              <a:defRPr sz="1800">
                <a:solidFill>
                  <a:schemeClr val="tx1"/>
                </a:solidFill>
              </a:defRPr>
            </a:lvl1pPr>
          </a:lstStyle>
          <a:p>
            <a:endParaRPr lang="ru-UA"/>
          </a:p>
        </p:txBody>
      </p:sp>
      <p:sp>
        <p:nvSpPr>
          <p:cNvPr id="14" name="Circle">
            <a:extLst>
              <a:ext uri="{FF2B5EF4-FFF2-40B4-BE49-F238E27FC236}">
                <a16:creationId xmlns:a16="http://schemas.microsoft.com/office/drawing/2014/main" id="{470E639D-8FD6-A38D-187F-702EF3E206AA}"/>
              </a:ext>
            </a:extLst>
          </p:cNvPr>
          <p:cNvSpPr/>
          <p:nvPr userDrawn="1"/>
        </p:nvSpPr>
        <p:spPr>
          <a:xfrm>
            <a:off x="11572241" y="6212552"/>
            <a:ext cx="281578" cy="281578"/>
          </a:xfrm>
          <a:prstGeom prst="ellipse">
            <a:avLst/>
          </a:prstGeom>
          <a:solidFill>
            <a:schemeClr val="accent1"/>
          </a:solidFill>
          <a:ln w="12700">
            <a:miter lim="400000"/>
          </a:ln>
        </p:spPr>
        <p:txBody>
          <a:bodyPr lIns="0" tIns="0" rIns="0" bIns="0" anchor="ctr"/>
          <a:lstStyle/>
          <a:p>
            <a:pPr algn="ctr"/>
            <a:endParaRPr sz="800" b="1" dirty="0">
              <a:solidFill>
                <a:schemeClr val="bg1"/>
              </a:solidFill>
              <a:latin typeface="Century Gothic" panose="020B0502020202020204" pitchFamily="34" charset="0"/>
            </a:endParaRPr>
          </a:p>
        </p:txBody>
      </p:sp>
      <p:sp>
        <p:nvSpPr>
          <p:cNvPr id="15" name="Slide Number Placeholder 3">
            <a:extLst>
              <a:ext uri="{FF2B5EF4-FFF2-40B4-BE49-F238E27FC236}">
                <a16:creationId xmlns:a16="http://schemas.microsoft.com/office/drawing/2014/main" id="{386C2610-2D91-B1EC-CE73-7CFD7A457EDB}"/>
              </a:ext>
            </a:extLst>
          </p:cNvPr>
          <p:cNvSpPr>
            <a:spLocks noGrp="1"/>
          </p:cNvSpPr>
          <p:nvPr>
            <p:ph type="sldNum" sz="quarter" idx="15"/>
          </p:nvPr>
        </p:nvSpPr>
        <p:spPr>
          <a:xfrm>
            <a:off x="11572241" y="6212552"/>
            <a:ext cx="281578" cy="281578"/>
          </a:xfrm>
          <a:noFill/>
          <a:ln w="12700">
            <a:miter lim="400000"/>
          </a:ln>
        </p:spPr>
        <p:txBody>
          <a:bodyPr lIns="0" tIns="0" rIns="0" bIns="0" anchor="ctr"/>
          <a:lstStyle>
            <a:lvl1pPr>
              <a:defRPr lang="en-US" sz="800" b="1" smtClean="0">
                <a:solidFill>
                  <a:schemeClr val="bg1"/>
                </a:solidFill>
                <a:latin typeface="Century Gothic" panose="020B0502020202020204" pitchFamily="34" charset="0"/>
              </a:defRPr>
            </a:lvl1pPr>
          </a:lstStyle>
          <a:p>
            <a:pPr algn="ctr"/>
            <a:fld id="{E23D1021-2930-8E40-B298-F88DC6ACAD76}" type="slidenum">
              <a:rPr lang="en-US" smtClean="0"/>
              <a:pPr algn="ctr"/>
              <a:t>‹Nº›</a:t>
            </a:fld>
            <a:endParaRPr lang="en-US"/>
          </a:p>
        </p:txBody>
      </p:sp>
      <p:grpSp>
        <p:nvGrpSpPr>
          <p:cNvPr id="16" name="Group 15">
            <a:extLst>
              <a:ext uri="{FF2B5EF4-FFF2-40B4-BE49-F238E27FC236}">
                <a16:creationId xmlns:a16="http://schemas.microsoft.com/office/drawing/2014/main" id="{E9568670-680B-F16F-96BF-720F002244A7}"/>
              </a:ext>
            </a:extLst>
          </p:cNvPr>
          <p:cNvGrpSpPr/>
          <p:nvPr userDrawn="1"/>
        </p:nvGrpSpPr>
        <p:grpSpPr>
          <a:xfrm>
            <a:off x="11645264" y="4650731"/>
            <a:ext cx="135532" cy="1361553"/>
            <a:chOff x="11454290" y="4650731"/>
            <a:chExt cx="135532" cy="1361553"/>
          </a:xfrm>
          <a:solidFill>
            <a:schemeClr val="bg1">
              <a:lumMod val="95000"/>
            </a:schemeClr>
          </a:solidFill>
        </p:grpSpPr>
        <p:sp>
          <p:nvSpPr>
            <p:cNvPr id="17" name="Oval 16">
              <a:extLst>
                <a:ext uri="{FF2B5EF4-FFF2-40B4-BE49-F238E27FC236}">
                  <a16:creationId xmlns:a16="http://schemas.microsoft.com/office/drawing/2014/main" id="{B24FA961-8690-95E1-856A-88A7E7EF33E3}"/>
                </a:ext>
              </a:extLst>
            </p:cNvPr>
            <p:cNvSpPr/>
            <p:nvPr userDrawn="1"/>
          </p:nvSpPr>
          <p:spPr>
            <a:xfrm>
              <a:off x="11454290" y="4650731"/>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ACEC8A56-7FE9-CA97-7E53-A7E09B1185A7}"/>
                </a:ext>
              </a:extLst>
            </p:cNvPr>
            <p:cNvSpPr/>
            <p:nvPr userDrawn="1"/>
          </p:nvSpPr>
          <p:spPr>
            <a:xfrm>
              <a:off x="11454290" y="5060696"/>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7A700BE-65F7-F9B8-6745-6411A71CAF92}"/>
                </a:ext>
              </a:extLst>
            </p:cNvPr>
            <p:cNvSpPr/>
            <p:nvPr userDrawn="1"/>
          </p:nvSpPr>
          <p:spPr>
            <a:xfrm>
              <a:off x="11458164" y="5470661"/>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E627A112-86E6-E5F6-3771-7213C1790C62}"/>
                </a:ext>
              </a:extLst>
            </p:cNvPr>
            <p:cNvSpPr/>
            <p:nvPr userDrawn="1"/>
          </p:nvSpPr>
          <p:spPr>
            <a:xfrm>
              <a:off x="11458164" y="5880626"/>
              <a:ext cx="131658" cy="131658"/>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455680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91F6060-1E2C-3D43-899A-5B137B72A9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1195758-ABD6-4042-8C0B-B55697AAC0E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A40CFD-1B44-0943-8C95-57F7A3D83E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a:extLst>
              <a:ext uri="{FF2B5EF4-FFF2-40B4-BE49-F238E27FC236}">
                <a16:creationId xmlns:a16="http://schemas.microsoft.com/office/drawing/2014/main" id="{08954C8C-5E20-D547-98CB-C411DDA0862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303DD94-0328-DC46-8BCA-283A6DF240B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3D1021-2930-8E40-B298-F88DC6ACAD76}" type="slidenum">
              <a:rPr lang="en-US" smtClean="0"/>
              <a:t>‹Nº›</a:t>
            </a:fld>
            <a:endParaRPr lang="en-US"/>
          </a:p>
        </p:txBody>
      </p:sp>
    </p:spTree>
    <p:extLst>
      <p:ext uri="{BB962C8B-B14F-4D97-AF65-F5344CB8AC3E}">
        <p14:creationId xmlns:p14="http://schemas.microsoft.com/office/powerpoint/2010/main" val="1138916359"/>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89" r:id="rId3"/>
    <p:sldLayoutId id="2147483690" r:id="rId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facebook.com/" TargetMode="External"/><Relationship Id="rId2" Type="http://schemas.openxmlformats.org/officeDocument/2006/relationships/hyperlink" Target="http://linkedin.com/" TargetMode="Externa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hyperlink" Target="http://instagram.com/" TargetMode="External"/><Relationship Id="rId4" Type="http://schemas.openxmlformats.org/officeDocument/2006/relationships/hyperlink" Target="http://twitter.com/"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415E94C2-539D-C0B2-017F-9567F2C0463F}"/>
              </a:ext>
            </a:extLst>
          </p:cNvPr>
          <p:cNvSpPr/>
          <p:nvPr/>
        </p:nvSpPr>
        <p:spPr>
          <a:xfrm flipV="1">
            <a:off x="3712038" y="1454608"/>
            <a:ext cx="7999445" cy="45719"/>
          </a:xfrm>
          <a:prstGeom prst="rect">
            <a:avLst/>
          </a:prstGeom>
          <a:solidFill>
            <a:srgbClr val="E8721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79B88CF3-E321-BF99-77AE-74E8CF04DB54}"/>
              </a:ext>
            </a:extLst>
          </p:cNvPr>
          <p:cNvSpPr/>
          <p:nvPr/>
        </p:nvSpPr>
        <p:spPr>
          <a:xfrm flipV="1">
            <a:off x="3765556" y="2175119"/>
            <a:ext cx="7999445" cy="45719"/>
          </a:xfrm>
          <a:prstGeom prst="rect">
            <a:avLst/>
          </a:prstGeom>
          <a:solidFill>
            <a:srgbClr val="E8721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6B7592A4-4042-3D8D-7719-C249BADB4C10}"/>
              </a:ext>
            </a:extLst>
          </p:cNvPr>
          <p:cNvSpPr/>
          <p:nvPr/>
        </p:nvSpPr>
        <p:spPr>
          <a:xfrm flipV="1">
            <a:off x="3789389" y="3808593"/>
            <a:ext cx="7999445" cy="45719"/>
          </a:xfrm>
          <a:prstGeom prst="rect">
            <a:avLst/>
          </a:prstGeom>
          <a:solidFill>
            <a:srgbClr val="E8721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Rounded Corners 10">
            <a:extLst>
              <a:ext uri="{FF2B5EF4-FFF2-40B4-BE49-F238E27FC236}">
                <a16:creationId xmlns:a16="http://schemas.microsoft.com/office/drawing/2014/main" id="{3C3B79B9-B67D-4AF6-6AD4-D33272753514}"/>
              </a:ext>
            </a:extLst>
          </p:cNvPr>
          <p:cNvSpPr/>
          <p:nvPr/>
        </p:nvSpPr>
        <p:spPr>
          <a:xfrm>
            <a:off x="144798" y="1816903"/>
            <a:ext cx="3430161" cy="4609367"/>
          </a:xfrm>
          <a:prstGeom prst="roundRect">
            <a:avLst/>
          </a:prstGeom>
          <a:solidFill>
            <a:srgbClr val="E8720A"/>
          </a:solidFill>
          <a:ln w="19050">
            <a:solidFill>
              <a:srgbClr val="E872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Rounded Corners 11">
            <a:extLst>
              <a:ext uri="{FF2B5EF4-FFF2-40B4-BE49-F238E27FC236}">
                <a16:creationId xmlns:a16="http://schemas.microsoft.com/office/drawing/2014/main" id="{67D71B8B-FE9B-94CF-50E0-F6F6A973A94F}"/>
              </a:ext>
            </a:extLst>
          </p:cNvPr>
          <p:cNvSpPr/>
          <p:nvPr/>
        </p:nvSpPr>
        <p:spPr>
          <a:xfrm>
            <a:off x="144798" y="1816903"/>
            <a:ext cx="3364846" cy="4609369"/>
          </a:xfrm>
          <a:prstGeom prst="roundRect">
            <a:avLst/>
          </a:prstGeom>
          <a:solidFill>
            <a:schemeClr val="bg1"/>
          </a:solidFill>
          <a:ln w="19050">
            <a:solidFill>
              <a:srgbClr val="E8720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a:extLst>
              <a:ext uri="{FF2B5EF4-FFF2-40B4-BE49-F238E27FC236}">
                <a16:creationId xmlns:a16="http://schemas.microsoft.com/office/drawing/2014/main" id="{D66DFF3B-5170-4805-841B-EA58D0F3B3B2}"/>
              </a:ext>
            </a:extLst>
          </p:cNvPr>
          <p:cNvSpPr>
            <a:spLocks noGrp="1"/>
          </p:cNvSpPr>
          <p:nvPr>
            <p:ph type="sldNum" sz="quarter" idx="12"/>
          </p:nvPr>
        </p:nvSpPr>
        <p:spPr>
          <a:solidFill>
            <a:srgbClr val="E8720A"/>
          </a:solidFill>
        </p:spPr>
        <p:txBody>
          <a:bodyPr/>
          <a:lstStyle/>
          <a:p>
            <a:pPr algn="ctr"/>
            <a:fld id="{E23D1021-2930-8E40-B298-F88DC6ACAD76}" type="slidenum">
              <a:rPr lang="en-US" sz="1000" smtClean="0">
                <a:latin typeface="Arial" panose="020B0604020202020204" pitchFamily="34" charset="0"/>
                <a:cs typeface="Arial" panose="020B0604020202020204" pitchFamily="34" charset="0"/>
              </a:rPr>
              <a:pPr algn="ctr"/>
              <a:t>1</a:t>
            </a:fld>
            <a:endParaRPr lang="en-US" sz="1000" dirty="0">
              <a:latin typeface="Arial" panose="020B0604020202020204" pitchFamily="34" charset="0"/>
              <a:cs typeface="Arial" panose="020B0604020202020204" pitchFamily="34" charset="0"/>
            </a:endParaRPr>
          </a:p>
        </p:txBody>
      </p:sp>
      <p:sp>
        <p:nvSpPr>
          <p:cNvPr id="5" name="Slide Number">
            <a:extLst>
              <a:ext uri="{FF2B5EF4-FFF2-40B4-BE49-F238E27FC236}">
                <a16:creationId xmlns:a16="http://schemas.microsoft.com/office/drawing/2014/main" id="{D4B4A31C-C66F-4E88-BE74-4B7E0E20D8CD}"/>
              </a:ext>
            </a:extLst>
          </p:cNvPr>
          <p:cNvSpPr txBox="1">
            <a:spLocks/>
          </p:cNvSpPr>
          <p:nvPr/>
        </p:nvSpPr>
        <p:spPr>
          <a:xfrm rot="5400000">
            <a:off x="10952856" y="1000933"/>
            <a:ext cx="1520348" cy="246221"/>
          </a:xfrm>
          <a:prstGeom prst="rect">
            <a:avLst/>
          </a:prstGeom>
        </p:spPr>
        <p:txBody>
          <a:bodyPr wrap="square" rIns="0">
            <a:spAutoFit/>
          </a:bodyPr>
          <a:lstStyle>
            <a:defPPr>
              <a:defRPr lang="en-US"/>
            </a:defPPr>
            <a:lvl1pPr marL="0" algn="l" defTabSz="914400" rtl="0" eaLnBrk="1" latinLnBrk="0" hangingPunct="1">
              <a:defRPr sz="2000" kern="1200">
                <a:solidFill>
                  <a:schemeClr val="tx1"/>
                </a:solidFill>
                <a:latin typeface="Open Sans Bold"/>
                <a:ea typeface="Open Sans Bold"/>
                <a:cs typeface="Open Sans Bold"/>
                <a:sym typeface="Open Sans Bol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spc="600" dirty="0">
                <a:solidFill>
                  <a:schemeClr val="accent2">
                    <a:lumMod val="40000"/>
                    <a:lumOff val="60000"/>
                  </a:schemeClr>
                </a:solidFill>
                <a:latin typeface="Century Gothic" panose="020B0502020202020204" pitchFamily="34" charset="0"/>
              </a:rPr>
              <a:t>PROFILE</a:t>
            </a:r>
            <a:endParaRPr lang="en-RU" sz="1000" spc="600" dirty="0">
              <a:solidFill>
                <a:schemeClr val="accent2">
                  <a:lumMod val="40000"/>
                  <a:lumOff val="60000"/>
                </a:schemeClr>
              </a:solidFill>
              <a:latin typeface="Century Gothic" panose="020B0502020202020204" pitchFamily="34" charset="0"/>
            </a:endParaRPr>
          </a:p>
        </p:txBody>
      </p:sp>
      <p:sp>
        <p:nvSpPr>
          <p:cNvPr id="6" name="Line">
            <a:extLst>
              <a:ext uri="{FF2B5EF4-FFF2-40B4-BE49-F238E27FC236}">
                <a16:creationId xmlns:a16="http://schemas.microsoft.com/office/drawing/2014/main" id="{791E6F9E-0AF0-455A-AE9E-83A6F97C4C60}"/>
              </a:ext>
            </a:extLst>
          </p:cNvPr>
          <p:cNvSpPr/>
          <p:nvPr/>
        </p:nvSpPr>
        <p:spPr>
          <a:xfrm flipV="1">
            <a:off x="11713030" y="1727199"/>
            <a:ext cx="0" cy="2573338"/>
          </a:xfrm>
          <a:prstGeom prst="line">
            <a:avLst/>
          </a:prstGeom>
          <a:ln w="6350" cap="rnd">
            <a:solidFill>
              <a:schemeClr val="accent4">
                <a:lumMod val="20000"/>
                <a:lumOff val="80000"/>
              </a:schemeClr>
            </a:solidFill>
            <a:miter lim="400000"/>
          </a:ln>
        </p:spPr>
        <p:txBody>
          <a:bodyPr lIns="50800" tIns="50800" rIns="50800" bIns="50800" anchor="ctr"/>
          <a:lstStyle/>
          <a:p>
            <a:endParaRPr sz="1000">
              <a:latin typeface="Century Gothic" panose="020B0502020202020204" pitchFamily="34" charset="0"/>
            </a:endParaRPr>
          </a:p>
        </p:txBody>
      </p:sp>
      <p:grpSp>
        <p:nvGrpSpPr>
          <p:cNvPr id="16" name="Group 15">
            <a:extLst>
              <a:ext uri="{FF2B5EF4-FFF2-40B4-BE49-F238E27FC236}">
                <a16:creationId xmlns:a16="http://schemas.microsoft.com/office/drawing/2014/main" id="{B0820AE8-86A7-46C0-AD6B-346A4F0BB4E1}"/>
              </a:ext>
            </a:extLst>
          </p:cNvPr>
          <p:cNvGrpSpPr/>
          <p:nvPr/>
        </p:nvGrpSpPr>
        <p:grpSpPr>
          <a:xfrm>
            <a:off x="510299" y="3352206"/>
            <a:ext cx="2513762" cy="359200"/>
            <a:chOff x="4450776" y="5684967"/>
            <a:chExt cx="1804749" cy="359200"/>
          </a:xfrm>
        </p:grpSpPr>
        <p:sp>
          <p:nvSpPr>
            <p:cNvPr id="27" name="Rectangle 26">
              <a:extLst>
                <a:ext uri="{FF2B5EF4-FFF2-40B4-BE49-F238E27FC236}">
                  <a16:creationId xmlns:a16="http://schemas.microsoft.com/office/drawing/2014/main" id="{DF27CD79-407F-4C6B-9628-363EA0C3E272}"/>
                </a:ext>
              </a:extLst>
            </p:cNvPr>
            <p:cNvSpPr/>
            <p:nvPr/>
          </p:nvSpPr>
          <p:spPr>
            <a:xfrm>
              <a:off x="4450776" y="5684968"/>
              <a:ext cx="927906" cy="261610"/>
            </a:xfrm>
            <a:prstGeom prst="rect">
              <a:avLst/>
            </a:prstGeom>
            <a:noFill/>
          </p:spPr>
          <p:txBody>
            <a:bodyPr wrap="square" lIns="91440" tIns="45720" bIns="45720" anchor="ctr" anchorCtr="0">
              <a:spAutoFit/>
            </a:bodyPr>
            <a:lstStyle/>
            <a:p>
              <a:r>
                <a:rPr lang="en-US" sz="1100" b="1" dirty="0">
                  <a:latin typeface="Arial" panose="020B0604020202020204" pitchFamily="34" charset="0"/>
                  <a:cs typeface="Arial" panose="020B0604020202020204" pitchFamily="34" charset="0"/>
                </a:rPr>
                <a:t>Liderazgo</a:t>
              </a:r>
            </a:p>
          </p:txBody>
        </p:sp>
        <p:cxnSp>
          <p:nvCxnSpPr>
            <p:cNvPr id="29" name="Straight Connector 28">
              <a:extLst>
                <a:ext uri="{FF2B5EF4-FFF2-40B4-BE49-F238E27FC236}">
                  <a16:creationId xmlns:a16="http://schemas.microsoft.com/office/drawing/2014/main" id="{E00A0C09-85F6-4B04-AA0B-958194ADB5D2}"/>
                </a:ext>
              </a:extLst>
            </p:cNvPr>
            <p:cNvCxnSpPr>
              <a:cxnSpLocks/>
            </p:cNvCxnSpPr>
            <p:nvPr/>
          </p:nvCxnSpPr>
          <p:spPr>
            <a:xfrm flipV="1">
              <a:off x="4496709" y="6042914"/>
              <a:ext cx="1758812" cy="1253"/>
            </a:xfrm>
            <a:prstGeom prst="line">
              <a:avLst/>
            </a:prstGeom>
            <a:ln w="63500" cap="rnd">
              <a:solidFill>
                <a:srgbClr val="E8720A"/>
              </a:solidFil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FB8160CC-ED5F-42AD-8432-8F32E8FDC5FA}"/>
                </a:ext>
              </a:extLst>
            </p:cNvPr>
            <p:cNvSpPr/>
            <p:nvPr/>
          </p:nvSpPr>
          <p:spPr>
            <a:xfrm>
              <a:off x="5927420" y="5684967"/>
              <a:ext cx="328105" cy="261610"/>
            </a:xfrm>
            <a:prstGeom prst="rect">
              <a:avLst/>
            </a:prstGeom>
            <a:noFill/>
            <a:ln>
              <a:noFill/>
            </a:ln>
          </p:spPr>
          <p:txBody>
            <a:bodyPr wrap="square" lIns="91440" tIns="45720" rIns="0" bIns="45720" anchor="ctr" anchorCtr="0">
              <a:spAutoFit/>
            </a:bodyPr>
            <a:lstStyle/>
            <a:p>
              <a:pPr algn="r"/>
              <a:r>
                <a:rPr lang="en-US" sz="1100" b="1" dirty="0">
                  <a:latin typeface="Arial" panose="020B0604020202020204" pitchFamily="34" charset="0"/>
                  <a:cs typeface="Arial" panose="020B0604020202020204" pitchFamily="34" charset="0"/>
                </a:rPr>
                <a:t>100%</a:t>
              </a:r>
            </a:p>
          </p:txBody>
        </p:sp>
      </p:grpSp>
      <p:grpSp>
        <p:nvGrpSpPr>
          <p:cNvPr id="49" name="Group 48">
            <a:extLst>
              <a:ext uri="{FF2B5EF4-FFF2-40B4-BE49-F238E27FC236}">
                <a16:creationId xmlns:a16="http://schemas.microsoft.com/office/drawing/2014/main" id="{B351B676-D869-4728-B5AF-5FA67F7ADA2F}"/>
              </a:ext>
            </a:extLst>
          </p:cNvPr>
          <p:cNvGrpSpPr/>
          <p:nvPr/>
        </p:nvGrpSpPr>
        <p:grpSpPr>
          <a:xfrm>
            <a:off x="510299" y="3910649"/>
            <a:ext cx="2513762" cy="359199"/>
            <a:chOff x="4450776" y="5684968"/>
            <a:chExt cx="1804749" cy="359199"/>
          </a:xfrm>
        </p:grpSpPr>
        <p:sp>
          <p:nvSpPr>
            <p:cNvPr id="50" name="Rectangle 49">
              <a:extLst>
                <a:ext uri="{FF2B5EF4-FFF2-40B4-BE49-F238E27FC236}">
                  <a16:creationId xmlns:a16="http://schemas.microsoft.com/office/drawing/2014/main" id="{D5982FE7-9FA5-4AEA-ADFA-DBD2F0B05793}"/>
                </a:ext>
              </a:extLst>
            </p:cNvPr>
            <p:cNvSpPr/>
            <p:nvPr/>
          </p:nvSpPr>
          <p:spPr>
            <a:xfrm>
              <a:off x="4450776" y="5684968"/>
              <a:ext cx="927906" cy="261610"/>
            </a:xfrm>
            <a:prstGeom prst="rect">
              <a:avLst/>
            </a:prstGeom>
            <a:noFill/>
            <a:ln>
              <a:noFill/>
            </a:ln>
          </p:spPr>
          <p:txBody>
            <a:bodyPr wrap="square" lIns="91440" tIns="45720" bIns="45720" anchor="ctr" anchorCtr="0">
              <a:spAutoFit/>
            </a:bodyPr>
            <a:lstStyle/>
            <a:p>
              <a:r>
                <a:rPr lang="en-US" sz="1100" b="1" dirty="0">
                  <a:latin typeface="Arial" panose="020B0604020202020204" pitchFamily="34" charset="0"/>
                  <a:cs typeface="Arial" panose="020B0604020202020204" pitchFamily="34" charset="0"/>
                </a:rPr>
                <a:t>Comunicación</a:t>
              </a:r>
            </a:p>
          </p:txBody>
        </p:sp>
        <p:cxnSp>
          <p:nvCxnSpPr>
            <p:cNvPr id="52" name="Straight Connector 51">
              <a:extLst>
                <a:ext uri="{FF2B5EF4-FFF2-40B4-BE49-F238E27FC236}">
                  <a16:creationId xmlns:a16="http://schemas.microsoft.com/office/drawing/2014/main" id="{2AD8E90D-87B6-44F4-9B2E-6E57BD1214F8}"/>
                </a:ext>
              </a:extLst>
            </p:cNvPr>
            <p:cNvCxnSpPr>
              <a:cxnSpLocks/>
            </p:cNvCxnSpPr>
            <p:nvPr/>
          </p:nvCxnSpPr>
          <p:spPr>
            <a:xfrm>
              <a:off x="4496709" y="6044167"/>
              <a:ext cx="1758812" cy="0"/>
            </a:xfrm>
            <a:prstGeom prst="line">
              <a:avLst/>
            </a:prstGeom>
            <a:ln w="63500" cap="rnd">
              <a:solidFill>
                <a:srgbClr val="E8720A"/>
              </a:soli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B10231D0-5D64-4CC0-81D3-4C810211D00D}"/>
                </a:ext>
              </a:extLst>
            </p:cNvPr>
            <p:cNvSpPr/>
            <p:nvPr/>
          </p:nvSpPr>
          <p:spPr>
            <a:xfrm>
              <a:off x="5927420" y="5684968"/>
              <a:ext cx="328105" cy="261610"/>
            </a:xfrm>
            <a:prstGeom prst="rect">
              <a:avLst/>
            </a:prstGeom>
            <a:noFill/>
            <a:ln>
              <a:noFill/>
            </a:ln>
          </p:spPr>
          <p:txBody>
            <a:bodyPr wrap="square" lIns="91440" tIns="45720" rIns="0" bIns="45720" anchor="ctr" anchorCtr="0">
              <a:spAutoFit/>
            </a:bodyPr>
            <a:lstStyle/>
            <a:p>
              <a:pPr algn="r"/>
              <a:r>
                <a:rPr lang="en-US" sz="1100" b="1" dirty="0">
                  <a:latin typeface="Arial" panose="020B0604020202020204" pitchFamily="34" charset="0"/>
                  <a:cs typeface="Arial" panose="020B0604020202020204" pitchFamily="34" charset="0"/>
                </a:rPr>
                <a:t>100%</a:t>
              </a:r>
            </a:p>
          </p:txBody>
        </p:sp>
      </p:grpSp>
      <p:grpSp>
        <p:nvGrpSpPr>
          <p:cNvPr id="54" name="Group 53">
            <a:extLst>
              <a:ext uri="{FF2B5EF4-FFF2-40B4-BE49-F238E27FC236}">
                <a16:creationId xmlns:a16="http://schemas.microsoft.com/office/drawing/2014/main" id="{3FBFB52F-6E97-4A3D-BA3D-26D43A00D8A6}"/>
              </a:ext>
            </a:extLst>
          </p:cNvPr>
          <p:cNvGrpSpPr/>
          <p:nvPr/>
        </p:nvGrpSpPr>
        <p:grpSpPr>
          <a:xfrm>
            <a:off x="510299" y="4469091"/>
            <a:ext cx="2513762" cy="359199"/>
            <a:chOff x="4450776" y="5684968"/>
            <a:chExt cx="1804749" cy="359199"/>
          </a:xfrm>
        </p:grpSpPr>
        <p:sp>
          <p:nvSpPr>
            <p:cNvPr id="55" name="Rectangle 54">
              <a:extLst>
                <a:ext uri="{FF2B5EF4-FFF2-40B4-BE49-F238E27FC236}">
                  <a16:creationId xmlns:a16="http://schemas.microsoft.com/office/drawing/2014/main" id="{9C1CDC46-1858-4498-9B84-DEB4EBC7AD98}"/>
                </a:ext>
              </a:extLst>
            </p:cNvPr>
            <p:cNvSpPr/>
            <p:nvPr/>
          </p:nvSpPr>
          <p:spPr>
            <a:xfrm>
              <a:off x="4450776" y="5684968"/>
              <a:ext cx="1180757" cy="261610"/>
            </a:xfrm>
            <a:prstGeom prst="rect">
              <a:avLst/>
            </a:prstGeom>
            <a:noFill/>
          </p:spPr>
          <p:txBody>
            <a:bodyPr wrap="square" lIns="91440" tIns="45720" bIns="45720" anchor="ctr" anchorCtr="0">
              <a:spAutoFit/>
            </a:bodyPr>
            <a:lstStyle/>
            <a:p>
              <a:r>
                <a:rPr lang="en-US" sz="1100" b="1" dirty="0">
                  <a:latin typeface="Arial" panose="020B0604020202020204" pitchFamily="34" charset="0"/>
                  <a:cs typeface="Arial" panose="020B0604020202020204" pitchFamily="34" charset="0"/>
                </a:rPr>
                <a:t>Gestión del tiempo</a:t>
              </a:r>
            </a:p>
          </p:txBody>
        </p:sp>
        <p:cxnSp>
          <p:nvCxnSpPr>
            <p:cNvPr id="57" name="Straight Connector 56">
              <a:extLst>
                <a:ext uri="{FF2B5EF4-FFF2-40B4-BE49-F238E27FC236}">
                  <a16:creationId xmlns:a16="http://schemas.microsoft.com/office/drawing/2014/main" id="{4FF7D9E7-B23A-4B3A-B212-FE1164D79C37}"/>
                </a:ext>
              </a:extLst>
            </p:cNvPr>
            <p:cNvCxnSpPr>
              <a:cxnSpLocks/>
            </p:cNvCxnSpPr>
            <p:nvPr/>
          </p:nvCxnSpPr>
          <p:spPr>
            <a:xfrm>
              <a:off x="4496709" y="6044167"/>
              <a:ext cx="1758812" cy="0"/>
            </a:xfrm>
            <a:prstGeom prst="line">
              <a:avLst/>
            </a:prstGeom>
            <a:ln w="63500" cap="rnd">
              <a:solidFill>
                <a:srgbClr val="E8720A"/>
              </a:solidFill>
            </a:ln>
          </p:spPr>
          <p:style>
            <a:lnRef idx="1">
              <a:schemeClr val="accent1"/>
            </a:lnRef>
            <a:fillRef idx="0">
              <a:schemeClr val="accent1"/>
            </a:fillRef>
            <a:effectRef idx="0">
              <a:schemeClr val="accent1"/>
            </a:effectRef>
            <a:fontRef idx="minor">
              <a:schemeClr val="tx1"/>
            </a:fontRef>
          </p:style>
        </p:cxnSp>
        <p:sp>
          <p:nvSpPr>
            <p:cNvPr id="58" name="Rectangle 57">
              <a:extLst>
                <a:ext uri="{FF2B5EF4-FFF2-40B4-BE49-F238E27FC236}">
                  <a16:creationId xmlns:a16="http://schemas.microsoft.com/office/drawing/2014/main" id="{BB93F9B2-F5FF-4B13-B0CD-0CF35E3E2C38}"/>
                </a:ext>
              </a:extLst>
            </p:cNvPr>
            <p:cNvSpPr/>
            <p:nvPr/>
          </p:nvSpPr>
          <p:spPr>
            <a:xfrm>
              <a:off x="5927420" y="5684968"/>
              <a:ext cx="328105" cy="261610"/>
            </a:xfrm>
            <a:prstGeom prst="rect">
              <a:avLst/>
            </a:prstGeom>
            <a:noFill/>
          </p:spPr>
          <p:txBody>
            <a:bodyPr wrap="square" lIns="91440" tIns="45720" rIns="0" bIns="45720" anchor="ctr" anchorCtr="0">
              <a:spAutoFit/>
            </a:bodyPr>
            <a:lstStyle/>
            <a:p>
              <a:pPr algn="r"/>
              <a:r>
                <a:rPr lang="en-US" sz="1100" b="1" dirty="0">
                  <a:latin typeface="Arial" panose="020B0604020202020204" pitchFamily="34" charset="0"/>
                  <a:cs typeface="Arial" panose="020B0604020202020204" pitchFamily="34" charset="0"/>
                </a:rPr>
                <a:t>100%</a:t>
              </a:r>
            </a:p>
          </p:txBody>
        </p:sp>
      </p:grpSp>
      <p:grpSp>
        <p:nvGrpSpPr>
          <p:cNvPr id="59" name="Group 58">
            <a:extLst>
              <a:ext uri="{FF2B5EF4-FFF2-40B4-BE49-F238E27FC236}">
                <a16:creationId xmlns:a16="http://schemas.microsoft.com/office/drawing/2014/main" id="{5ED5511C-90CD-4F8D-8943-772793BA4AB8}"/>
              </a:ext>
            </a:extLst>
          </p:cNvPr>
          <p:cNvGrpSpPr/>
          <p:nvPr/>
        </p:nvGrpSpPr>
        <p:grpSpPr>
          <a:xfrm>
            <a:off x="510299" y="5027532"/>
            <a:ext cx="2513762" cy="359200"/>
            <a:chOff x="4450776" y="5684967"/>
            <a:chExt cx="1804749" cy="359200"/>
          </a:xfrm>
        </p:grpSpPr>
        <p:sp>
          <p:nvSpPr>
            <p:cNvPr id="60" name="Rectangle 59">
              <a:extLst>
                <a:ext uri="{FF2B5EF4-FFF2-40B4-BE49-F238E27FC236}">
                  <a16:creationId xmlns:a16="http://schemas.microsoft.com/office/drawing/2014/main" id="{B39583ED-C39E-4B53-9C45-8E7D1F92CE39}"/>
                </a:ext>
              </a:extLst>
            </p:cNvPr>
            <p:cNvSpPr/>
            <p:nvPr/>
          </p:nvSpPr>
          <p:spPr>
            <a:xfrm>
              <a:off x="4450776" y="5684967"/>
              <a:ext cx="1175318" cy="261610"/>
            </a:xfrm>
            <a:prstGeom prst="rect">
              <a:avLst/>
            </a:prstGeom>
            <a:noFill/>
          </p:spPr>
          <p:txBody>
            <a:bodyPr wrap="square" lIns="91440" tIns="45720" bIns="45720" anchor="ctr" anchorCtr="0">
              <a:spAutoFit/>
            </a:bodyPr>
            <a:lstStyle/>
            <a:p>
              <a:r>
                <a:rPr lang="en-US" sz="1100" b="1" dirty="0">
                  <a:latin typeface="Arial" panose="020B0604020202020204" pitchFamily="34" charset="0"/>
                  <a:cs typeface="Arial" panose="020B0604020202020204" pitchFamily="34" charset="0"/>
                </a:rPr>
                <a:t>Trabajo en equipo</a:t>
              </a:r>
            </a:p>
          </p:txBody>
        </p:sp>
        <p:cxnSp>
          <p:nvCxnSpPr>
            <p:cNvPr id="62" name="Straight Connector 61">
              <a:extLst>
                <a:ext uri="{FF2B5EF4-FFF2-40B4-BE49-F238E27FC236}">
                  <a16:creationId xmlns:a16="http://schemas.microsoft.com/office/drawing/2014/main" id="{9ECA3439-5874-43D6-8494-51739F5FC994}"/>
                </a:ext>
              </a:extLst>
            </p:cNvPr>
            <p:cNvCxnSpPr>
              <a:cxnSpLocks/>
            </p:cNvCxnSpPr>
            <p:nvPr/>
          </p:nvCxnSpPr>
          <p:spPr>
            <a:xfrm>
              <a:off x="4496709" y="6044167"/>
              <a:ext cx="1758812" cy="0"/>
            </a:xfrm>
            <a:prstGeom prst="line">
              <a:avLst/>
            </a:prstGeom>
            <a:ln w="63500" cap="rnd">
              <a:solidFill>
                <a:srgbClr val="E8720A"/>
              </a:solidFill>
            </a:ln>
          </p:spPr>
          <p:style>
            <a:lnRef idx="1">
              <a:schemeClr val="accent1"/>
            </a:lnRef>
            <a:fillRef idx="0">
              <a:schemeClr val="accent1"/>
            </a:fillRef>
            <a:effectRef idx="0">
              <a:schemeClr val="accent1"/>
            </a:effectRef>
            <a:fontRef idx="minor">
              <a:schemeClr val="tx1"/>
            </a:fontRef>
          </p:style>
        </p:cxnSp>
        <p:sp>
          <p:nvSpPr>
            <p:cNvPr id="63" name="Rectangle 62">
              <a:extLst>
                <a:ext uri="{FF2B5EF4-FFF2-40B4-BE49-F238E27FC236}">
                  <a16:creationId xmlns:a16="http://schemas.microsoft.com/office/drawing/2014/main" id="{5558F3E4-711D-408C-9A56-FCED16BF501A}"/>
                </a:ext>
              </a:extLst>
            </p:cNvPr>
            <p:cNvSpPr/>
            <p:nvPr/>
          </p:nvSpPr>
          <p:spPr>
            <a:xfrm>
              <a:off x="5927420" y="5684968"/>
              <a:ext cx="328105" cy="261610"/>
            </a:xfrm>
            <a:prstGeom prst="rect">
              <a:avLst/>
            </a:prstGeom>
            <a:noFill/>
          </p:spPr>
          <p:txBody>
            <a:bodyPr wrap="square" lIns="91440" tIns="45720" rIns="0" bIns="45720" anchor="ctr" anchorCtr="0">
              <a:spAutoFit/>
            </a:bodyPr>
            <a:lstStyle/>
            <a:p>
              <a:pPr algn="r"/>
              <a:r>
                <a:rPr lang="en-US" sz="1100" b="1" dirty="0">
                  <a:latin typeface="Arial" panose="020B0604020202020204" pitchFamily="34" charset="0"/>
                  <a:cs typeface="Arial" panose="020B0604020202020204" pitchFamily="34" charset="0"/>
                </a:rPr>
                <a:t>100%</a:t>
              </a:r>
            </a:p>
          </p:txBody>
        </p:sp>
      </p:grpSp>
      <p:grpSp>
        <p:nvGrpSpPr>
          <p:cNvPr id="64" name="Group 63">
            <a:extLst>
              <a:ext uri="{FF2B5EF4-FFF2-40B4-BE49-F238E27FC236}">
                <a16:creationId xmlns:a16="http://schemas.microsoft.com/office/drawing/2014/main" id="{C31BB7AE-0C62-45D1-809F-C90DEE58A50A}"/>
              </a:ext>
            </a:extLst>
          </p:cNvPr>
          <p:cNvGrpSpPr/>
          <p:nvPr/>
        </p:nvGrpSpPr>
        <p:grpSpPr>
          <a:xfrm>
            <a:off x="510299" y="5585976"/>
            <a:ext cx="2513762" cy="359199"/>
            <a:chOff x="4450776" y="5684968"/>
            <a:chExt cx="1804749" cy="359199"/>
          </a:xfrm>
        </p:grpSpPr>
        <p:sp>
          <p:nvSpPr>
            <p:cNvPr id="65" name="Rectangle 64">
              <a:extLst>
                <a:ext uri="{FF2B5EF4-FFF2-40B4-BE49-F238E27FC236}">
                  <a16:creationId xmlns:a16="http://schemas.microsoft.com/office/drawing/2014/main" id="{1B4A2794-686B-4184-9AED-276155D18962}"/>
                </a:ext>
              </a:extLst>
            </p:cNvPr>
            <p:cNvSpPr/>
            <p:nvPr/>
          </p:nvSpPr>
          <p:spPr>
            <a:xfrm>
              <a:off x="4450776" y="5684968"/>
              <a:ext cx="927906" cy="261610"/>
            </a:xfrm>
            <a:prstGeom prst="rect">
              <a:avLst/>
            </a:prstGeom>
            <a:noFill/>
            <a:ln>
              <a:solidFill>
                <a:schemeClr val="bg1"/>
              </a:solidFill>
            </a:ln>
          </p:spPr>
          <p:txBody>
            <a:bodyPr wrap="square" lIns="91440" tIns="45720" bIns="45720" anchor="ctr" anchorCtr="0">
              <a:spAutoFit/>
            </a:bodyPr>
            <a:lstStyle/>
            <a:p>
              <a:r>
                <a:rPr lang="en-US" sz="1100" b="1" dirty="0">
                  <a:latin typeface="Arial" panose="020B0604020202020204" pitchFamily="34" charset="0"/>
                  <a:cs typeface="Arial" panose="020B0604020202020204" pitchFamily="34" charset="0"/>
                </a:rPr>
                <a:t>Flexibilidad</a:t>
              </a:r>
            </a:p>
          </p:txBody>
        </p:sp>
        <p:cxnSp>
          <p:nvCxnSpPr>
            <p:cNvPr id="67" name="Straight Connector 66">
              <a:extLst>
                <a:ext uri="{FF2B5EF4-FFF2-40B4-BE49-F238E27FC236}">
                  <a16:creationId xmlns:a16="http://schemas.microsoft.com/office/drawing/2014/main" id="{61260050-CFCB-44BA-AADD-45DB81C38C3B}"/>
                </a:ext>
              </a:extLst>
            </p:cNvPr>
            <p:cNvCxnSpPr>
              <a:cxnSpLocks/>
            </p:cNvCxnSpPr>
            <p:nvPr/>
          </p:nvCxnSpPr>
          <p:spPr>
            <a:xfrm>
              <a:off x="4496709" y="6044167"/>
              <a:ext cx="1758816" cy="0"/>
            </a:xfrm>
            <a:prstGeom prst="line">
              <a:avLst/>
            </a:prstGeom>
            <a:ln w="63500" cap="rnd">
              <a:solidFill>
                <a:srgbClr val="E8720A"/>
              </a:solidFill>
            </a:ln>
          </p:spPr>
          <p:style>
            <a:lnRef idx="1">
              <a:schemeClr val="accent1"/>
            </a:lnRef>
            <a:fillRef idx="0">
              <a:schemeClr val="accent1"/>
            </a:fillRef>
            <a:effectRef idx="0">
              <a:schemeClr val="accent1"/>
            </a:effectRef>
            <a:fontRef idx="minor">
              <a:schemeClr val="tx1"/>
            </a:fontRef>
          </p:style>
        </p:cxnSp>
        <p:sp>
          <p:nvSpPr>
            <p:cNvPr id="68" name="Rectangle 67">
              <a:extLst>
                <a:ext uri="{FF2B5EF4-FFF2-40B4-BE49-F238E27FC236}">
                  <a16:creationId xmlns:a16="http://schemas.microsoft.com/office/drawing/2014/main" id="{C3BED1EC-B487-4919-8C6B-28D7CDF3C593}"/>
                </a:ext>
              </a:extLst>
            </p:cNvPr>
            <p:cNvSpPr/>
            <p:nvPr/>
          </p:nvSpPr>
          <p:spPr>
            <a:xfrm>
              <a:off x="5927420" y="5684968"/>
              <a:ext cx="328105" cy="261610"/>
            </a:xfrm>
            <a:prstGeom prst="rect">
              <a:avLst/>
            </a:prstGeom>
            <a:noFill/>
            <a:ln>
              <a:solidFill>
                <a:schemeClr val="bg1"/>
              </a:solidFill>
            </a:ln>
          </p:spPr>
          <p:txBody>
            <a:bodyPr wrap="square" lIns="91440" tIns="45720" rIns="0" bIns="45720" anchor="ctr" anchorCtr="0">
              <a:spAutoFit/>
            </a:bodyPr>
            <a:lstStyle/>
            <a:p>
              <a:pPr algn="r"/>
              <a:r>
                <a:rPr lang="en-US" sz="1100" b="1" dirty="0">
                  <a:latin typeface="Arial" panose="020B0604020202020204" pitchFamily="34" charset="0"/>
                  <a:cs typeface="Arial" panose="020B0604020202020204" pitchFamily="34" charset="0"/>
                </a:rPr>
                <a:t>100%</a:t>
              </a:r>
            </a:p>
          </p:txBody>
        </p:sp>
      </p:grpSp>
      <p:sp>
        <p:nvSpPr>
          <p:cNvPr id="123" name="Freeform: Shape 122">
            <a:hlinkClick r:id="rId2"/>
            <a:extLst>
              <a:ext uri="{FF2B5EF4-FFF2-40B4-BE49-F238E27FC236}">
                <a16:creationId xmlns:a16="http://schemas.microsoft.com/office/drawing/2014/main" id="{73E4350E-AE6B-4735-94D0-83B00FB13361}"/>
              </a:ext>
            </a:extLst>
          </p:cNvPr>
          <p:cNvSpPr/>
          <p:nvPr/>
        </p:nvSpPr>
        <p:spPr>
          <a:xfrm>
            <a:off x="843051" y="2941935"/>
            <a:ext cx="225287" cy="225286"/>
          </a:xfrm>
          <a:custGeom>
            <a:avLst/>
            <a:gdLst>
              <a:gd name="connsiteX0" fmla="*/ 0 w 960644"/>
              <a:gd name="connsiteY0" fmla="*/ 747658 h 960644"/>
              <a:gd name="connsiteX1" fmla="*/ 0 w 960644"/>
              <a:gd name="connsiteY1" fmla="*/ 214155 h 960644"/>
              <a:gd name="connsiteX2" fmla="*/ 1621 w 960644"/>
              <a:gd name="connsiteY2" fmla="*/ 205907 h 960644"/>
              <a:gd name="connsiteX3" fmla="*/ 141522 w 960644"/>
              <a:gd name="connsiteY3" fmla="*/ 20977 h 960644"/>
              <a:gd name="connsiteX4" fmla="*/ 216038 w 960644"/>
              <a:gd name="connsiteY4" fmla="*/ 0 h 960644"/>
              <a:gd name="connsiteX5" fmla="*/ 745775 w 960644"/>
              <a:gd name="connsiteY5" fmla="*/ 0 h 960644"/>
              <a:gd name="connsiteX6" fmla="*/ 759505 w 960644"/>
              <a:gd name="connsiteY6" fmla="*/ 2884 h 960644"/>
              <a:gd name="connsiteX7" fmla="*/ 962290 w 960644"/>
              <a:gd name="connsiteY7" fmla="*/ 236037 h 960644"/>
              <a:gd name="connsiteX8" fmla="*/ 962170 w 960644"/>
              <a:gd name="connsiteY8" fmla="*/ 728207 h 960644"/>
              <a:gd name="connsiteX9" fmla="*/ 901862 w 960644"/>
              <a:gd name="connsiteY9" fmla="*/ 880217 h 960644"/>
              <a:gd name="connsiteX10" fmla="*/ 715502 w 960644"/>
              <a:gd name="connsiteY10" fmla="*/ 962480 h 960644"/>
              <a:gd name="connsiteX11" fmla="*/ 554886 w 960644"/>
              <a:gd name="connsiteY11" fmla="*/ 962456 h 960644"/>
              <a:gd name="connsiteX12" fmla="*/ 236490 w 960644"/>
              <a:gd name="connsiteY12" fmla="*/ 961932 h 960644"/>
              <a:gd name="connsiteX13" fmla="*/ 35470 w 960644"/>
              <a:gd name="connsiteY13" fmla="*/ 847703 h 960644"/>
              <a:gd name="connsiteX14" fmla="*/ 0 w 960644"/>
              <a:gd name="connsiteY14" fmla="*/ 747658 h 960644"/>
              <a:gd name="connsiteX15" fmla="*/ 405759 w 960644"/>
              <a:gd name="connsiteY15" fmla="*/ 580344 h 960644"/>
              <a:gd name="connsiteX16" fmla="*/ 405783 w 960644"/>
              <a:gd name="connsiteY16" fmla="*/ 764392 h 960644"/>
              <a:gd name="connsiteX17" fmla="*/ 418631 w 960644"/>
              <a:gd name="connsiteY17" fmla="*/ 777121 h 960644"/>
              <a:gd name="connsiteX18" fmla="*/ 504088 w 960644"/>
              <a:gd name="connsiteY18" fmla="*/ 777121 h 960644"/>
              <a:gd name="connsiteX19" fmla="*/ 517771 w 960644"/>
              <a:gd name="connsiteY19" fmla="*/ 763605 h 960644"/>
              <a:gd name="connsiteX20" fmla="*/ 517842 w 960644"/>
              <a:gd name="connsiteY20" fmla="*/ 573931 h 960644"/>
              <a:gd name="connsiteX21" fmla="*/ 523420 w 960644"/>
              <a:gd name="connsiteY21" fmla="*/ 531263 h 960644"/>
              <a:gd name="connsiteX22" fmla="*/ 591190 w 960644"/>
              <a:gd name="connsiteY22" fmla="*/ 478844 h 960644"/>
              <a:gd name="connsiteX23" fmla="*/ 657362 w 960644"/>
              <a:gd name="connsiteY23" fmla="*/ 525899 h 960644"/>
              <a:gd name="connsiteX24" fmla="*/ 664966 w 960644"/>
              <a:gd name="connsiteY24" fmla="*/ 590880 h 960644"/>
              <a:gd name="connsiteX25" fmla="*/ 665109 w 960644"/>
              <a:gd name="connsiteY25" fmla="*/ 762723 h 960644"/>
              <a:gd name="connsiteX26" fmla="*/ 679102 w 960644"/>
              <a:gd name="connsiteY26" fmla="*/ 777097 h 960644"/>
              <a:gd name="connsiteX27" fmla="*/ 763605 w 960644"/>
              <a:gd name="connsiteY27" fmla="*/ 777097 h 960644"/>
              <a:gd name="connsiteX28" fmla="*/ 777288 w 960644"/>
              <a:gd name="connsiteY28" fmla="*/ 763486 h 960644"/>
              <a:gd name="connsiteX29" fmla="*/ 777002 w 960644"/>
              <a:gd name="connsiteY29" fmla="*/ 539057 h 960644"/>
              <a:gd name="connsiteX30" fmla="*/ 769350 w 960644"/>
              <a:gd name="connsiteY30" fmla="*/ 474935 h 960644"/>
              <a:gd name="connsiteX31" fmla="*/ 692880 w 960644"/>
              <a:gd name="connsiteY31" fmla="*/ 390146 h 960644"/>
              <a:gd name="connsiteX32" fmla="*/ 645730 w 960644"/>
              <a:gd name="connsiteY32" fmla="*/ 382613 h 960644"/>
              <a:gd name="connsiteX33" fmla="*/ 517675 w 960644"/>
              <a:gd name="connsiteY33" fmla="*/ 431503 h 960644"/>
              <a:gd name="connsiteX34" fmla="*/ 512479 w 960644"/>
              <a:gd name="connsiteY34" fmla="*/ 434578 h 960644"/>
              <a:gd name="connsiteX35" fmla="*/ 510334 w 960644"/>
              <a:gd name="connsiteY35" fmla="*/ 428905 h 960644"/>
              <a:gd name="connsiteX36" fmla="*/ 510357 w 960644"/>
              <a:gd name="connsiteY36" fmla="*/ 394174 h 960644"/>
              <a:gd name="connsiteX37" fmla="*/ 499345 w 960644"/>
              <a:gd name="connsiteY37" fmla="*/ 383185 h 960644"/>
              <a:gd name="connsiteX38" fmla="*/ 420467 w 960644"/>
              <a:gd name="connsiteY38" fmla="*/ 383280 h 960644"/>
              <a:gd name="connsiteX39" fmla="*/ 405759 w 960644"/>
              <a:gd name="connsiteY39" fmla="*/ 398155 h 960644"/>
              <a:gd name="connsiteX40" fmla="*/ 405759 w 960644"/>
              <a:gd name="connsiteY40" fmla="*/ 580344 h 960644"/>
              <a:gd name="connsiteX41" fmla="*/ 318920 w 960644"/>
              <a:gd name="connsiteY41" fmla="*/ 580344 h 960644"/>
              <a:gd name="connsiteX42" fmla="*/ 318896 w 960644"/>
              <a:gd name="connsiteY42" fmla="*/ 396391 h 960644"/>
              <a:gd name="connsiteX43" fmla="*/ 306405 w 960644"/>
              <a:gd name="connsiteY43" fmla="*/ 383280 h 960644"/>
              <a:gd name="connsiteX44" fmla="*/ 196610 w 960644"/>
              <a:gd name="connsiteY44" fmla="*/ 383280 h 960644"/>
              <a:gd name="connsiteX45" fmla="*/ 184525 w 960644"/>
              <a:gd name="connsiteY45" fmla="*/ 395843 h 960644"/>
              <a:gd name="connsiteX46" fmla="*/ 184525 w 960644"/>
              <a:gd name="connsiteY46" fmla="*/ 764654 h 960644"/>
              <a:gd name="connsiteX47" fmla="*/ 196563 w 960644"/>
              <a:gd name="connsiteY47" fmla="*/ 777073 h 960644"/>
              <a:gd name="connsiteX48" fmla="*/ 306357 w 960644"/>
              <a:gd name="connsiteY48" fmla="*/ 777073 h 960644"/>
              <a:gd name="connsiteX49" fmla="*/ 318920 w 960644"/>
              <a:gd name="connsiteY49" fmla="*/ 764249 h 960644"/>
              <a:gd name="connsiteX50" fmla="*/ 318920 w 960644"/>
              <a:gd name="connsiteY50" fmla="*/ 580344 h 960644"/>
              <a:gd name="connsiteX51" fmla="*/ 182499 w 960644"/>
              <a:gd name="connsiteY51" fmla="*/ 251007 h 960644"/>
              <a:gd name="connsiteX52" fmla="*/ 251031 w 960644"/>
              <a:gd name="connsiteY52" fmla="*/ 319015 h 960644"/>
              <a:gd name="connsiteX53" fmla="*/ 319611 w 960644"/>
              <a:gd name="connsiteY53" fmla="*/ 250435 h 960644"/>
              <a:gd name="connsiteX54" fmla="*/ 251079 w 960644"/>
              <a:gd name="connsiteY54" fmla="*/ 181855 h 960644"/>
              <a:gd name="connsiteX55" fmla="*/ 182499 w 960644"/>
              <a:gd name="connsiteY55" fmla="*/ 251007 h 96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960644" h="960644">
                <a:moveTo>
                  <a:pt x="0" y="747658"/>
                </a:moveTo>
                <a:cubicBezTo>
                  <a:pt x="0" y="569831"/>
                  <a:pt x="0" y="391981"/>
                  <a:pt x="0" y="214155"/>
                </a:cubicBezTo>
                <a:cubicBezTo>
                  <a:pt x="548" y="211413"/>
                  <a:pt x="1120" y="208672"/>
                  <a:pt x="1621" y="205907"/>
                </a:cubicBezTo>
                <a:cubicBezTo>
                  <a:pt x="16686" y="120379"/>
                  <a:pt x="63383" y="58759"/>
                  <a:pt x="141522" y="20977"/>
                </a:cubicBezTo>
                <a:cubicBezTo>
                  <a:pt x="165074" y="9583"/>
                  <a:pt x="190437" y="4267"/>
                  <a:pt x="216038" y="0"/>
                </a:cubicBezTo>
                <a:cubicBezTo>
                  <a:pt x="392625" y="0"/>
                  <a:pt x="569188" y="0"/>
                  <a:pt x="745775" y="0"/>
                </a:cubicBezTo>
                <a:cubicBezTo>
                  <a:pt x="750352" y="977"/>
                  <a:pt x="754905" y="2193"/>
                  <a:pt x="759505" y="2884"/>
                </a:cubicBezTo>
                <a:cubicBezTo>
                  <a:pt x="872089" y="19857"/>
                  <a:pt x="961813" y="122047"/>
                  <a:pt x="962290" y="236037"/>
                </a:cubicBezTo>
                <a:cubicBezTo>
                  <a:pt x="962981" y="400086"/>
                  <a:pt x="962957" y="564158"/>
                  <a:pt x="962170" y="728207"/>
                </a:cubicBezTo>
                <a:cubicBezTo>
                  <a:pt x="961884" y="786155"/>
                  <a:pt x="940359" y="837119"/>
                  <a:pt x="901862" y="880217"/>
                </a:cubicBezTo>
                <a:cubicBezTo>
                  <a:pt x="852376" y="935639"/>
                  <a:pt x="789803" y="962599"/>
                  <a:pt x="715502" y="962480"/>
                </a:cubicBezTo>
                <a:cubicBezTo>
                  <a:pt x="661963" y="962385"/>
                  <a:pt x="608424" y="962480"/>
                  <a:pt x="554886" y="962456"/>
                </a:cubicBezTo>
                <a:cubicBezTo>
                  <a:pt x="448762" y="962432"/>
                  <a:pt x="342590" y="963886"/>
                  <a:pt x="236490" y="961932"/>
                </a:cubicBezTo>
                <a:cubicBezTo>
                  <a:pt x="149842" y="960335"/>
                  <a:pt x="82763" y="920288"/>
                  <a:pt x="35470" y="847703"/>
                </a:cubicBezTo>
                <a:cubicBezTo>
                  <a:pt x="15661" y="817287"/>
                  <a:pt x="5244" y="783342"/>
                  <a:pt x="0" y="747658"/>
                </a:cubicBezTo>
                <a:close/>
                <a:moveTo>
                  <a:pt x="405759" y="580344"/>
                </a:moveTo>
                <a:cubicBezTo>
                  <a:pt x="405759" y="641701"/>
                  <a:pt x="405735" y="703034"/>
                  <a:pt x="405783" y="764392"/>
                </a:cubicBezTo>
                <a:cubicBezTo>
                  <a:pt x="405783" y="776382"/>
                  <a:pt x="406594" y="777097"/>
                  <a:pt x="418631" y="777121"/>
                </a:cubicBezTo>
                <a:cubicBezTo>
                  <a:pt x="447117" y="777169"/>
                  <a:pt x="475603" y="777145"/>
                  <a:pt x="504088" y="777121"/>
                </a:cubicBezTo>
                <a:cubicBezTo>
                  <a:pt x="517747" y="777121"/>
                  <a:pt x="517771" y="777073"/>
                  <a:pt x="517771" y="763605"/>
                </a:cubicBezTo>
                <a:cubicBezTo>
                  <a:pt x="517795" y="700389"/>
                  <a:pt x="517819" y="637148"/>
                  <a:pt x="517842" y="573931"/>
                </a:cubicBezTo>
                <a:cubicBezTo>
                  <a:pt x="517842" y="559462"/>
                  <a:pt x="519797" y="545279"/>
                  <a:pt x="523420" y="531263"/>
                </a:cubicBezTo>
                <a:cubicBezTo>
                  <a:pt x="532073" y="497843"/>
                  <a:pt x="554719" y="480298"/>
                  <a:pt x="591190" y="478844"/>
                </a:cubicBezTo>
                <a:cubicBezTo>
                  <a:pt x="624205" y="477533"/>
                  <a:pt x="646540" y="493361"/>
                  <a:pt x="657362" y="525899"/>
                </a:cubicBezTo>
                <a:cubicBezTo>
                  <a:pt x="664394" y="547019"/>
                  <a:pt x="664800" y="569021"/>
                  <a:pt x="664966" y="590880"/>
                </a:cubicBezTo>
                <a:cubicBezTo>
                  <a:pt x="665372" y="648161"/>
                  <a:pt x="665086" y="705442"/>
                  <a:pt x="665109" y="762723"/>
                </a:cubicBezTo>
                <a:cubicBezTo>
                  <a:pt x="665109" y="776859"/>
                  <a:pt x="665348" y="777097"/>
                  <a:pt x="679102" y="777097"/>
                </a:cubicBezTo>
                <a:cubicBezTo>
                  <a:pt x="707278" y="777121"/>
                  <a:pt x="735453" y="777121"/>
                  <a:pt x="763605" y="777097"/>
                </a:cubicBezTo>
                <a:cubicBezTo>
                  <a:pt x="777121" y="777097"/>
                  <a:pt x="777312" y="776954"/>
                  <a:pt x="777288" y="763486"/>
                </a:cubicBezTo>
                <a:cubicBezTo>
                  <a:pt x="777216" y="688684"/>
                  <a:pt x="777169" y="613859"/>
                  <a:pt x="777002" y="539057"/>
                </a:cubicBezTo>
                <a:cubicBezTo>
                  <a:pt x="776954" y="517413"/>
                  <a:pt x="774427" y="495983"/>
                  <a:pt x="769350" y="474935"/>
                </a:cubicBezTo>
                <a:cubicBezTo>
                  <a:pt x="759195" y="432910"/>
                  <a:pt x="735501" y="402970"/>
                  <a:pt x="692880" y="390146"/>
                </a:cubicBezTo>
                <a:cubicBezTo>
                  <a:pt x="677505" y="385521"/>
                  <a:pt x="661653" y="383066"/>
                  <a:pt x="645730" y="382613"/>
                </a:cubicBezTo>
                <a:cubicBezTo>
                  <a:pt x="596434" y="381254"/>
                  <a:pt x="549618" y="387094"/>
                  <a:pt x="517675" y="431503"/>
                </a:cubicBezTo>
                <a:cubicBezTo>
                  <a:pt x="516436" y="433220"/>
                  <a:pt x="515101" y="435484"/>
                  <a:pt x="512479" y="434578"/>
                </a:cubicBezTo>
                <a:cubicBezTo>
                  <a:pt x="509833" y="433649"/>
                  <a:pt x="510357" y="430979"/>
                  <a:pt x="510334" y="428905"/>
                </a:cubicBezTo>
                <a:cubicBezTo>
                  <a:pt x="510214" y="417320"/>
                  <a:pt x="509881" y="405735"/>
                  <a:pt x="510357" y="394174"/>
                </a:cubicBezTo>
                <a:cubicBezTo>
                  <a:pt x="510691" y="385926"/>
                  <a:pt x="507354" y="383090"/>
                  <a:pt x="499345" y="383185"/>
                </a:cubicBezTo>
                <a:cubicBezTo>
                  <a:pt x="473052" y="383447"/>
                  <a:pt x="446759" y="383257"/>
                  <a:pt x="420467" y="383280"/>
                </a:cubicBezTo>
                <a:cubicBezTo>
                  <a:pt x="406236" y="383304"/>
                  <a:pt x="405759" y="383781"/>
                  <a:pt x="405759" y="398155"/>
                </a:cubicBezTo>
                <a:cubicBezTo>
                  <a:pt x="405735" y="458893"/>
                  <a:pt x="405735" y="519630"/>
                  <a:pt x="405759" y="580344"/>
                </a:cubicBezTo>
                <a:close/>
                <a:moveTo>
                  <a:pt x="318920" y="580344"/>
                </a:moveTo>
                <a:cubicBezTo>
                  <a:pt x="318920" y="519034"/>
                  <a:pt x="318944" y="457724"/>
                  <a:pt x="318896" y="396391"/>
                </a:cubicBezTo>
                <a:cubicBezTo>
                  <a:pt x="318896" y="384067"/>
                  <a:pt x="318205" y="383304"/>
                  <a:pt x="306405" y="383280"/>
                </a:cubicBezTo>
                <a:cubicBezTo>
                  <a:pt x="269815" y="383209"/>
                  <a:pt x="233201" y="383209"/>
                  <a:pt x="196610" y="383280"/>
                </a:cubicBezTo>
                <a:cubicBezTo>
                  <a:pt x="185359" y="383304"/>
                  <a:pt x="184525" y="384234"/>
                  <a:pt x="184525" y="395843"/>
                </a:cubicBezTo>
                <a:cubicBezTo>
                  <a:pt x="184501" y="518772"/>
                  <a:pt x="184501" y="641725"/>
                  <a:pt x="184525" y="764654"/>
                </a:cubicBezTo>
                <a:cubicBezTo>
                  <a:pt x="184525" y="776525"/>
                  <a:pt x="185073" y="777049"/>
                  <a:pt x="196563" y="777073"/>
                </a:cubicBezTo>
                <a:cubicBezTo>
                  <a:pt x="233153" y="777121"/>
                  <a:pt x="269767" y="777121"/>
                  <a:pt x="306357" y="777073"/>
                </a:cubicBezTo>
                <a:cubicBezTo>
                  <a:pt x="318515" y="777073"/>
                  <a:pt x="318920" y="776668"/>
                  <a:pt x="318920" y="764249"/>
                </a:cubicBezTo>
                <a:cubicBezTo>
                  <a:pt x="318920" y="702987"/>
                  <a:pt x="318920" y="641677"/>
                  <a:pt x="318920" y="580344"/>
                </a:cubicBezTo>
                <a:close/>
                <a:moveTo>
                  <a:pt x="182499" y="251007"/>
                </a:moveTo>
                <a:cubicBezTo>
                  <a:pt x="182689" y="289528"/>
                  <a:pt x="212462" y="319063"/>
                  <a:pt x="251031" y="319015"/>
                </a:cubicBezTo>
                <a:cubicBezTo>
                  <a:pt x="288742" y="318967"/>
                  <a:pt x="319540" y="288146"/>
                  <a:pt x="319611" y="250435"/>
                </a:cubicBezTo>
                <a:cubicBezTo>
                  <a:pt x="319683" y="212486"/>
                  <a:pt x="289266" y="182046"/>
                  <a:pt x="251079" y="181855"/>
                </a:cubicBezTo>
                <a:cubicBezTo>
                  <a:pt x="212629" y="181617"/>
                  <a:pt x="182284" y="212224"/>
                  <a:pt x="182499" y="251007"/>
                </a:cubicBezTo>
                <a:close/>
              </a:path>
            </a:pathLst>
          </a:custGeom>
          <a:solidFill>
            <a:srgbClr val="E87214"/>
          </a:solidFill>
          <a:ln w="2376" cap="flat">
            <a:noFill/>
            <a:prstDash val="solid"/>
            <a:miter/>
          </a:ln>
        </p:spPr>
        <p:txBody>
          <a:bodyPr rtlCol="0" anchor="ctr"/>
          <a:lstStyle/>
          <a:p>
            <a:endParaRPr lang="en-US"/>
          </a:p>
        </p:txBody>
      </p:sp>
      <p:sp>
        <p:nvSpPr>
          <p:cNvPr id="124" name="Freeform: Shape 123">
            <a:hlinkClick r:id="rId3"/>
            <a:extLst>
              <a:ext uri="{FF2B5EF4-FFF2-40B4-BE49-F238E27FC236}">
                <a16:creationId xmlns:a16="http://schemas.microsoft.com/office/drawing/2014/main" id="{B61EE2B2-6912-4382-986C-72D0C37EF751}"/>
              </a:ext>
            </a:extLst>
          </p:cNvPr>
          <p:cNvSpPr/>
          <p:nvPr/>
        </p:nvSpPr>
        <p:spPr>
          <a:xfrm>
            <a:off x="1940112" y="2941935"/>
            <a:ext cx="225287" cy="225286"/>
          </a:xfrm>
          <a:custGeom>
            <a:avLst/>
            <a:gdLst>
              <a:gd name="connsiteX0" fmla="*/ 521409 w 960644"/>
              <a:gd name="connsiteY0" fmla="*/ 962863 h 960644"/>
              <a:gd name="connsiteX1" fmla="*/ 442531 w 960644"/>
              <a:gd name="connsiteY1" fmla="*/ 962863 h 960644"/>
              <a:gd name="connsiteX2" fmla="*/ 391567 w 960644"/>
              <a:gd name="connsiteY2" fmla="*/ 955378 h 960644"/>
              <a:gd name="connsiteX3" fmla="*/ 6928 w 960644"/>
              <a:gd name="connsiteY3" fmla="*/ 401446 h 960644"/>
              <a:gd name="connsiteX4" fmla="*/ 579286 w 960644"/>
              <a:gd name="connsiteY4" fmla="*/ 10872 h 960644"/>
              <a:gd name="connsiteX5" fmla="*/ 947001 w 960644"/>
              <a:gd name="connsiteY5" fmla="*/ 356012 h 960644"/>
              <a:gd name="connsiteX6" fmla="*/ 962757 w 960644"/>
              <a:gd name="connsiteY6" fmla="*/ 442590 h 960644"/>
              <a:gd name="connsiteX7" fmla="*/ 962757 w 960644"/>
              <a:gd name="connsiteY7" fmla="*/ 521467 h 960644"/>
              <a:gd name="connsiteX8" fmla="*/ 955821 w 960644"/>
              <a:gd name="connsiteY8" fmla="*/ 568689 h 960644"/>
              <a:gd name="connsiteX9" fmla="*/ 609702 w 960644"/>
              <a:gd name="connsiteY9" fmla="*/ 946582 h 960644"/>
              <a:gd name="connsiteX10" fmla="*/ 521409 w 960644"/>
              <a:gd name="connsiteY10" fmla="*/ 962863 h 960644"/>
              <a:gd name="connsiteX11" fmla="*/ 522553 w 960644"/>
              <a:gd name="connsiteY11" fmla="*/ 637746 h 960644"/>
              <a:gd name="connsiteX12" fmla="*/ 522553 w 960644"/>
              <a:gd name="connsiteY12" fmla="*/ 511932 h 960644"/>
              <a:gd name="connsiteX13" fmla="*/ 536641 w 960644"/>
              <a:gd name="connsiteY13" fmla="*/ 498202 h 960644"/>
              <a:gd name="connsiteX14" fmla="*/ 591085 w 960644"/>
              <a:gd name="connsiteY14" fmla="*/ 498226 h 960644"/>
              <a:gd name="connsiteX15" fmla="*/ 601431 w 960644"/>
              <a:gd name="connsiteY15" fmla="*/ 490312 h 960644"/>
              <a:gd name="connsiteX16" fmla="*/ 609273 w 960644"/>
              <a:gd name="connsiteY16" fmla="*/ 411935 h 960644"/>
              <a:gd name="connsiteX17" fmla="*/ 599834 w 960644"/>
              <a:gd name="connsiteY17" fmla="*/ 401589 h 960644"/>
              <a:gd name="connsiteX18" fmla="*/ 534114 w 960644"/>
              <a:gd name="connsiteY18" fmla="*/ 401875 h 960644"/>
              <a:gd name="connsiteX19" fmla="*/ 522410 w 960644"/>
              <a:gd name="connsiteY19" fmla="*/ 389814 h 960644"/>
              <a:gd name="connsiteX20" fmla="*/ 522577 w 960644"/>
              <a:gd name="connsiteY20" fmla="*/ 343808 h 960644"/>
              <a:gd name="connsiteX21" fmla="*/ 551802 w 960644"/>
              <a:gd name="connsiteY21" fmla="*/ 314416 h 960644"/>
              <a:gd name="connsiteX22" fmla="*/ 599691 w 960644"/>
              <a:gd name="connsiteY22" fmla="*/ 314440 h 960644"/>
              <a:gd name="connsiteX23" fmla="*/ 609130 w 960644"/>
              <a:gd name="connsiteY23" fmla="*/ 304953 h 960644"/>
              <a:gd name="connsiteX24" fmla="*/ 609130 w 960644"/>
              <a:gd name="connsiteY24" fmla="*/ 230771 h 960644"/>
              <a:gd name="connsiteX25" fmla="*/ 599595 w 960644"/>
              <a:gd name="connsiteY25" fmla="*/ 221355 h 960644"/>
              <a:gd name="connsiteX26" fmla="*/ 508537 w 960644"/>
              <a:gd name="connsiteY26" fmla="*/ 221808 h 960644"/>
              <a:gd name="connsiteX27" fmla="*/ 416096 w 960644"/>
              <a:gd name="connsiteY27" fmla="*/ 290937 h 960644"/>
              <a:gd name="connsiteX28" fmla="*/ 408968 w 960644"/>
              <a:gd name="connsiteY28" fmla="*/ 333295 h 960644"/>
              <a:gd name="connsiteX29" fmla="*/ 408897 w 960644"/>
              <a:gd name="connsiteY29" fmla="*/ 386810 h 960644"/>
              <a:gd name="connsiteX30" fmla="*/ 394404 w 960644"/>
              <a:gd name="connsiteY30" fmla="*/ 401780 h 960644"/>
              <a:gd name="connsiteX31" fmla="*/ 362485 w 960644"/>
              <a:gd name="connsiteY31" fmla="*/ 401732 h 960644"/>
              <a:gd name="connsiteX32" fmla="*/ 352998 w 960644"/>
              <a:gd name="connsiteY32" fmla="*/ 411148 h 960644"/>
              <a:gd name="connsiteX33" fmla="*/ 352998 w 960644"/>
              <a:gd name="connsiteY33" fmla="*/ 489072 h 960644"/>
              <a:gd name="connsiteX34" fmla="*/ 362628 w 960644"/>
              <a:gd name="connsiteY34" fmla="*/ 498297 h 960644"/>
              <a:gd name="connsiteX35" fmla="*/ 390804 w 960644"/>
              <a:gd name="connsiteY35" fmla="*/ 498250 h 960644"/>
              <a:gd name="connsiteX36" fmla="*/ 408921 w 960644"/>
              <a:gd name="connsiteY36" fmla="*/ 516819 h 960644"/>
              <a:gd name="connsiteX37" fmla="*/ 408921 w 960644"/>
              <a:gd name="connsiteY37" fmla="*/ 762820 h 960644"/>
              <a:gd name="connsiteX38" fmla="*/ 422722 w 960644"/>
              <a:gd name="connsiteY38" fmla="*/ 776431 h 960644"/>
              <a:gd name="connsiteX39" fmla="*/ 510038 w 960644"/>
              <a:gd name="connsiteY39" fmla="*/ 776431 h 960644"/>
              <a:gd name="connsiteX40" fmla="*/ 522529 w 960644"/>
              <a:gd name="connsiteY40" fmla="*/ 763583 h 960644"/>
              <a:gd name="connsiteX41" fmla="*/ 522553 w 960644"/>
              <a:gd name="connsiteY41" fmla="*/ 637746 h 960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960644" h="960644">
                <a:moveTo>
                  <a:pt x="521409" y="962863"/>
                </a:moveTo>
                <a:cubicBezTo>
                  <a:pt x="495116" y="962863"/>
                  <a:pt x="468824" y="962863"/>
                  <a:pt x="442531" y="962863"/>
                </a:cubicBezTo>
                <a:cubicBezTo>
                  <a:pt x="425535" y="960408"/>
                  <a:pt x="408420" y="958620"/>
                  <a:pt x="391567" y="955378"/>
                </a:cubicBezTo>
                <a:cubicBezTo>
                  <a:pt x="140679" y="907060"/>
                  <a:pt x="-37982" y="667399"/>
                  <a:pt x="6928" y="401446"/>
                </a:cubicBezTo>
                <a:cubicBezTo>
                  <a:pt x="52409" y="132085"/>
                  <a:pt x="312451" y="-46958"/>
                  <a:pt x="579286" y="10872"/>
                </a:cubicBezTo>
                <a:cubicBezTo>
                  <a:pt x="768531" y="51896"/>
                  <a:pt x="890339" y="170796"/>
                  <a:pt x="947001" y="356012"/>
                </a:cubicBezTo>
                <a:cubicBezTo>
                  <a:pt x="955630" y="384188"/>
                  <a:pt x="959253" y="413413"/>
                  <a:pt x="962757" y="442590"/>
                </a:cubicBezTo>
                <a:cubicBezTo>
                  <a:pt x="962757" y="468882"/>
                  <a:pt x="962757" y="495175"/>
                  <a:pt x="962757" y="521467"/>
                </a:cubicBezTo>
                <a:cubicBezTo>
                  <a:pt x="960493" y="537224"/>
                  <a:pt x="959205" y="553195"/>
                  <a:pt x="955821" y="568689"/>
                </a:cubicBezTo>
                <a:cubicBezTo>
                  <a:pt x="913915" y="761843"/>
                  <a:pt x="798232" y="887680"/>
                  <a:pt x="609702" y="946582"/>
                </a:cubicBezTo>
                <a:cubicBezTo>
                  <a:pt x="581026" y="955593"/>
                  <a:pt x="551206" y="959288"/>
                  <a:pt x="521409" y="962863"/>
                </a:cubicBezTo>
                <a:close/>
                <a:moveTo>
                  <a:pt x="522553" y="637746"/>
                </a:moveTo>
                <a:cubicBezTo>
                  <a:pt x="522553" y="595816"/>
                  <a:pt x="522529" y="553862"/>
                  <a:pt x="522553" y="511932"/>
                </a:cubicBezTo>
                <a:cubicBezTo>
                  <a:pt x="522553" y="498250"/>
                  <a:pt x="522601" y="498226"/>
                  <a:pt x="536641" y="498202"/>
                </a:cubicBezTo>
                <a:cubicBezTo>
                  <a:pt x="554781" y="498178"/>
                  <a:pt x="572945" y="498107"/>
                  <a:pt x="591085" y="498226"/>
                </a:cubicBezTo>
                <a:cubicBezTo>
                  <a:pt x="596783" y="498274"/>
                  <a:pt x="600787" y="497010"/>
                  <a:pt x="601431" y="490312"/>
                </a:cubicBezTo>
                <a:cubicBezTo>
                  <a:pt x="603886" y="464162"/>
                  <a:pt x="606365" y="438037"/>
                  <a:pt x="609273" y="411935"/>
                </a:cubicBezTo>
                <a:cubicBezTo>
                  <a:pt x="610132" y="404140"/>
                  <a:pt x="607891" y="401423"/>
                  <a:pt x="599834" y="401589"/>
                </a:cubicBezTo>
                <a:cubicBezTo>
                  <a:pt x="577927" y="402042"/>
                  <a:pt x="556021" y="401423"/>
                  <a:pt x="534114" y="401875"/>
                </a:cubicBezTo>
                <a:cubicBezTo>
                  <a:pt x="525008" y="402066"/>
                  <a:pt x="522076" y="398681"/>
                  <a:pt x="522410" y="389814"/>
                </a:cubicBezTo>
                <a:cubicBezTo>
                  <a:pt x="522958" y="374510"/>
                  <a:pt x="522482" y="359159"/>
                  <a:pt x="522577" y="343808"/>
                </a:cubicBezTo>
                <a:cubicBezTo>
                  <a:pt x="522696" y="323546"/>
                  <a:pt x="531564" y="314583"/>
                  <a:pt x="551802" y="314416"/>
                </a:cubicBezTo>
                <a:cubicBezTo>
                  <a:pt x="567773" y="314273"/>
                  <a:pt x="583720" y="314202"/>
                  <a:pt x="599691" y="314440"/>
                </a:cubicBezTo>
                <a:cubicBezTo>
                  <a:pt x="606532" y="314535"/>
                  <a:pt x="609178" y="311770"/>
                  <a:pt x="609130" y="304953"/>
                </a:cubicBezTo>
                <a:cubicBezTo>
                  <a:pt x="608916" y="280234"/>
                  <a:pt x="608916" y="255514"/>
                  <a:pt x="609130" y="230771"/>
                </a:cubicBezTo>
                <a:cubicBezTo>
                  <a:pt x="609178" y="223882"/>
                  <a:pt x="606365" y="221308"/>
                  <a:pt x="599595" y="221355"/>
                </a:cubicBezTo>
                <a:cubicBezTo>
                  <a:pt x="569250" y="221570"/>
                  <a:pt x="538858" y="220759"/>
                  <a:pt x="508537" y="221808"/>
                </a:cubicBezTo>
                <a:cubicBezTo>
                  <a:pt x="464795" y="223310"/>
                  <a:pt x="430446" y="249603"/>
                  <a:pt x="416096" y="290937"/>
                </a:cubicBezTo>
                <a:cubicBezTo>
                  <a:pt x="411328" y="304643"/>
                  <a:pt x="408921" y="318755"/>
                  <a:pt x="408968" y="333295"/>
                </a:cubicBezTo>
                <a:cubicBezTo>
                  <a:pt x="409040" y="351126"/>
                  <a:pt x="408944" y="368980"/>
                  <a:pt x="408897" y="386810"/>
                </a:cubicBezTo>
                <a:cubicBezTo>
                  <a:pt x="408849" y="401446"/>
                  <a:pt x="408563" y="401709"/>
                  <a:pt x="394404" y="401780"/>
                </a:cubicBezTo>
                <a:cubicBezTo>
                  <a:pt x="383772" y="401828"/>
                  <a:pt x="373117" y="401995"/>
                  <a:pt x="362485" y="401732"/>
                </a:cubicBezTo>
                <a:cubicBezTo>
                  <a:pt x="355716" y="401566"/>
                  <a:pt x="352950" y="404259"/>
                  <a:pt x="352998" y="411148"/>
                </a:cubicBezTo>
                <a:cubicBezTo>
                  <a:pt x="353213" y="437131"/>
                  <a:pt x="353213" y="463090"/>
                  <a:pt x="352998" y="489072"/>
                </a:cubicBezTo>
                <a:cubicBezTo>
                  <a:pt x="352950" y="496104"/>
                  <a:pt x="355954" y="498488"/>
                  <a:pt x="362628" y="498297"/>
                </a:cubicBezTo>
                <a:cubicBezTo>
                  <a:pt x="371996" y="498011"/>
                  <a:pt x="381412" y="498107"/>
                  <a:pt x="390804" y="498250"/>
                </a:cubicBezTo>
                <a:cubicBezTo>
                  <a:pt x="408015" y="498536"/>
                  <a:pt x="408944" y="494603"/>
                  <a:pt x="408921" y="516819"/>
                </a:cubicBezTo>
                <a:cubicBezTo>
                  <a:pt x="408873" y="598819"/>
                  <a:pt x="408897" y="680820"/>
                  <a:pt x="408921" y="762820"/>
                </a:cubicBezTo>
                <a:cubicBezTo>
                  <a:pt x="408921" y="776074"/>
                  <a:pt x="409302" y="776408"/>
                  <a:pt x="422722" y="776431"/>
                </a:cubicBezTo>
                <a:cubicBezTo>
                  <a:pt x="451828" y="776455"/>
                  <a:pt x="480933" y="776455"/>
                  <a:pt x="510038" y="776431"/>
                </a:cubicBezTo>
                <a:cubicBezTo>
                  <a:pt x="522219" y="776408"/>
                  <a:pt x="522529" y="776074"/>
                  <a:pt x="522529" y="763583"/>
                </a:cubicBezTo>
                <a:cubicBezTo>
                  <a:pt x="522577" y="721629"/>
                  <a:pt x="522553" y="679700"/>
                  <a:pt x="522553" y="637746"/>
                </a:cubicBezTo>
                <a:close/>
              </a:path>
            </a:pathLst>
          </a:custGeom>
          <a:solidFill>
            <a:srgbClr val="E87214"/>
          </a:solidFill>
          <a:ln w="2376" cap="flat">
            <a:noFill/>
            <a:prstDash val="solid"/>
            <a:miter/>
          </a:ln>
        </p:spPr>
        <p:txBody>
          <a:bodyPr rtlCol="0" anchor="ctr"/>
          <a:lstStyle/>
          <a:p>
            <a:endParaRPr lang="en-US"/>
          </a:p>
        </p:txBody>
      </p:sp>
      <p:sp>
        <p:nvSpPr>
          <p:cNvPr id="125" name="Freeform: Shape 124">
            <a:hlinkClick r:id="rId4"/>
            <a:extLst>
              <a:ext uri="{FF2B5EF4-FFF2-40B4-BE49-F238E27FC236}">
                <a16:creationId xmlns:a16="http://schemas.microsoft.com/office/drawing/2014/main" id="{794D5913-6A69-43E7-A2E1-49438B493582}"/>
              </a:ext>
            </a:extLst>
          </p:cNvPr>
          <p:cNvSpPr/>
          <p:nvPr/>
        </p:nvSpPr>
        <p:spPr>
          <a:xfrm>
            <a:off x="1389904" y="2954792"/>
            <a:ext cx="228642" cy="199573"/>
          </a:xfrm>
          <a:custGeom>
            <a:avLst/>
            <a:gdLst>
              <a:gd name="connsiteX0" fmla="*/ 0 w 974947"/>
              <a:gd name="connsiteY0" fmla="*/ 305281 h 850992"/>
              <a:gd name="connsiteX1" fmla="*/ 0 w 974947"/>
              <a:gd name="connsiteY1" fmla="*/ 284304 h 850992"/>
              <a:gd name="connsiteX2" fmla="*/ 44695 w 974947"/>
              <a:gd name="connsiteY2" fmla="*/ 267117 h 850992"/>
              <a:gd name="connsiteX3" fmla="*/ 66506 w 974947"/>
              <a:gd name="connsiteY3" fmla="*/ 273529 h 850992"/>
              <a:gd name="connsiteX4" fmla="*/ 64933 w 974947"/>
              <a:gd name="connsiteY4" fmla="*/ 268476 h 850992"/>
              <a:gd name="connsiteX5" fmla="*/ 47031 w 974947"/>
              <a:gd name="connsiteY5" fmla="*/ 150576 h 850992"/>
              <a:gd name="connsiteX6" fmla="*/ 80856 w 974947"/>
              <a:gd name="connsiteY6" fmla="*/ 66669 h 850992"/>
              <a:gd name="connsiteX7" fmla="*/ 131320 w 974947"/>
              <a:gd name="connsiteY7" fmla="*/ 68552 h 850992"/>
              <a:gd name="connsiteX8" fmla="*/ 141570 w 974947"/>
              <a:gd name="connsiteY8" fmla="*/ 85739 h 850992"/>
              <a:gd name="connsiteX9" fmla="*/ 449167 w 974947"/>
              <a:gd name="connsiteY9" fmla="*/ 294626 h 850992"/>
              <a:gd name="connsiteX10" fmla="*/ 464637 w 974947"/>
              <a:gd name="connsiteY10" fmla="*/ 281443 h 850992"/>
              <a:gd name="connsiteX11" fmla="*/ 537127 w 974947"/>
              <a:gd name="connsiteY11" fmla="*/ 100637 h 850992"/>
              <a:gd name="connsiteX12" fmla="*/ 769660 w 974947"/>
              <a:gd name="connsiteY12" fmla="*/ 57778 h 850992"/>
              <a:gd name="connsiteX13" fmla="*/ 791876 w 974947"/>
              <a:gd name="connsiteY13" fmla="*/ 57444 h 850992"/>
              <a:gd name="connsiteX14" fmla="*/ 877333 w 974947"/>
              <a:gd name="connsiteY14" fmla="*/ 15252 h 850992"/>
              <a:gd name="connsiteX15" fmla="*/ 907678 w 974947"/>
              <a:gd name="connsiteY15" fmla="*/ 1569 h 850992"/>
              <a:gd name="connsiteX16" fmla="*/ 946080 w 974947"/>
              <a:gd name="connsiteY16" fmla="*/ 25335 h 850992"/>
              <a:gd name="connsiteX17" fmla="*/ 941122 w 974947"/>
              <a:gd name="connsiteY17" fmla="*/ 48219 h 850992"/>
              <a:gd name="connsiteX18" fmla="*/ 902553 w 974947"/>
              <a:gd name="connsiteY18" fmla="*/ 125905 h 850992"/>
              <a:gd name="connsiteX19" fmla="*/ 900742 w 974947"/>
              <a:gd name="connsiteY19" fmla="*/ 132961 h 850992"/>
              <a:gd name="connsiteX20" fmla="*/ 908560 w 974947"/>
              <a:gd name="connsiteY20" fmla="*/ 134534 h 850992"/>
              <a:gd name="connsiteX21" fmla="*/ 936974 w 974947"/>
              <a:gd name="connsiteY21" fmla="*/ 131626 h 850992"/>
              <a:gd name="connsiteX22" fmla="*/ 972230 w 974947"/>
              <a:gd name="connsiteY22" fmla="*/ 145070 h 850992"/>
              <a:gd name="connsiteX23" fmla="*/ 969727 w 974947"/>
              <a:gd name="connsiteY23" fmla="*/ 182566 h 850992"/>
              <a:gd name="connsiteX24" fmla="*/ 932445 w 974947"/>
              <a:gd name="connsiteY24" fmla="*/ 242446 h 850992"/>
              <a:gd name="connsiteX25" fmla="*/ 928321 w 974947"/>
              <a:gd name="connsiteY25" fmla="*/ 255651 h 850992"/>
              <a:gd name="connsiteX26" fmla="*/ 933709 w 974947"/>
              <a:gd name="connsiteY26" fmla="*/ 303898 h 850992"/>
              <a:gd name="connsiteX27" fmla="*/ 928131 w 974947"/>
              <a:gd name="connsiteY27" fmla="*/ 435742 h 850992"/>
              <a:gd name="connsiteX28" fmla="*/ 812996 w 974947"/>
              <a:gd name="connsiteY28" fmla="*/ 678216 h 850992"/>
              <a:gd name="connsiteX29" fmla="*/ 679317 w 974947"/>
              <a:gd name="connsiteY29" fmla="*/ 789918 h 850992"/>
              <a:gd name="connsiteX30" fmla="*/ 457319 w 974947"/>
              <a:gd name="connsiteY30" fmla="*/ 849225 h 850992"/>
              <a:gd name="connsiteX31" fmla="*/ 246883 w 974947"/>
              <a:gd name="connsiteY31" fmla="*/ 835900 h 850992"/>
              <a:gd name="connsiteX32" fmla="*/ 82573 w 974947"/>
              <a:gd name="connsiteY32" fmla="*/ 785246 h 850992"/>
              <a:gd name="connsiteX33" fmla="*/ 28843 w 974947"/>
              <a:gd name="connsiteY33" fmla="*/ 749585 h 850992"/>
              <a:gd name="connsiteX34" fmla="*/ 33348 w 974947"/>
              <a:gd name="connsiteY34" fmla="*/ 702005 h 850992"/>
              <a:gd name="connsiteX35" fmla="*/ 54421 w 974947"/>
              <a:gd name="connsiteY35" fmla="*/ 697357 h 850992"/>
              <a:gd name="connsiteX36" fmla="*/ 157136 w 974947"/>
              <a:gd name="connsiteY36" fmla="*/ 693662 h 850992"/>
              <a:gd name="connsiteX37" fmla="*/ 272723 w 974947"/>
              <a:gd name="connsiteY37" fmla="*/ 650159 h 850992"/>
              <a:gd name="connsiteX38" fmla="*/ 278802 w 974947"/>
              <a:gd name="connsiteY38" fmla="*/ 643771 h 850992"/>
              <a:gd name="connsiteX39" fmla="*/ 271412 w 974947"/>
              <a:gd name="connsiteY39" fmla="*/ 640434 h 850992"/>
              <a:gd name="connsiteX40" fmla="*/ 218112 w 974947"/>
              <a:gd name="connsiteY40" fmla="*/ 622651 h 850992"/>
              <a:gd name="connsiteX41" fmla="*/ 96112 w 974947"/>
              <a:gd name="connsiteY41" fmla="*/ 544774 h 850992"/>
              <a:gd name="connsiteX42" fmla="*/ 85147 w 974947"/>
              <a:gd name="connsiteY42" fmla="*/ 524251 h 850992"/>
              <a:gd name="connsiteX43" fmla="*/ 111010 w 974947"/>
              <a:gd name="connsiteY43" fmla="*/ 490711 h 850992"/>
              <a:gd name="connsiteX44" fmla="*/ 134514 w 974947"/>
              <a:gd name="connsiteY44" fmla="*/ 482654 h 850992"/>
              <a:gd name="connsiteX45" fmla="*/ 122047 w 974947"/>
              <a:gd name="connsiteY45" fmla="*/ 475456 h 850992"/>
              <a:gd name="connsiteX46" fmla="*/ 22288 w 974947"/>
              <a:gd name="connsiteY46" fmla="*/ 370833 h 850992"/>
              <a:gd name="connsiteX47" fmla="*/ 0 w 974947"/>
              <a:gd name="connsiteY47" fmla="*/ 305281 h 850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974947" h="850992">
                <a:moveTo>
                  <a:pt x="0" y="305281"/>
                </a:moveTo>
                <a:cubicBezTo>
                  <a:pt x="0" y="298297"/>
                  <a:pt x="0" y="291289"/>
                  <a:pt x="0" y="284304"/>
                </a:cubicBezTo>
                <a:cubicBezTo>
                  <a:pt x="11799" y="264853"/>
                  <a:pt x="22884" y="260610"/>
                  <a:pt x="44695" y="267117"/>
                </a:cubicBezTo>
                <a:cubicBezTo>
                  <a:pt x="51560" y="269167"/>
                  <a:pt x="58449" y="271169"/>
                  <a:pt x="66506" y="273529"/>
                </a:cubicBezTo>
                <a:cubicBezTo>
                  <a:pt x="65672" y="270788"/>
                  <a:pt x="65433" y="269573"/>
                  <a:pt x="64933" y="268476"/>
                </a:cubicBezTo>
                <a:cubicBezTo>
                  <a:pt x="47651" y="230885"/>
                  <a:pt x="41382" y="191672"/>
                  <a:pt x="47031" y="150576"/>
                </a:cubicBezTo>
                <a:cubicBezTo>
                  <a:pt x="51250" y="119707"/>
                  <a:pt x="62120" y="91508"/>
                  <a:pt x="80856" y="66669"/>
                </a:cubicBezTo>
                <a:cubicBezTo>
                  <a:pt x="94753" y="48243"/>
                  <a:pt x="118519" y="49387"/>
                  <a:pt x="131320" y="68552"/>
                </a:cubicBezTo>
                <a:cubicBezTo>
                  <a:pt x="135015" y="74083"/>
                  <a:pt x="138114" y="80042"/>
                  <a:pt x="141570" y="85739"/>
                </a:cubicBezTo>
                <a:cubicBezTo>
                  <a:pt x="212200" y="202351"/>
                  <a:pt x="313461" y="273863"/>
                  <a:pt x="449167" y="294626"/>
                </a:cubicBezTo>
                <a:cubicBezTo>
                  <a:pt x="464542" y="296985"/>
                  <a:pt x="464590" y="296842"/>
                  <a:pt x="464637" y="281443"/>
                </a:cubicBezTo>
                <a:cubicBezTo>
                  <a:pt x="464876" y="211600"/>
                  <a:pt x="487974" y="150958"/>
                  <a:pt x="537127" y="100637"/>
                </a:cubicBezTo>
                <a:cubicBezTo>
                  <a:pt x="596172" y="40210"/>
                  <a:pt x="693095" y="22046"/>
                  <a:pt x="769660" y="57778"/>
                </a:cubicBezTo>
                <a:cubicBezTo>
                  <a:pt x="777765" y="61544"/>
                  <a:pt x="784058" y="61425"/>
                  <a:pt x="791876" y="57444"/>
                </a:cubicBezTo>
                <a:cubicBezTo>
                  <a:pt x="820171" y="43022"/>
                  <a:pt x="848776" y="29149"/>
                  <a:pt x="877333" y="15252"/>
                </a:cubicBezTo>
                <a:cubicBezTo>
                  <a:pt x="887321" y="10389"/>
                  <a:pt x="897237" y="5145"/>
                  <a:pt x="907678" y="1569"/>
                </a:cubicBezTo>
                <a:cubicBezTo>
                  <a:pt x="925079" y="-4390"/>
                  <a:pt x="943196" y="7290"/>
                  <a:pt x="946080" y="25335"/>
                </a:cubicBezTo>
                <a:cubicBezTo>
                  <a:pt x="947391" y="33583"/>
                  <a:pt x="944698" y="41020"/>
                  <a:pt x="941122" y="48219"/>
                </a:cubicBezTo>
                <a:cubicBezTo>
                  <a:pt x="928250" y="74106"/>
                  <a:pt x="915378" y="99994"/>
                  <a:pt x="902553" y="125905"/>
                </a:cubicBezTo>
                <a:cubicBezTo>
                  <a:pt x="901457" y="128098"/>
                  <a:pt x="899311" y="130434"/>
                  <a:pt x="900742" y="132961"/>
                </a:cubicBezTo>
                <a:cubicBezTo>
                  <a:pt x="902505" y="136083"/>
                  <a:pt x="905890" y="134772"/>
                  <a:pt x="908560" y="134534"/>
                </a:cubicBezTo>
                <a:cubicBezTo>
                  <a:pt x="918047" y="133700"/>
                  <a:pt x="927511" y="132722"/>
                  <a:pt x="936974" y="131626"/>
                </a:cubicBezTo>
                <a:cubicBezTo>
                  <a:pt x="951110" y="129981"/>
                  <a:pt x="963934" y="132174"/>
                  <a:pt x="972230" y="145070"/>
                </a:cubicBezTo>
                <a:cubicBezTo>
                  <a:pt x="980501" y="157942"/>
                  <a:pt x="977426" y="170409"/>
                  <a:pt x="969727" y="182566"/>
                </a:cubicBezTo>
                <a:cubicBezTo>
                  <a:pt x="957141" y="202423"/>
                  <a:pt x="944841" y="222470"/>
                  <a:pt x="932445" y="242446"/>
                </a:cubicBezTo>
                <a:cubicBezTo>
                  <a:pt x="929942" y="246474"/>
                  <a:pt x="927654" y="250288"/>
                  <a:pt x="928321" y="255651"/>
                </a:cubicBezTo>
                <a:cubicBezTo>
                  <a:pt x="930348" y="271694"/>
                  <a:pt x="932326" y="287737"/>
                  <a:pt x="933709" y="303898"/>
                </a:cubicBezTo>
                <a:cubicBezTo>
                  <a:pt x="937523" y="348140"/>
                  <a:pt x="935949" y="392096"/>
                  <a:pt x="928131" y="435742"/>
                </a:cubicBezTo>
                <a:cubicBezTo>
                  <a:pt x="911802" y="526992"/>
                  <a:pt x="872256" y="607252"/>
                  <a:pt x="812996" y="678216"/>
                </a:cubicBezTo>
                <a:cubicBezTo>
                  <a:pt x="775143" y="723554"/>
                  <a:pt x="731925" y="762218"/>
                  <a:pt x="679317" y="789918"/>
                </a:cubicBezTo>
                <a:cubicBezTo>
                  <a:pt x="609783" y="826532"/>
                  <a:pt x="535101" y="843576"/>
                  <a:pt x="457319" y="849225"/>
                </a:cubicBezTo>
                <a:cubicBezTo>
                  <a:pt x="386570" y="854374"/>
                  <a:pt x="316488" y="849201"/>
                  <a:pt x="246883" y="835900"/>
                </a:cubicBezTo>
                <a:cubicBezTo>
                  <a:pt x="190222" y="825078"/>
                  <a:pt x="134896" y="809965"/>
                  <a:pt x="82573" y="785246"/>
                </a:cubicBezTo>
                <a:cubicBezTo>
                  <a:pt x="63002" y="775996"/>
                  <a:pt x="44123" y="765365"/>
                  <a:pt x="28843" y="749585"/>
                </a:cubicBezTo>
                <a:cubicBezTo>
                  <a:pt x="14159" y="734424"/>
                  <a:pt x="16424" y="712494"/>
                  <a:pt x="33348" y="702005"/>
                </a:cubicBezTo>
                <a:cubicBezTo>
                  <a:pt x="39856" y="697977"/>
                  <a:pt x="46983" y="697309"/>
                  <a:pt x="54421" y="697357"/>
                </a:cubicBezTo>
                <a:cubicBezTo>
                  <a:pt x="88699" y="697524"/>
                  <a:pt x="123001" y="698430"/>
                  <a:pt x="157136" y="693662"/>
                </a:cubicBezTo>
                <a:cubicBezTo>
                  <a:pt x="198970" y="687822"/>
                  <a:pt x="238135" y="675070"/>
                  <a:pt x="272723" y="650159"/>
                </a:cubicBezTo>
                <a:cubicBezTo>
                  <a:pt x="275131" y="648443"/>
                  <a:pt x="279517" y="647514"/>
                  <a:pt x="278802" y="643771"/>
                </a:cubicBezTo>
                <a:cubicBezTo>
                  <a:pt x="278182" y="640624"/>
                  <a:pt x="274034" y="641149"/>
                  <a:pt x="271412" y="640434"/>
                </a:cubicBezTo>
                <a:cubicBezTo>
                  <a:pt x="253319" y="635428"/>
                  <a:pt x="235537" y="629588"/>
                  <a:pt x="218112" y="622651"/>
                </a:cubicBezTo>
                <a:cubicBezTo>
                  <a:pt x="172487" y="604487"/>
                  <a:pt x="130772" y="580197"/>
                  <a:pt x="96112" y="544774"/>
                </a:cubicBezTo>
                <a:cubicBezTo>
                  <a:pt x="90391" y="538934"/>
                  <a:pt x="85886" y="532665"/>
                  <a:pt x="85147" y="524251"/>
                </a:cubicBezTo>
                <a:cubicBezTo>
                  <a:pt x="83669" y="507517"/>
                  <a:pt x="92584" y="496099"/>
                  <a:pt x="111010" y="490711"/>
                </a:cubicBezTo>
                <a:cubicBezTo>
                  <a:pt x="118615" y="488495"/>
                  <a:pt x="126910" y="488041"/>
                  <a:pt x="134514" y="482654"/>
                </a:cubicBezTo>
                <a:cubicBezTo>
                  <a:pt x="129723" y="479889"/>
                  <a:pt x="125885" y="477673"/>
                  <a:pt x="122047" y="475456"/>
                </a:cubicBezTo>
                <a:cubicBezTo>
                  <a:pt x="78544" y="450379"/>
                  <a:pt x="44814" y="416077"/>
                  <a:pt x="22288" y="370833"/>
                </a:cubicBezTo>
                <a:cubicBezTo>
                  <a:pt x="11943" y="349952"/>
                  <a:pt x="5888" y="327688"/>
                  <a:pt x="0" y="305281"/>
                </a:cubicBezTo>
                <a:close/>
              </a:path>
            </a:pathLst>
          </a:custGeom>
          <a:solidFill>
            <a:srgbClr val="E87214"/>
          </a:solidFill>
          <a:ln w="2376" cap="flat">
            <a:noFill/>
            <a:prstDash val="solid"/>
            <a:miter/>
          </a:ln>
        </p:spPr>
        <p:txBody>
          <a:bodyPr rtlCol="0" anchor="ctr"/>
          <a:lstStyle/>
          <a:p>
            <a:endParaRPr lang="en-US"/>
          </a:p>
        </p:txBody>
      </p:sp>
      <p:sp>
        <p:nvSpPr>
          <p:cNvPr id="126" name="Freeform: Shape 125">
            <a:hlinkClick r:id="rId5"/>
            <a:extLst>
              <a:ext uri="{FF2B5EF4-FFF2-40B4-BE49-F238E27FC236}">
                <a16:creationId xmlns:a16="http://schemas.microsoft.com/office/drawing/2014/main" id="{32304F34-E11F-488D-A449-65139DA59CC3}"/>
              </a:ext>
            </a:extLst>
          </p:cNvPr>
          <p:cNvSpPr/>
          <p:nvPr/>
        </p:nvSpPr>
        <p:spPr>
          <a:xfrm>
            <a:off x="2486964" y="2941657"/>
            <a:ext cx="225287" cy="225842"/>
          </a:xfrm>
          <a:custGeom>
            <a:avLst/>
            <a:gdLst>
              <a:gd name="connsiteX0" fmla="*/ 962754 w 960644"/>
              <a:gd name="connsiteY0" fmla="*/ 271647 h 963028"/>
              <a:gd name="connsiteX1" fmla="*/ 962754 w 960644"/>
              <a:gd name="connsiteY1" fmla="*/ 687490 h 963028"/>
              <a:gd name="connsiteX2" fmla="*/ 955865 w 960644"/>
              <a:gd name="connsiteY2" fmla="*/ 742363 h 963028"/>
              <a:gd name="connsiteX3" fmla="*/ 870838 w 960644"/>
              <a:gd name="connsiteY3" fmla="*/ 896352 h 963028"/>
              <a:gd name="connsiteX4" fmla="*/ 701879 w 960644"/>
              <a:gd name="connsiteY4" fmla="*/ 960928 h 963028"/>
              <a:gd name="connsiteX5" fmla="*/ 654180 w 960644"/>
              <a:gd name="connsiteY5" fmla="*/ 964074 h 963028"/>
              <a:gd name="connsiteX6" fmla="*/ 311733 w 960644"/>
              <a:gd name="connsiteY6" fmla="*/ 964074 h 963028"/>
              <a:gd name="connsiteX7" fmla="*/ 300577 w 960644"/>
              <a:gd name="connsiteY7" fmla="*/ 962930 h 963028"/>
              <a:gd name="connsiteX8" fmla="*/ 221175 w 960644"/>
              <a:gd name="connsiteY8" fmla="*/ 955231 h 963028"/>
              <a:gd name="connsiteX9" fmla="*/ 16937 w 960644"/>
              <a:gd name="connsiteY9" fmla="*/ 773662 h 963028"/>
              <a:gd name="connsiteX10" fmla="*/ 1109 w 960644"/>
              <a:gd name="connsiteY10" fmla="*/ 639672 h 963028"/>
              <a:gd name="connsiteX11" fmla="*/ 1109 w 960644"/>
              <a:gd name="connsiteY11" fmla="*/ 328333 h 963028"/>
              <a:gd name="connsiteX12" fmla="*/ 10167 w 960644"/>
              <a:gd name="connsiteY12" fmla="*/ 219825 h 963028"/>
              <a:gd name="connsiteX13" fmla="*/ 196193 w 960644"/>
              <a:gd name="connsiteY13" fmla="*/ 15277 h 963028"/>
              <a:gd name="connsiteX14" fmla="*/ 329420 w 960644"/>
              <a:gd name="connsiteY14" fmla="*/ 665 h 963028"/>
              <a:gd name="connsiteX15" fmla="*/ 633275 w 960644"/>
              <a:gd name="connsiteY15" fmla="*/ 641 h 963028"/>
              <a:gd name="connsiteX16" fmla="*/ 744619 w 960644"/>
              <a:gd name="connsiteY16" fmla="*/ 9604 h 963028"/>
              <a:gd name="connsiteX17" fmla="*/ 950550 w 960644"/>
              <a:gd name="connsiteY17" fmla="*/ 197609 h 963028"/>
              <a:gd name="connsiteX18" fmla="*/ 962754 w 960644"/>
              <a:gd name="connsiteY18" fmla="*/ 271647 h 963028"/>
              <a:gd name="connsiteX19" fmla="*/ 482813 w 960644"/>
              <a:gd name="connsiteY19" fmla="*/ 876639 h 963028"/>
              <a:gd name="connsiteX20" fmla="*/ 651177 w 960644"/>
              <a:gd name="connsiteY20" fmla="*/ 874637 h 963028"/>
              <a:gd name="connsiteX21" fmla="*/ 730650 w 960644"/>
              <a:gd name="connsiteY21" fmla="*/ 867533 h 963028"/>
              <a:gd name="connsiteX22" fmla="*/ 864807 w 960644"/>
              <a:gd name="connsiteY22" fmla="*/ 743388 h 963028"/>
              <a:gd name="connsiteX23" fmla="*/ 875224 w 960644"/>
              <a:gd name="connsiteY23" fmla="*/ 643605 h 963028"/>
              <a:gd name="connsiteX24" fmla="*/ 876130 w 960644"/>
              <a:gd name="connsiteY24" fmla="*/ 407496 h 963028"/>
              <a:gd name="connsiteX25" fmla="*/ 869908 w 960644"/>
              <a:gd name="connsiteY25" fmla="*/ 246976 h 963028"/>
              <a:gd name="connsiteX26" fmla="*/ 732557 w 960644"/>
              <a:gd name="connsiteY26" fmla="*/ 98636 h 963028"/>
              <a:gd name="connsiteX27" fmla="*/ 618353 w 960644"/>
              <a:gd name="connsiteY27" fmla="*/ 90174 h 963028"/>
              <a:gd name="connsiteX28" fmla="*/ 348371 w 960644"/>
              <a:gd name="connsiteY28" fmla="*/ 90150 h 963028"/>
              <a:gd name="connsiteX29" fmla="*/ 240602 w 960644"/>
              <a:gd name="connsiteY29" fmla="*/ 97230 h 963028"/>
              <a:gd name="connsiteX30" fmla="*/ 99342 w 960644"/>
              <a:gd name="connsiteY30" fmla="*/ 230934 h 963028"/>
              <a:gd name="connsiteX31" fmla="*/ 90713 w 960644"/>
              <a:gd name="connsiteY31" fmla="*/ 331908 h 963028"/>
              <a:gd name="connsiteX32" fmla="*/ 90689 w 960644"/>
              <a:gd name="connsiteY32" fmla="*/ 633880 h 963028"/>
              <a:gd name="connsiteX33" fmla="*/ 97793 w 960644"/>
              <a:gd name="connsiteY33" fmla="*/ 727489 h 963028"/>
              <a:gd name="connsiteX34" fmla="*/ 223082 w 960644"/>
              <a:gd name="connsiteY34" fmla="*/ 864744 h 963028"/>
              <a:gd name="connsiteX35" fmla="*/ 315380 w 960644"/>
              <a:gd name="connsiteY35" fmla="*/ 874684 h 963028"/>
              <a:gd name="connsiteX36" fmla="*/ 482813 w 960644"/>
              <a:gd name="connsiteY36" fmla="*/ 876639 h 963028"/>
              <a:gd name="connsiteX37" fmla="*/ 482551 w 960644"/>
              <a:gd name="connsiteY37" fmla="*/ 731255 h 963028"/>
              <a:gd name="connsiteX38" fmla="*/ 234071 w 960644"/>
              <a:gd name="connsiteY38" fmla="*/ 482417 h 963028"/>
              <a:gd name="connsiteX39" fmla="*/ 483600 w 960644"/>
              <a:gd name="connsiteY39" fmla="*/ 233627 h 963028"/>
              <a:gd name="connsiteX40" fmla="*/ 731699 w 960644"/>
              <a:gd name="connsiteY40" fmla="*/ 482990 h 963028"/>
              <a:gd name="connsiteX41" fmla="*/ 482551 w 960644"/>
              <a:gd name="connsiteY41" fmla="*/ 731255 h 963028"/>
              <a:gd name="connsiteX42" fmla="*/ 482933 w 960644"/>
              <a:gd name="connsiteY42" fmla="*/ 641722 h 963028"/>
              <a:gd name="connsiteX43" fmla="*/ 642238 w 960644"/>
              <a:gd name="connsiteY43" fmla="*/ 482632 h 963028"/>
              <a:gd name="connsiteX44" fmla="*/ 483266 w 960644"/>
              <a:gd name="connsiteY44" fmla="*/ 323089 h 963028"/>
              <a:gd name="connsiteX45" fmla="*/ 323604 w 960644"/>
              <a:gd name="connsiteY45" fmla="*/ 482775 h 963028"/>
              <a:gd name="connsiteX46" fmla="*/ 482933 w 960644"/>
              <a:gd name="connsiteY46" fmla="*/ 641722 h 963028"/>
              <a:gd name="connsiteX47" fmla="*/ 799183 w 960644"/>
              <a:gd name="connsiteY47" fmla="*/ 224903 h 963028"/>
              <a:gd name="connsiteX48" fmla="*/ 740090 w 960644"/>
              <a:gd name="connsiteY48" fmla="*/ 166143 h 963028"/>
              <a:gd name="connsiteX49" fmla="*/ 681688 w 960644"/>
              <a:gd name="connsiteY49" fmla="*/ 225022 h 963028"/>
              <a:gd name="connsiteX50" fmla="*/ 739732 w 960644"/>
              <a:gd name="connsiteY50" fmla="*/ 283661 h 963028"/>
              <a:gd name="connsiteX51" fmla="*/ 799183 w 960644"/>
              <a:gd name="connsiteY51" fmla="*/ 224903 h 96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960644" h="963028">
                <a:moveTo>
                  <a:pt x="962754" y="271647"/>
                </a:moveTo>
                <a:cubicBezTo>
                  <a:pt x="962754" y="410262"/>
                  <a:pt x="962754" y="548876"/>
                  <a:pt x="962754" y="687490"/>
                </a:cubicBezTo>
                <a:cubicBezTo>
                  <a:pt x="960514" y="705797"/>
                  <a:pt x="959298" y="724199"/>
                  <a:pt x="955865" y="742363"/>
                </a:cubicBezTo>
                <a:cubicBezTo>
                  <a:pt x="944376" y="803053"/>
                  <a:pt x="918155" y="855496"/>
                  <a:pt x="870838" y="896352"/>
                </a:cubicBezTo>
                <a:cubicBezTo>
                  <a:pt x="822305" y="938259"/>
                  <a:pt x="764523" y="955970"/>
                  <a:pt x="701879" y="960928"/>
                </a:cubicBezTo>
                <a:cubicBezTo>
                  <a:pt x="686003" y="962191"/>
                  <a:pt x="670080" y="963049"/>
                  <a:pt x="654180" y="964074"/>
                </a:cubicBezTo>
                <a:cubicBezTo>
                  <a:pt x="540023" y="964074"/>
                  <a:pt x="425890" y="964074"/>
                  <a:pt x="311733" y="964074"/>
                </a:cubicBezTo>
                <a:cubicBezTo>
                  <a:pt x="308014" y="963669"/>
                  <a:pt x="304296" y="962978"/>
                  <a:pt x="300577" y="962930"/>
                </a:cubicBezTo>
                <a:cubicBezTo>
                  <a:pt x="273879" y="962620"/>
                  <a:pt x="247348" y="960499"/>
                  <a:pt x="221175" y="955231"/>
                </a:cubicBezTo>
                <a:cubicBezTo>
                  <a:pt x="117792" y="934492"/>
                  <a:pt x="48259" y="875495"/>
                  <a:pt x="16937" y="773662"/>
                </a:cubicBezTo>
                <a:cubicBezTo>
                  <a:pt x="3516" y="729992"/>
                  <a:pt x="1752" y="684748"/>
                  <a:pt x="1109" y="639672"/>
                </a:cubicBezTo>
                <a:cubicBezTo>
                  <a:pt x="-393" y="535908"/>
                  <a:pt x="-346" y="432120"/>
                  <a:pt x="1109" y="328333"/>
                </a:cubicBezTo>
                <a:cubicBezTo>
                  <a:pt x="1609" y="292052"/>
                  <a:pt x="2801" y="255605"/>
                  <a:pt x="10167" y="219825"/>
                </a:cubicBezTo>
                <a:cubicBezTo>
                  <a:pt x="31763" y="114917"/>
                  <a:pt x="92358" y="45384"/>
                  <a:pt x="196193" y="15277"/>
                </a:cubicBezTo>
                <a:cubicBezTo>
                  <a:pt x="239720" y="2667"/>
                  <a:pt x="284677" y="1070"/>
                  <a:pt x="329420" y="665"/>
                </a:cubicBezTo>
                <a:cubicBezTo>
                  <a:pt x="430705" y="-265"/>
                  <a:pt x="531990" y="-170"/>
                  <a:pt x="633275" y="641"/>
                </a:cubicBezTo>
                <a:cubicBezTo>
                  <a:pt x="670485" y="951"/>
                  <a:pt x="707886" y="2143"/>
                  <a:pt x="744619" y="9604"/>
                </a:cubicBezTo>
                <a:cubicBezTo>
                  <a:pt x="850719" y="31177"/>
                  <a:pt x="920777" y="92367"/>
                  <a:pt x="950550" y="197609"/>
                </a:cubicBezTo>
                <a:cubicBezTo>
                  <a:pt x="957367" y="221851"/>
                  <a:pt x="959918" y="246761"/>
                  <a:pt x="962754" y="271647"/>
                </a:cubicBezTo>
                <a:close/>
                <a:moveTo>
                  <a:pt x="482813" y="876639"/>
                </a:moveTo>
                <a:cubicBezTo>
                  <a:pt x="538950" y="877545"/>
                  <a:pt x="595063" y="875710"/>
                  <a:pt x="651177" y="874637"/>
                </a:cubicBezTo>
                <a:cubicBezTo>
                  <a:pt x="677731" y="874136"/>
                  <a:pt x="704405" y="873016"/>
                  <a:pt x="730650" y="867533"/>
                </a:cubicBezTo>
                <a:cubicBezTo>
                  <a:pt x="800279" y="852992"/>
                  <a:pt x="845975" y="812850"/>
                  <a:pt x="864807" y="743388"/>
                </a:cubicBezTo>
                <a:cubicBezTo>
                  <a:pt x="873674" y="710660"/>
                  <a:pt x="874747" y="677049"/>
                  <a:pt x="875224" y="643605"/>
                </a:cubicBezTo>
                <a:cubicBezTo>
                  <a:pt x="876368" y="564918"/>
                  <a:pt x="876368" y="486183"/>
                  <a:pt x="876130" y="407496"/>
                </a:cubicBezTo>
                <a:cubicBezTo>
                  <a:pt x="875963" y="353934"/>
                  <a:pt x="877083" y="300276"/>
                  <a:pt x="869908" y="246976"/>
                </a:cubicBezTo>
                <a:cubicBezTo>
                  <a:pt x="859205" y="167431"/>
                  <a:pt x="810696" y="115156"/>
                  <a:pt x="732557" y="98636"/>
                </a:cubicBezTo>
                <a:cubicBezTo>
                  <a:pt x="694870" y="90675"/>
                  <a:pt x="656492" y="90603"/>
                  <a:pt x="618353" y="90174"/>
                </a:cubicBezTo>
                <a:cubicBezTo>
                  <a:pt x="528367" y="89149"/>
                  <a:pt x="438357" y="89244"/>
                  <a:pt x="348371" y="90150"/>
                </a:cubicBezTo>
                <a:cubicBezTo>
                  <a:pt x="312424" y="90507"/>
                  <a:pt x="276311" y="91175"/>
                  <a:pt x="240602" y="97230"/>
                </a:cubicBezTo>
                <a:cubicBezTo>
                  <a:pt x="165634" y="109911"/>
                  <a:pt x="116148" y="156608"/>
                  <a:pt x="99342" y="230934"/>
                </a:cubicBezTo>
                <a:cubicBezTo>
                  <a:pt x="91810" y="264210"/>
                  <a:pt x="91023" y="298179"/>
                  <a:pt x="90713" y="331908"/>
                </a:cubicBezTo>
                <a:cubicBezTo>
                  <a:pt x="89831" y="432549"/>
                  <a:pt x="89879" y="533238"/>
                  <a:pt x="90689" y="633880"/>
                </a:cubicBezTo>
                <a:cubicBezTo>
                  <a:pt x="90951" y="665106"/>
                  <a:pt x="91833" y="696548"/>
                  <a:pt x="97793" y="727489"/>
                </a:cubicBezTo>
                <a:cubicBezTo>
                  <a:pt x="111499" y="798906"/>
                  <a:pt x="151832" y="845889"/>
                  <a:pt x="223082" y="864744"/>
                </a:cubicBezTo>
                <a:cubicBezTo>
                  <a:pt x="253355" y="872754"/>
                  <a:pt x="284439" y="874088"/>
                  <a:pt x="315380" y="874684"/>
                </a:cubicBezTo>
                <a:cubicBezTo>
                  <a:pt x="371183" y="875733"/>
                  <a:pt x="426986" y="877569"/>
                  <a:pt x="482813" y="876639"/>
                </a:cubicBezTo>
                <a:close/>
                <a:moveTo>
                  <a:pt x="482551" y="731255"/>
                </a:moveTo>
                <a:cubicBezTo>
                  <a:pt x="345916" y="731136"/>
                  <a:pt x="234071" y="619100"/>
                  <a:pt x="234071" y="482417"/>
                </a:cubicBezTo>
                <a:cubicBezTo>
                  <a:pt x="234071" y="345448"/>
                  <a:pt x="346631" y="233246"/>
                  <a:pt x="483600" y="233627"/>
                </a:cubicBezTo>
                <a:cubicBezTo>
                  <a:pt x="620093" y="234009"/>
                  <a:pt x="731985" y="346497"/>
                  <a:pt x="731699" y="482990"/>
                </a:cubicBezTo>
                <a:cubicBezTo>
                  <a:pt x="731413" y="619578"/>
                  <a:pt x="619211" y="731374"/>
                  <a:pt x="482551" y="731255"/>
                </a:cubicBezTo>
                <a:close/>
                <a:moveTo>
                  <a:pt x="482933" y="641722"/>
                </a:moveTo>
                <a:cubicBezTo>
                  <a:pt x="570916" y="641698"/>
                  <a:pt x="642190" y="570520"/>
                  <a:pt x="642238" y="482632"/>
                </a:cubicBezTo>
                <a:cubicBezTo>
                  <a:pt x="642285" y="394720"/>
                  <a:pt x="570964" y="323160"/>
                  <a:pt x="483266" y="323089"/>
                </a:cubicBezTo>
                <a:cubicBezTo>
                  <a:pt x="394830" y="323017"/>
                  <a:pt x="323556" y="394291"/>
                  <a:pt x="323604" y="482775"/>
                </a:cubicBezTo>
                <a:cubicBezTo>
                  <a:pt x="323652" y="570758"/>
                  <a:pt x="394806" y="641746"/>
                  <a:pt x="482933" y="641722"/>
                </a:cubicBezTo>
                <a:close/>
                <a:moveTo>
                  <a:pt x="799183" y="224903"/>
                </a:moveTo>
                <a:cubicBezTo>
                  <a:pt x="799040" y="193151"/>
                  <a:pt x="771674" y="165953"/>
                  <a:pt x="740090" y="166143"/>
                </a:cubicBezTo>
                <a:cubicBezTo>
                  <a:pt x="707814" y="166334"/>
                  <a:pt x="681736" y="192627"/>
                  <a:pt x="681688" y="225022"/>
                </a:cubicBezTo>
                <a:cubicBezTo>
                  <a:pt x="681641" y="258036"/>
                  <a:pt x="706932" y="283590"/>
                  <a:pt x="739732" y="283661"/>
                </a:cubicBezTo>
                <a:cubicBezTo>
                  <a:pt x="772652" y="283733"/>
                  <a:pt x="799326" y="257369"/>
                  <a:pt x="799183" y="224903"/>
                </a:cubicBezTo>
                <a:close/>
              </a:path>
            </a:pathLst>
          </a:custGeom>
          <a:solidFill>
            <a:srgbClr val="DB4E18"/>
          </a:solidFill>
          <a:ln w="2376" cap="flat">
            <a:solidFill>
              <a:srgbClr val="E8720A"/>
            </a:solidFill>
            <a:prstDash val="solid"/>
            <a:miter/>
          </a:ln>
        </p:spPr>
        <p:txBody>
          <a:bodyPr rtlCol="0" anchor="ctr"/>
          <a:lstStyle/>
          <a:p>
            <a:endParaRPr lang="en-US"/>
          </a:p>
        </p:txBody>
      </p:sp>
      <p:grpSp>
        <p:nvGrpSpPr>
          <p:cNvPr id="48" name="Group 47">
            <a:extLst>
              <a:ext uri="{FF2B5EF4-FFF2-40B4-BE49-F238E27FC236}">
                <a16:creationId xmlns:a16="http://schemas.microsoft.com/office/drawing/2014/main" id="{3D8F7886-AEEB-43C4-931A-1B4EAE13DE46}"/>
              </a:ext>
            </a:extLst>
          </p:cNvPr>
          <p:cNvGrpSpPr/>
          <p:nvPr/>
        </p:nvGrpSpPr>
        <p:grpSpPr>
          <a:xfrm>
            <a:off x="4035298" y="500276"/>
            <a:ext cx="6340325" cy="896907"/>
            <a:chOff x="4276510" y="873993"/>
            <a:chExt cx="6340325" cy="896907"/>
          </a:xfrm>
        </p:grpSpPr>
        <p:sp>
          <p:nvSpPr>
            <p:cNvPr id="9" name="TextBox 8">
              <a:extLst>
                <a:ext uri="{FF2B5EF4-FFF2-40B4-BE49-F238E27FC236}">
                  <a16:creationId xmlns:a16="http://schemas.microsoft.com/office/drawing/2014/main" id="{739D04DA-2A98-46B6-BAA1-646F5037220A}"/>
                </a:ext>
              </a:extLst>
            </p:cNvPr>
            <p:cNvSpPr txBox="1"/>
            <p:nvPr/>
          </p:nvSpPr>
          <p:spPr>
            <a:xfrm>
              <a:off x="4276510" y="873993"/>
              <a:ext cx="3179075" cy="461665"/>
            </a:xfrm>
            <a:prstGeom prst="rect">
              <a:avLst/>
            </a:prstGeom>
            <a:noFill/>
            <a:ln>
              <a:noFill/>
            </a:ln>
          </p:spPr>
          <p:txBody>
            <a:bodyPr wrap="none" rtlCol="0">
              <a:spAutoFit/>
            </a:bodyPr>
            <a:lstStyle>
              <a:defPPr>
                <a:defRPr lang="en-US"/>
              </a:defPPr>
              <a:lvl1pPr>
                <a:defRPr sz="3000" b="1">
                  <a:solidFill>
                    <a:schemeClr val="accent1"/>
                  </a:solidFill>
                  <a:latin typeface="Century Gothic" panose="020B0502020202020204" pitchFamily="34" charset="0"/>
                </a:defRPr>
              </a:lvl1pPr>
            </a:lstStyle>
            <a:p>
              <a:r>
                <a:rPr lang="en-US" sz="2400" dirty="0">
                  <a:solidFill>
                    <a:srgbClr val="DB4E18"/>
                  </a:solidFill>
                  <a:latin typeface="Georgia" panose="02040502050405020303" pitchFamily="18" charset="0"/>
                  <a:cs typeface="Arial" panose="020B0604020202020204" pitchFamily="34" charset="0"/>
                </a:rPr>
                <a:t>Fernando Quezada</a:t>
              </a:r>
            </a:p>
          </p:txBody>
        </p:sp>
        <p:sp>
          <p:nvSpPr>
            <p:cNvPr id="10" name="TextBox 9">
              <a:extLst>
                <a:ext uri="{FF2B5EF4-FFF2-40B4-BE49-F238E27FC236}">
                  <a16:creationId xmlns:a16="http://schemas.microsoft.com/office/drawing/2014/main" id="{33379F85-2271-41A5-9F19-3FF1504A5442}"/>
                </a:ext>
              </a:extLst>
            </p:cNvPr>
            <p:cNvSpPr txBox="1"/>
            <p:nvPr/>
          </p:nvSpPr>
          <p:spPr>
            <a:xfrm>
              <a:off x="4276510" y="1447735"/>
              <a:ext cx="6340325" cy="323165"/>
            </a:xfrm>
            <a:prstGeom prst="rect">
              <a:avLst/>
            </a:prstGeom>
            <a:noFill/>
          </p:spPr>
          <p:txBody>
            <a:bodyPr wrap="none" rtlCol="0">
              <a:spAutoFit/>
            </a:bodyPr>
            <a:lstStyle/>
            <a:p>
              <a:r>
                <a:rPr lang="en-US" sz="1500" b="1" dirty="0">
                  <a:solidFill>
                    <a:schemeClr val="accent2"/>
                  </a:solidFill>
                  <a:latin typeface="Arial" panose="020B0604020202020204" pitchFamily="34" charset="0"/>
                  <a:cs typeface="Arial" panose="020B0604020202020204" pitchFamily="34" charset="0"/>
                </a:rPr>
                <a:t>Gerente de Ciberseguridad/Riesgo Tecnológico – Consultor Senior </a:t>
              </a:r>
            </a:p>
          </p:txBody>
        </p:sp>
      </p:grpSp>
      <p:grpSp>
        <p:nvGrpSpPr>
          <p:cNvPr id="132" name="Group 131">
            <a:extLst>
              <a:ext uri="{FF2B5EF4-FFF2-40B4-BE49-F238E27FC236}">
                <a16:creationId xmlns:a16="http://schemas.microsoft.com/office/drawing/2014/main" id="{513EA428-8699-4D43-BBDC-87A9ED9E7226}"/>
              </a:ext>
            </a:extLst>
          </p:cNvPr>
          <p:cNvGrpSpPr/>
          <p:nvPr/>
        </p:nvGrpSpPr>
        <p:grpSpPr>
          <a:xfrm>
            <a:off x="4274469" y="1661531"/>
            <a:ext cx="2578379" cy="246221"/>
            <a:chOff x="4176856" y="2094260"/>
            <a:chExt cx="2578379" cy="246221"/>
          </a:xfrm>
        </p:grpSpPr>
        <p:sp>
          <p:nvSpPr>
            <p:cNvPr id="44" name="TextBox 43">
              <a:extLst>
                <a:ext uri="{FF2B5EF4-FFF2-40B4-BE49-F238E27FC236}">
                  <a16:creationId xmlns:a16="http://schemas.microsoft.com/office/drawing/2014/main" id="{A9544350-C3C9-49EC-BD12-89FFB5C59DBE}"/>
                </a:ext>
              </a:extLst>
            </p:cNvPr>
            <p:cNvSpPr txBox="1"/>
            <p:nvPr/>
          </p:nvSpPr>
          <p:spPr>
            <a:xfrm>
              <a:off x="4411324" y="2094260"/>
              <a:ext cx="2343911"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fernando_quezada1785@outlook.com</a:t>
              </a:r>
            </a:p>
          </p:txBody>
        </p:sp>
        <p:sp>
          <p:nvSpPr>
            <p:cNvPr id="121" name="Freeform: Shape 120">
              <a:extLst>
                <a:ext uri="{FF2B5EF4-FFF2-40B4-BE49-F238E27FC236}">
                  <a16:creationId xmlns:a16="http://schemas.microsoft.com/office/drawing/2014/main" id="{4AFBEC4A-6E00-479B-AD49-38C459D2CB3E}"/>
                </a:ext>
              </a:extLst>
            </p:cNvPr>
            <p:cNvSpPr/>
            <p:nvPr/>
          </p:nvSpPr>
          <p:spPr>
            <a:xfrm>
              <a:off x="4176856" y="2156215"/>
              <a:ext cx="163082" cy="122310"/>
            </a:xfrm>
            <a:custGeom>
              <a:avLst/>
              <a:gdLst>
                <a:gd name="connsiteX0" fmla="*/ 24 w 915353"/>
                <a:gd name="connsiteY0" fmla="*/ 619133 h 686515"/>
                <a:gd name="connsiteX1" fmla="*/ 24 w 915353"/>
                <a:gd name="connsiteY1" fmla="*/ 191849 h 686515"/>
                <a:gd name="connsiteX2" fmla="*/ 4648 w 915353"/>
                <a:gd name="connsiteY2" fmla="*/ 194566 h 686515"/>
                <a:gd name="connsiteX3" fmla="*/ 375653 w 915353"/>
                <a:gd name="connsiteY3" fmla="*/ 441974 h 686515"/>
                <a:gd name="connsiteX4" fmla="*/ 412767 w 915353"/>
                <a:gd name="connsiteY4" fmla="*/ 461330 h 686515"/>
                <a:gd name="connsiteX5" fmla="*/ 538652 w 915353"/>
                <a:gd name="connsiteY5" fmla="*/ 442832 h 686515"/>
                <a:gd name="connsiteX6" fmla="*/ 905962 w 915353"/>
                <a:gd name="connsiteY6" fmla="*/ 197904 h 686515"/>
                <a:gd name="connsiteX7" fmla="*/ 914448 w 915353"/>
                <a:gd name="connsiteY7" fmla="*/ 194209 h 686515"/>
                <a:gd name="connsiteX8" fmla="*/ 916021 w 915353"/>
                <a:gd name="connsiteY8" fmla="*/ 203315 h 686515"/>
                <a:gd name="connsiteX9" fmla="*/ 916045 w 915353"/>
                <a:gd name="connsiteY9" fmla="*/ 601946 h 686515"/>
                <a:gd name="connsiteX10" fmla="*/ 831351 w 915353"/>
                <a:gd name="connsiteY10" fmla="*/ 687546 h 686515"/>
                <a:gd name="connsiteX11" fmla="*/ 84146 w 915353"/>
                <a:gd name="connsiteY11" fmla="*/ 687618 h 686515"/>
                <a:gd name="connsiteX12" fmla="*/ 47079 w 915353"/>
                <a:gd name="connsiteY12" fmla="*/ 678893 h 686515"/>
                <a:gd name="connsiteX13" fmla="*/ 24 w 915353"/>
                <a:gd name="connsiteY13" fmla="*/ 619133 h 686515"/>
                <a:gd name="connsiteX14" fmla="*/ 24 w 915353"/>
                <a:gd name="connsiteY14" fmla="*/ 100671 h 686515"/>
                <a:gd name="connsiteX15" fmla="*/ 37854 w 915353"/>
                <a:gd name="connsiteY15" fmla="*/ 154949 h 686515"/>
                <a:gd name="connsiteX16" fmla="*/ 407452 w 915353"/>
                <a:gd name="connsiteY16" fmla="*/ 401212 h 686515"/>
                <a:gd name="connsiteX17" fmla="*/ 507783 w 915353"/>
                <a:gd name="connsiteY17" fmla="*/ 401331 h 686515"/>
                <a:gd name="connsiteX18" fmla="*/ 878048 w 915353"/>
                <a:gd name="connsiteY18" fmla="*/ 154496 h 686515"/>
                <a:gd name="connsiteX19" fmla="*/ 912732 w 915353"/>
                <a:gd name="connsiteY19" fmla="*/ 60982 h 686515"/>
                <a:gd name="connsiteX20" fmla="*/ 831280 w 915353"/>
                <a:gd name="connsiteY20" fmla="*/ 78 h 686515"/>
                <a:gd name="connsiteX21" fmla="*/ 84146 w 915353"/>
                <a:gd name="connsiteY21" fmla="*/ 30 h 686515"/>
                <a:gd name="connsiteX22" fmla="*/ 47889 w 915353"/>
                <a:gd name="connsiteY22" fmla="*/ 8349 h 686515"/>
                <a:gd name="connsiteX23" fmla="*/ 0 w 915353"/>
                <a:gd name="connsiteY23" fmla="*/ 68514 h 686515"/>
                <a:gd name="connsiteX24" fmla="*/ 24 w 915353"/>
                <a:gd name="connsiteY24" fmla="*/ 100671 h 686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915353" h="686515">
                  <a:moveTo>
                    <a:pt x="24" y="619133"/>
                  </a:moveTo>
                  <a:cubicBezTo>
                    <a:pt x="24" y="476705"/>
                    <a:pt x="24" y="334277"/>
                    <a:pt x="24" y="191849"/>
                  </a:cubicBezTo>
                  <a:cubicBezTo>
                    <a:pt x="1573" y="192755"/>
                    <a:pt x="3147" y="193589"/>
                    <a:pt x="4648" y="194566"/>
                  </a:cubicBezTo>
                  <a:cubicBezTo>
                    <a:pt x="128316" y="277020"/>
                    <a:pt x="252008" y="359473"/>
                    <a:pt x="375653" y="441974"/>
                  </a:cubicBezTo>
                  <a:cubicBezTo>
                    <a:pt x="387333" y="449769"/>
                    <a:pt x="399347" y="456968"/>
                    <a:pt x="412767" y="461330"/>
                  </a:cubicBezTo>
                  <a:cubicBezTo>
                    <a:pt x="457748" y="475942"/>
                    <a:pt x="499440" y="469077"/>
                    <a:pt x="538652" y="442832"/>
                  </a:cubicBezTo>
                  <a:cubicBezTo>
                    <a:pt x="660962" y="360999"/>
                    <a:pt x="783486" y="279499"/>
                    <a:pt x="905962" y="197904"/>
                  </a:cubicBezTo>
                  <a:cubicBezTo>
                    <a:pt x="908560" y="196163"/>
                    <a:pt x="911254" y="192469"/>
                    <a:pt x="914448" y="194209"/>
                  </a:cubicBezTo>
                  <a:cubicBezTo>
                    <a:pt x="917571" y="195901"/>
                    <a:pt x="916021" y="200192"/>
                    <a:pt x="916021" y="203315"/>
                  </a:cubicBezTo>
                  <a:cubicBezTo>
                    <a:pt x="916093" y="336184"/>
                    <a:pt x="916140" y="469053"/>
                    <a:pt x="916045" y="601946"/>
                  </a:cubicBezTo>
                  <a:cubicBezTo>
                    <a:pt x="916021" y="649788"/>
                    <a:pt x="879050" y="687522"/>
                    <a:pt x="831351" y="687546"/>
                  </a:cubicBezTo>
                  <a:cubicBezTo>
                    <a:pt x="582275" y="687737"/>
                    <a:pt x="333222" y="687641"/>
                    <a:pt x="84146" y="687618"/>
                  </a:cubicBezTo>
                  <a:cubicBezTo>
                    <a:pt x="71131" y="687618"/>
                    <a:pt x="58783" y="684590"/>
                    <a:pt x="47079" y="678893"/>
                  </a:cubicBezTo>
                  <a:cubicBezTo>
                    <a:pt x="21716" y="666617"/>
                    <a:pt x="7318" y="645688"/>
                    <a:pt x="24" y="619133"/>
                  </a:cubicBezTo>
                  <a:close/>
                  <a:moveTo>
                    <a:pt x="24" y="100671"/>
                  </a:moveTo>
                  <a:cubicBezTo>
                    <a:pt x="5721" y="123579"/>
                    <a:pt x="17926" y="141695"/>
                    <a:pt x="37854" y="154949"/>
                  </a:cubicBezTo>
                  <a:cubicBezTo>
                    <a:pt x="161140" y="236901"/>
                    <a:pt x="284236" y="319164"/>
                    <a:pt x="407452" y="401212"/>
                  </a:cubicBezTo>
                  <a:cubicBezTo>
                    <a:pt x="440752" y="423381"/>
                    <a:pt x="474482" y="423476"/>
                    <a:pt x="507783" y="401331"/>
                  </a:cubicBezTo>
                  <a:cubicBezTo>
                    <a:pt x="631284" y="319164"/>
                    <a:pt x="754714" y="236878"/>
                    <a:pt x="878048" y="154496"/>
                  </a:cubicBezTo>
                  <a:cubicBezTo>
                    <a:pt x="910443" y="132851"/>
                    <a:pt x="923530" y="96785"/>
                    <a:pt x="912732" y="60982"/>
                  </a:cubicBezTo>
                  <a:cubicBezTo>
                    <a:pt x="901862" y="24845"/>
                    <a:pt x="869348" y="101"/>
                    <a:pt x="831280" y="78"/>
                  </a:cubicBezTo>
                  <a:cubicBezTo>
                    <a:pt x="582227" y="-42"/>
                    <a:pt x="333198" y="6"/>
                    <a:pt x="84146" y="30"/>
                  </a:cubicBezTo>
                  <a:cubicBezTo>
                    <a:pt x="71441" y="30"/>
                    <a:pt x="59355" y="2938"/>
                    <a:pt x="47889" y="8349"/>
                  </a:cubicBezTo>
                  <a:cubicBezTo>
                    <a:pt x="22073" y="20554"/>
                    <a:pt x="7485" y="41697"/>
                    <a:pt x="0" y="68514"/>
                  </a:cubicBezTo>
                  <a:cubicBezTo>
                    <a:pt x="24" y="79217"/>
                    <a:pt x="24" y="89944"/>
                    <a:pt x="24" y="100671"/>
                  </a:cubicBezTo>
                  <a:close/>
                </a:path>
              </a:pathLst>
            </a:custGeom>
            <a:solidFill>
              <a:srgbClr val="E87214"/>
            </a:solidFill>
            <a:ln w="2376" cap="flat">
              <a:noFill/>
              <a:prstDash val="solid"/>
              <a:miter/>
            </a:ln>
          </p:spPr>
          <p:txBody>
            <a:bodyPr rtlCol="0" anchor="ctr"/>
            <a:lstStyle/>
            <a:p>
              <a:endParaRPr lang="en-US">
                <a:latin typeface="Arial" panose="020B0604020202020204" pitchFamily="34" charset="0"/>
                <a:cs typeface="Arial" panose="020B0604020202020204" pitchFamily="34" charset="0"/>
              </a:endParaRPr>
            </a:p>
          </p:txBody>
        </p:sp>
      </p:grpSp>
      <p:grpSp>
        <p:nvGrpSpPr>
          <p:cNvPr id="133" name="Group 132">
            <a:extLst>
              <a:ext uri="{FF2B5EF4-FFF2-40B4-BE49-F238E27FC236}">
                <a16:creationId xmlns:a16="http://schemas.microsoft.com/office/drawing/2014/main" id="{410FED9C-E116-4A22-85D9-61BFE5DD07B1}"/>
              </a:ext>
            </a:extLst>
          </p:cNvPr>
          <p:cNvGrpSpPr/>
          <p:nvPr/>
        </p:nvGrpSpPr>
        <p:grpSpPr>
          <a:xfrm>
            <a:off x="7415540" y="1661531"/>
            <a:ext cx="1384214" cy="246221"/>
            <a:chOff x="4840641" y="2557033"/>
            <a:chExt cx="1384214" cy="246221"/>
          </a:xfrm>
        </p:grpSpPr>
        <p:sp>
          <p:nvSpPr>
            <p:cNvPr id="46" name="TextBox 45">
              <a:extLst>
                <a:ext uri="{FF2B5EF4-FFF2-40B4-BE49-F238E27FC236}">
                  <a16:creationId xmlns:a16="http://schemas.microsoft.com/office/drawing/2014/main" id="{A43A768A-814F-44F1-9253-E479F9011191}"/>
                </a:ext>
              </a:extLst>
            </p:cNvPr>
            <p:cNvSpPr txBox="1"/>
            <p:nvPr/>
          </p:nvSpPr>
          <p:spPr>
            <a:xfrm>
              <a:off x="5047930" y="2557033"/>
              <a:ext cx="1176925"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+1(647)451-5570</a:t>
              </a:r>
            </a:p>
          </p:txBody>
        </p:sp>
        <p:sp>
          <p:nvSpPr>
            <p:cNvPr id="122" name="Freeform: Shape 121">
              <a:extLst>
                <a:ext uri="{FF2B5EF4-FFF2-40B4-BE49-F238E27FC236}">
                  <a16:creationId xmlns:a16="http://schemas.microsoft.com/office/drawing/2014/main" id="{266E60A2-2D32-4EE7-A423-2803F86797CF}"/>
                </a:ext>
              </a:extLst>
            </p:cNvPr>
            <p:cNvSpPr/>
            <p:nvPr/>
          </p:nvSpPr>
          <p:spPr>
            <a:xfrm>
              <a:off x="4840641" y="2583086"/>
              <a:ext cx="108724" cy="199186"/>
            </a:xfrm>
            <a:custGeom>
              <a:avLst/>
              <a:gdLst>
                <a:gd name="connsiteX0" fmla="*/ 99107 w 610235"/>
                <a:gd name="connsiteY0" fmla="*/ 0 h 1117970"/>
                <a:gd name="connsiteX1" fmla="*/ 511731 w 610235"/>
                <a:gd name="connsiteY1" fmla="*/ 0 h 1117970"/>
                <a:gd name="connsiteX2" fmla="*/ 570896 w 610235"/>
                <a:gd name="connsiteY2" fmla="*/ 28748 h 1117970"/>
                <a:gd name="connsiteX3" fmla="*/ 612420 w 610235"/>
                <a:gd name="connsiteY3" fmla="*/ 130319 h 1117970"/>
                <a:gd name="connsiteX4" fmla="*/ 612349 w 610235"/>
                <a:gd name="connsiteY4" fmla="*/ 979261 h 1117970"/>
                <a:gd name="connsiteX5" fmla="*/ 611038 w 610235"/>
                <a:gd name="connsiteY5" fmla="*/ 1009749 h 1117970"/>
                <a:gd name="connsiteX6" fmla="*/ 493710 w 610235"/>
                <a:gd name="connsiteY6" fmla="*/ 1118567 h 1117970"/>
                <a:gd name="connsiteX7" fmla="*/ 117247 w 610235"/>
                <a:gd name="connsiteY7" fmla="*/ 1118567 h 1117970"/>
                <a:gd name="connsiteX8" fmla="*/ 111 w 610235"/>
                <a:gd name="connsiteY8" fmla="*/ 1001716 h 1117970"/>
                <a:gd name="connsiteX9" fmla="*/ 15 w 610235"/>
                <a:gd name="connsiteY9" fmla="*/ 115683 h 1117970"/>
                <a:gd name="connsiteX10" fmla="*/ 10527 w 610235"/>
                <a:gd name="connsiteY10" fmla="*/ 69271 h 1117970"/>
                <a:gd name="connsiteX11" fmla="*/ 99107 w 610235"/>
                <a:gd name="connsiteY11" fmla="*/ 0 h 1117970"/>
                <a:gd name="connsiteX12" fmla="*/ 306516 w 610235"/>
                <a:gd name="connsiteY12" fmla="*/ 103287 h 1117970"/>
                <a:gd name="connsiteX13" fmla="*/ 306516 w 610235"/>
                <a:gd name="connsiteY13" fmla="*/ 103239 h 1117970"/>
                <a:gd name="connsiteX14" fmla="*/ 231214 w 610235"/>
                <a:gd name="connsiteY14" fmla="*/ 103311 h 1117970"/>
                <a:gd name="connsiteX15" fmla="*/ 206208 w 610235"/>
                <a:gd name="connsiteY15" fmla="*/ 127434 h 1117970"/>
                <a:gd name="connsiteX16" fmla="*/ 230904 w 610235"/>
                <a:gd name="connsiteY16" fmla="*/ 150414 h 1117970"/>
                <a:gd name="connsiteX17" fmla="*/ 380435 w 610235"/>
                <a:gd name="connsiteY17" fmla="*/ 150509 h 1117970"/>
                <a:gd name="connsiteX18" fmla="*/ 397598 w 610235"/>
                <a:gd name="connsiteY18" fmla="*/ 144860 h 1117970"/>
                <a:gd name="connsiteX19" fmla="*/ 404702 w 610235"/>
                <a:gd name="connsiteY19" fmla="*/ 120188 h 1117970"/>
                <a:gd name="connsiteX20" fmla="*/ 381842 w 610235"/>
                <a:gd name="connsiteY20" fmla="*/ 103359 h 1117970"/>
                <a:gd name="connsiteX21" fmla="*/ 306516 w 610235"/>
                <a:gd name="connsiteY21" fmla="*/ 103287 h 1117970"/>
                <a:gd name="connsiteX22" fmla="*/ 256767 w 610235"/>
                <a:gd name="connsiteY22" fmla="*/ 964387 h 1117970"/>
                <a:gd name="connsiteX23" fmla="*/ 304490 w 610235"/>
                <a:gd name="connsiteY23" fmla="*/ 1014517 h 1117970"/>
                <a:gd name="connsiteX24" fmla="*/ 354596 w 610235"/>
                <a:gd name="connsiteY24" fmla="*/ 965746 h 1117970"/>
                <a:gd name="connsiteX25" fmla="*/ 306325 w 610235"/>
                <a:gd name="connsiteY25" fmla="*/ 915687 h 1117970"/>
                <a:gd name="connsiteX26" fmla="*/ 256767 w 610235"/>
                <a:gd name="connsiteY26" fmla="*/ 964387 h 111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610235" h="1117970">
                  <a:moveTo>
                    <a:pt x="99107" y="0"/>
                  </a:moveTo>
                  <a:cubicBezTo>
                    <a:pt x="236648" y="0"/>
                    <a:pt x="374190" y="0"/>
                    <a:pt x="511731" y="0"/>
                  </a:cubicBezTo>
                  <a:cubicBezTo>
                    <a:pt x="533662" y="5054"/>
                    <a:pt x="553852" y="13563"/>
                    <a:pt x="570896" y="28748"/>
                  </a:cubicBezTo>
                  <a:cubicBezTo>
                    <a:pt x="601360" y="55851"/>
                    <a:pt x="612420" y="90582"/>
                    <a:pt x="612420" y="130319"/>
                  </a:cubicBezTo>
                  <a:cubicBezTo>
                    <a:pt x="612277" y="413292"/>
                    <a:pt x="612349" y="696289"/>
                    <a:pt x="612349" y="979261"/>
                  </a:cubicBezTo>
                  <a:cubicBezTo>
                    <a:pt x="612349" y="989440"/>
                    <a:pt x="611967" y="999571"/>
                    <a:pt x="611038" y="1009749"/>
                  </a:cubicBezTo>
                  <a:cubicBezTo>
                    <a:pt x="605436" y="1070987"/>
                    <a:pt x="554805" y="1118448"/>
                    <a:pt x="493710" y="1118567"/>
                  </a:cubicBezTo>
                  <a:cubicBezTo>
                    <a:pt x="368231" y="1118805"/>
                    <a:pt x="242727" y="1118829"/>
                    <a:pt x="117247" y="1118567"/>
                  </a:cubicBezTo>
                  <a:cubicBezTo>
                    <a:pt x="53435" y="1118424"/>
                    <a:pt x="158" y="1065386"/>
                    <a:pt x="111" y="1001716"/>
                  </a:cubicBezTo>
                  <a:cubicBezTo>
                    <a:pt x="-80" y="706372"/>
                    <a:pt x="39" y="411027"/>
                    <a:pt x="15" y="115683"/>
                  </a:cubicBezTo>
                  <a:cubicBezTo>
                    <a:pt x="15" y="99378"/>
                    <a:pt x="3686" y="83931"/>
                    <a:pt x="10527" y="69271"/>
                  </a:cubicBezTo>
                  <a:cubicBezTo>
                    <a:pt x="28310" y="31155"/>
                    <a:pt x="58846" y="9320"/>
                    <a:pt x="99107" y="0"/>
                  </a:cubicBezTo>
                  <a:close/>
                  <a:moveTo>
                    <a:pt x="306516" y="103287"/>
                  </a:moveTo>
                  <a:cubicBezTo>
                    <a:pt x="306516" y="103263"/>
                    <a:pt x="306516" y="103263"/>
                    <a:pt x="306516" y="103239"/>
                  </a:cubicBezTo>
                  <a:cubicBezTo>
                    <a:pt x="281415" y="103239"/>
                    <a:pt x="256314" y="103049"/>
                    <a:pt x="231214" y="103311"/>
                  </a:cubicBezTo>
                  <a:cubicBezTo>
                    <a:pt x="215624" y="103478"/>
                    <a:pt x="206089" y="112989"/>
                    <a:pt x="206208" y="127434"/>
                  </a:cubicBezTo>
                  <a:cubicBezTo>
                    <a:pt x="206327" y="141594"/>
                    <a:pt x="215076" y="150342"/>
                    <a:pt x="230904" y="150414"/>
                  </a:cubicBezTo>
                  <a:cubicBezTo>
                    <a:pt x="280748" y="150700"/>
                    <a:pt x="330591" y="150533"/>
                    <a:pt x="380435" y="150509"/>
                  </a:cubicBezTo>
                  <a:cubicBezTo>
                    <a:pt x="386752" y="150509"/>
                    <a:pt x="392878" y="149556"/>
                    <a:pt x="397598" y="144860"/>
                  </a:cubicBezTo>
                  <a:cubicBezTo>
                    <a:pt x="404463" y="137994"/>
                    <a:pt x="408063" y="130080"/>
                    <a:pt x="404702" y="120188"/>
                  </a:cubicBezTo>
                  <a:cubicBezTo>
                    <a:pt x="400983" y="109270"/>
                    <a:pt x="393284" y="103430"/>
                    <a:pt x="381842" y="103359"/>
                  </a:cubicBezTo>
                  <a:cubicBezTo>
                    <a:pt x="356717" y="103144"/>
                    <a:pt x="331616" y="103287"/>
                    <a:pt x="306516" y="103287"/>
                  </a:cubicBezTo>
                  <a:close/>
                  <a:moveTo>
                    <a:pt x="256767" y="964387"/>
                  </a:moveTo>
                  <a:cubicBezTo>
                    <a:pt x="256505" y="992324"/>
                    <a:pt x="277196" y="1014064"/>
                    <a:pt x="304490" y="1014517"/>
                  </a:cubicBezTo>
                  <a:cubicBezTo>
                    <a:pt x="332808" y="1014970"/>
                    <a:pt x="354405" y="993945"/>
                    <a:pt x="354596" y="965746"/>
                  </a:cubicBezTo>
                  <a:cubicBezTo>
                    <a:pt x="354786" y="938333"/>
                    <a:pt x="333571" y="916331"/>
                    <a:pt x="306325" y="915687"/>
                  </a:cubicBezTo>
                  <a:cubicBezTo>
                    <a:pt x="279699" y="915068"/>
                    <a:pt x="257029" y="937332"/>
                    <a:pt x="256767" y="964387"/>
                  </a:cubicBezTo>
                  <a:close/>
                </a:path>
              </a:pathLst>
            </a:custGeom>
            <a:solidFill>
              <a:srgbClr val="E87214"/>
            </a:solidFill>
            <a:ln w="237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latin typeface="Arial" panose="020B0604020202020204" pitchFamily="34" charset="0"/>
                <a:cs typeface="Arial" panose="020B0604020202020204" pitchFamily="34" charset="0"/>
              </a:endParaRPr>
            </a:p>
          </p:txBody>
        </p:sp>
      </p:grpSp>
      <p:grpSp>
        <p:nvGrpSpPr>
          <p:cNvPr id="134" name="Group 133">
            <a:extLst>
              <a:ext uri="{FF2B5EF4-FFF2-40B4-BE49-F238E27FC236}">
                <a16:creationId xmlns:a16="http://schemas.microsoft.com/office/drawing/2014/main" id="{81FAA655-F2F1-4A06-8933-B0D1207CF5D8}"/>
              </a:ext>
            </a:extLst>
          </p:cNvPr>
          <p:cNvGrpSpPr/>
          <p:nvPr/>
        </p:nvGrpSpPr>
        <p:grpSpPr>
          <a:xfrm>
            <a:off x="9378669" y="1666185"/>
            <a:ext cx="1461883" cy="246221"/>
            <a:chOff x="4432658" y="3019806"/>
            <a:chExt cx="1461883" cy="246221"/>
          </a:xfrm>
        </p:grpSpPr>
        <p:sp>
          <p:nvSpPr>
            <p:cNvPr id="42" name="TextBox 41">
              <a:extLst>
                <a:ext uri="{FF2B5EF4-FFF2-40B4-BE49-F238E27FC236}">
                  <a16:creationId xmlns:a16="http://schemas.microsoft.com/office/drawing/2014/main" id="{4C45175C-2BBE-4FFB-9A38-A9DE1E25DFE9}"/>
                </a:ext>
              </a:extLst>
            </p:cNvPr>
            <p:cNvSpPr txBox="1"/>
            <p:nvPr/>
          </p:nvSpPr>
          <p:spPr>
            <a:xfrm>
              <a:off x="4677541" y="3019806"/>
              <a:ext cx="1217000" cy="246221"/>
            </a:xfrm>
            <a:prstGeom prst="rect">
              <a:avLst/>
            </a:prstGeom>
            <a:noFill/>
          </p:spPr>
          <p:txBody>
            <a:bodyPr wrap="none" rtlCol="0">
              <a:spAutoFit/>
            </a:bodyPr>
            <a:lstStyle/>
            <a:p>
              <a:r>
                <a:rPr lang="en-US" sz="1000" dirty="0">
                  <a:latin typeface="Arial" panose="020B0604020202020204" pitchFamily="34" charset="0"/>
                  <a:cs typeface="Arial" panose="020B0604020202020204" pitchFamily="34" charset="0"/>
                </a:rPr>
                <a:t>fernando-quezada</a:t>
              </a:r>
            </a:p>
          </p:txBody>
        </p:sp>
        <p:sp>
          <p:nvSpPr>
            <p:cNvPr id="131" name="Graphic 129">
              <a:extLst>
                <a:ext uri="{FF2B5EF4-FFF2-40B4-BE49-F238E27FC236}">
                  <a16:creationId xmlns:a16="http://schemas.microsoft.com/office/drawing/2014/main" id="{C1404428-FDD4-4B3F-8F3E-CDAD1849844F}"/>
                </a:ext>
              </a:extLst>
            </p:cNvPr>
            <p:cNvSpPr/>
            <p:nvPr/>
          </p:nvSpPr>
          <p:spPr>
            <a:xfrm>
              <a:off x="4432658" y="3050960"/>
              <a:ext cx="183912" cy="183912"/>
            </a:xfrm>
            <a:custGeom>
              <a:avLst/>
              <a:gdLst>
                <a:gd name="connsiteX0" fmla="*/ 1360551 w 2514600"/>
                <a:gd name="connsiteY0" fmla="*/ 2516381 h 2514600"/>
                <a:gd name="connsiteX1" fmla="*/ 1154240 w 2514600"/>
                <a:gd name="connsiteY1" fmla="*/ 2516381 h 2514600"/>
                <a:gd name="connsiteX2" fmla="*/ 1035653 w 2514600"/>
                <a:gd name="connsiteY2" fmla="*/ 2498664 h 2514600"/>
                <a:gd name="connsiteX3" fmla="*/ 47339 w 2514600"/>
                <a:gd name="connsiteY3" fmla="*/ 1609601 h 2514600"/>
                <a:gd name="connsiteX4" fmla="*/ 0 w 2514600"/>
                <a:gd name="connsiteY4" fmla="*/ 1362046 h 2514600"/>
                <a:gd name="connsiteX5" fmla="*/ 0 w 2514600"/>
                <a:gd name="connsiteY5" fmla="*/ 1155735 h 2514600"/>
                <a:gd name="connsiteX6" fmla="*/ 7715 w 2514600"/>
                <a:gd name="connsiteY6" fmla="*/ 1099918 h 2514600"/>
                <a:gd name="connsiteX7" fmla="*/ 377476 w 2514600"/>
                <a:gd name="connsiteY7" fmla="*/ 358778 h 2514600"/>
                <a:gd name="connsiteX8" fmla="*/ 1369314 w 2514600"/>
                <a:gd name="connsiteY8" fmla="*/ 4543 h 2514600"/>
                <a:gd name="connsiteX9" fmla="*/ 1863376 w 2514600"/>
                <a:gd name="connsiteY9" fmla="*/ 154467 h 2514600"/>
                <a:gd name="connsiteX10" fmla="*/ 2495550 w 2514600"/>
                <a:gd name="connsiteY10" fmla="*/ 1481490 h 2514600"/>
                <a:gd name="connsiteX11" fmla="*/ 1610678 w 2514600"/>
                <a:gd name="connsiteY11" fmla="*/ 2468280 h 2514600"/>
                <a:gd name="connsiteX12" fmla="*/ 1360551 w 2514600"/>
                <a:gd name="connsiteY12" fmla="*/ 2516381 h 2514600"/>
                <a:gd name="connsiteX13" fmla="*/ 1754791 w 2514600"/>
                <a:gd name="connsiteY13" fmla="*/ 1253366 h 2514600"/>
                <a:gd name="connsiteX14" fmla="*/ 1745742 w 2514600"/>
                <a:gd name="connsiteY14" fmla="*/ 1513113 h 2514600"/>
                <a:gd name="connsiteX15" fmla="*/ 1789176 w 2514600"/>
                <a:gd name="connsiteY15" fmla="*/ 1566929 h 2514600"/>
                <a:gd name="connsiteX16" fmla="*/ 2137791 w 2514600"/>
                <a:gd name="connsiteY16" fmla="*/ 1656178 h 2514600"/>
                <a:gd name="connsiteX17" fmla="*/ 2216944 w 2514600"/>
                <a:gd name="connsiteY17" fmla="*/ 1620745 h 2514600"/>
                <a:gd name="connsiteX18" fmla="*/ 2276570 w 2514600"/>
                <a:gd name="connsiteY18" fmla="*/ 1143543 h 2514600"/>
                <a:gd name="connsiteX19" fmla="*/ 2203990 w 2514600"/>
                <a:gd name="connsiteY19" fmla="*/ 864460 h 2514600"/>
                <a:gd name="connsiteX20" fmla="*/ 2173415 w 2514600"/>
                <a:gd name="connsiteY20" fmla="*/ 847791 h 2514600"/>
                <a:gd name="connsiteX21" fmla="*/ 1773746 w 2514600"/>
                <a:gd name="connsiteY21" fmla="*/ 953519 h 2514600"/>
                <a:gd name="connsiteX22" fmla="*/ 1744885 w 2514600"/>
                <a:gd name="connsiteY22" fmla="*/ 991238 h 2514600"/>
                <a:gd name="connsiteX23" fmla="*/ 1754791 w 2514600"/>
                <a:gd name="connsiteY23" fmla="*/ 1253366 h 2514600"/>
                <a:gd name="connsiteX24" fmla="*/ 769334 w 2514600"/>
                <a:gd name="connsiteY24" fmla="*/ 1007049 h 2514600"/>
                <a:gd name="connsiteX25" fmla="*/ 727996 w 2514600"/>
                <a:gd name="connsiteY25" fmla="*/ 951423 h 2514600"/>
                <a:gd name="connsiteX26" fmla="*/ 376904 w 2514600"/>
                <a:gd name="connsiteY26" fmla="*/ 861888 h 2514600"/>
                <a:gd name="connsiteX27" fmla="*/ 296894 w 2514600"/>
                <a:gd name="connsiteY27" fmla="*/ 899607 h 2514600"/>
                <a:gd name="connsiteX28" fmla="*/ 238125 w 2514600"/>
                <a:gd name="connsiteY28" fmla="*/ 1374524 h 2514600"/>
                <a:gd name="connsiteX29" fmla="*/ 310706 w 2514600"/>
                <a:gd name="connsiteY29" fmla="*/ 1653606 h 2514600"/>
                <a:gd name="connsiteX30" fmla="*/ 341281 w 2514600"/>
                <a:gd name="connsiteY30" fmla="*/ 1670275 h 2514600"/>
                <a:gd name="connsiteX31" fmla="*/ 743331 w 2514600"/>
                <a:gd name="connsiteY31" fmla="*/ 1563881 h 2514600"/>
                <a:gd name="connsiteX32" fmla="*/ 769906 w 2514600"/>
                <a:gd name="connsiteY32" fmla="*/ 1531686 h 2514600"/>
                <a:gd name="connsiteX33" fmla="*/ 760476 w 2514600"/>
                <a:gd name="connsiteY33" fmla="*/ 1348044 h 2514600"/>
                <a:gd name="connsiteX34" fmla="*/ 769334 w 2514600"/>
                <a:gd name="connsiteY34" fmla="*/ 1007049 h 2514600"/>
                <a:gd name="connsiteX35" fmla="*/ 1260824 w 2514600"/>
                <a:gd name="connsiteY35" fmla="*/ 1522733 h 2514600"/>
                <a:gd name="connsiteX36" fmla="*/ 1477137 w 2514600"/>
                <a:gd name="connsiteY36" fmla="*/ 1531686 h 2514600"/>
                <a:gd name="connsiteX37" fmla="*/ 1511618 w 2514600"/>
                <a:gd name="connsiteY37" fmla="*/ 1510065 h 2514600"/>
                <a:gd name="connsiteX38" fmla="*/ 1511522 w 2514600"/>
                <a:gd name="connsiteY38" fmla="*/ 1007335 h 2514600"/>
                <a:gd name="connsiteX39" fmla="*/ 1486567 w 2514600"/>
                <a:gd name="connsiteY39" fmla="*/ 985713 h 2514600"/>
                <a:gd name="connsiteX40" fmla="*/ 1427893 w 2514600"/>
                <a:gd name="connsiteY40" fmla="*/ 990000 h 2514600"/>
                <a:gd name="connsiteX41" fmla="*/ 1123664 w 2514600"/>
                <a:gd name="connsiteY41" fmla="*/ 990762 h 2514600"/>
                <a:gd name="connsiteX42" fmla="*/ 1028129 w 2514600"/>
                <a:gd name="connsiteY42" fmla="*/ 985618 h 2514600"/>
                <a:gd name="connsiteX43" fmla="*/ 1003649 w 2514600"/>
                <a:gd name="connsiteY43" fmla="*/ 1007811 h 2514600"/>
                <a:gd name="connsiteX44" fmla="*/ 994505 w 2514600"/>
                <a:gd name="connsiteY44" fmla="*/ 1211265 h 2514600"/>
                <a:gd name="connsiteX45" fmla="*/ 1003459 w 2514600"/>
                <a:gd name="connsiteY45" fmla="*/ 1500635 h 2514600"/>
                <a:gd name="connsiteX46" fmla="*/ 1038415 w 2514600"/>
                <a:gd name="connsiteY46" fmla="*/ 1531686 h 2514600"/>
                <a:gd name="connsiteX47" fmla="*/ 1260824 w 2514600"/>
                <a:gd name="connsiteY47" fmla="*/ 1522733 h 2514600"/>
                <a:gd name="connsiteX48" fmla="*/ 1257776 w 2514600"/>
                <a:gd name="connsiteY48" fmla="*/ 761495 h 2514600"/>
                <a:gd name="connsiteX49" fmla="*/ 1455515 w 2514600"/>
                <a:gd name="connsiteY49" fmla="*/ 752637 h 2514600"/>
                <a:gd name="connsiteX50" fmla="*/ 1475232 w 2514600"/>
                <a:gd name="connsiteY50" fmla="*/ 727300 h 2514600"/>
                <a:gd name="connsiteX51" fmla="*/ 1392460 w 2514600"/>
                <a:gd name="connsiteY51" fmla="*/ 424977 h 2514600"/>
                <a:gd name="connsiteX52" fmla="*/ 1303877 w 2514600"/>
                <a:gd name="connsiteY52" fmla="*/ 267338 h 2514600"/>
                <a:gd name="connsiteX53" fmla="*/ 1211675 w 2514600"/>
                <a:gd name="connsiteY53" fmla="*/ 266576 h 2514600"/>
                <a:gd name="connsiteX54" fmla="*/ 1141286 w 2514600"/>
                <a:gd name="connsiteY54" fmla="*/ 381257 h 2514600"/>
                <a:gd name="connsiteX55" fmla="*/ 1039844 w 2514600"/>
                <a:gd name="connsiteY55" fmla="*/ 726348 h 2514600"/>
                <a:gd name="connsiteX56" fmla="*/ 1060799 w 2514600"/>
                <a:gd name="connsiteY56" fmla="*/ 752922 h 2514600"/>
                <a:gd name="connsiteX57" fmla="*/ 1257776 w 2514600"/>
                <a:gd name="connsiteY57" fmla="*/ 761495 h 2514600"/>
                <a:gd name="connsiteX58" fmla="*/ 1257776 w 2514600"/>
                <a:gd name="connsiteY58" fmla="*/ 1756476 h 2514600"/>
                <a:gd name="connsiteX59" fmla="*/ 1059275 w 2514600"/>
                <a:gd name="connsiteY59" fmla="*/ 1765239 h 2514600"/>
                <a:gd name="connsiteX60" fmla="*/ 1039654 w 2514600"/>
                <a:gd name="connsiteY60" fmla="*/ 1790671 h 2514600"/>
                <a:gd name="connsiteX61" fmla="*/ 1122426 w 2514600"/>
                <a:gd name="connsiteY61" fmla="*/ 2092995 h 2514600"/>
                <a:gd name="connsiteX62" fmla="*/ 1212628 w 2514600"/>
                <a:gd name="connsiteY62" fmla="*/ 2252443 h 2514600"/>
                <a:gd name="connsiteX63" fmla="*/ 1301591 w 2514600"/>
                <a:gd name="connsiteY63" fmla="*/ 2253110 h 2514600"/>
                <a:gd name="connsiteX64" fmla="*/ 1373505 w 2514600"/>
                <a:gd name="connsiteY64" fmla="*/ 2136619 h 2514600"/>
                <a:gd name="connsiteX65" fmla="*/ 1474946 w 2514600"/>
                <a:gd name="connsiteY65" fmla="*/ 1791528 h 2514600"/>
                <a:gd name="connsiteX66" fmla="*/ 1453896 w 2514600"/>
                <a:gd name="connsiteY66" fmla="*/ 1765049 h 2514600"/>
                <a:gd name="connsiteX67" fmla="*/ 1257776 w 2514600"/>
                <a:gd name="connsiteY67" fmla="*/ 1756476 h 2514600"/>
                <a:gd name="connsiteX68" fmla="*/ 781336 w 2514600"/>
                <a:gd name="connsiteY68" fmla="*/ 722919 h 2514600"/>
                <a:gd name="connsiteX69" fmla="*/ 807720 w 2514600"/>
                <a:gd name="connsiteY69" fmla="*/ 692153 h 2514600"/>
                <a:gd name="connsiteX70" fmla="*/ 914114 w 2514600"/>
                <a:gd name="connsiteY70" fmla="*/ 315439 h 2514600"/>
                <a:gd name="connsiteX71" fmla="*/ 916781 w 2514600"/>
                <a:gd name="connsiteY71" fmla="*/ 297151 h 2514600"/>
                <a:gd name="connsiteX72" fmla="*/ 898779 w 2514600"/>
                <a:gd name="connsiteY72" fmla="*/ 298580 h 2514600"/>
                <a:gd name="connsiteX73" fmla="*/ 455771 w 2514600"/>
                <a:gd name="connsiteY73" fmla="*/ 620430 h 2514600"/>
                <a:gd name="connsiteX74" fmla="*/ 461010 w 2514600"/>
                <a:gd name="connsiteY74" fmla="*/ 643480 h 2514600"/>
                <a:gd name="connsiteX75" fmla="*/ 781336 w 2514600"/>
                <a:gd name="connsiteY75" fmla="*/ 722919 h 2514600"/>
                <a:gd name="connsiteX76" fmla="*/ 787527 w 2514600"/>
                <a:gd name="connsiteY76" fmla="*/ 1794195 h 2514600"/>
                <a:gd name="connsiteX77" fmla="*/ 777812 w 2514600"/>
                <a:gd name="connsiteY77" fmla="*/ 1795624 h 2514600"/>
                <a:gd name="connsiteX78" fmla="*/ 466535 w 2514600"/>
                <a:gd name="connsiteY78" fmla="*/ 1872396 h 2514600"/>
                <a:gd name="connsiteX79" fmla="*/ 458248 w 2514600"/>
                <a:gd name="connsiteY79" fmla="*/ 1900685 h 2514600"/>
                <a:gd name="connsiteX80" fmla="*/ 893540 w 2514600"/>
                <a:gd name="connsiteY80" fmla="*/ 2217201 h 2514600"/>
                <a:gd name="connsiteX81" fmla="*/ 916210 w 2514600"/>
                <a:gd name="connsiteY81" fmla="*/ 2221106 h 2514600"/>
                <a:gd name="connsiteX82" fmla="*/ 912686 w 2514600"/>
                <a:gd name="connsiteY82" fmla="*/ 2198818 h 2514600"/>
                <a:gd name="connsiteX83" fmla="*/ 858393 w 2514600"/>
                <a:gd name="connsiteY83" fmla="*/ 2043846 h 2514600"/>
                <a:gd name="connsiteX84" fmla="*/ 805053 w 2514600"/>
                <a:gd name="connsiteY84" fmla="*/ 1812293 h 2514600"/>
                <a:gd name="connsiteX85" fmla="*/ 787527 w 2514600"/>
                <a:gd name="connsiteY85" fmla="*/ 1794195 h 2514600"/>
                <a:gd name="connsiteX86" fmla="*/ 1726406 w 2514600"/>
                <a:gd name="connsiteY86" fmla="*/ 1793814 h 2514600"/>
                <a:gd name="connsiteX87" fmla="*/ 1709547 w 2514600"/>
                <a:gd name="connsiteY87" fmla="*/ 1814198 h 2514600"/>
                <a:gd name="connsiteX88" fmla="*/ 1599533 w 2514600"/>
                <a:gd name="connsiteY88" fmla="*/ 2205104 h 2514600"/>
                <a:gd name="connsiteX89" fmla="*/ 1598200 w 2514600"/>
                <a:gd name="connsiteY89" fmla="*/ 2221106 h 2514600"/>
                <a:gd name="connsiteX90" fmla="*/ 1614107 w 2514600"/>
                <a:gd name="connsiteY90" fmla="*/ 2219963 h 2514600"/>
                <a:gd name="connsiteX91" fmla="*/ 1715262 w 2514600"/>
                <a:gd name="connsiteY91" fmla="*/ 2176148 h 2514600"/>
                <a:gd name="connsiteX92" fmla="*/ 2057686 w 2514600"/>
                <a:gd name="connsiteY92" fmla="*/ 1898970 h 2514600"/>
                <a:gd name="connsiteX93" fmla="*/ 2053304 w 2514600"/>
                <a:gd name="connsiteY93" fmla="*/ 1874205 h 2514600"/>
                <a:gd name="connsiteX94" fmla="*/ 1726406 w 2514600"/>
                <a:gd name="connsiteY94" fmla="*/ 1793814 h 2514600"/>
                <a:gd name="connsiteX95" fmla="*/ 1728121 w 2514600"/>
                <a:gd name="connsiteY95" fmla="*/ 723681 h 2514600"/>
                <a:gd name="connsiteX96" fmla="*/ 2055876 w 2514600"/>
                <a:gd name="connsiteY96" fmla="*/ 642528 h 2514600"/>
                <a:gd name="connsiteX97" fmla="*/ 2058924 w 2514600"/>
                <a:gd name="connsiteY97" fmla="*/ 620525 h 2514600"/>
                <a:gd name="connsiteX98" fmla="*/ 1615916 w 2514600"/>
                <a:gd name="connsiteY98" fmla="*/ 298675 h 2514600"/>
                <a:gd name="connsiteX99" fmla="*/ 1597914 w 2514600"/>
                <a:gd name="connsiteY99" fmla="*/ 297246 h 2514600"/>
                <a:gd name="connsiteX100" fmla="*/ 1600581 w 2514600"/>
                <a:gd name="connsiteY100" fmla="*/ 315439 h 2514600"/>
                <a:gd name="connsiteX101" fmla="*/ 1642301 w 2514600"/>
                <a:gd name="connsiteY101" fmla="*/ 428120 h 2514600"/>
                <a:gd name="connsiteX102" fmla="*/ 1709642 w 2514600"/>
                <a:gd name="connsiteY102" fmla="*/ 704154 h 2514600"/>
                <a:gd name="connsiteX103" fmla="*/ 1728121 w 2514600"/>
                <a:gd name="connsiteY103" fmla="*/ 723681 h 2514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Lst>
              <a:rect l="l" t="t" r="r" b="b"/>
              <a:pathLst>
                <a:path w="2514600" h="2514600">
                  <a:moveTo>
                    <a:pt x="1360551" y="2516381"/>
                  </a:moveTo>
                  <a:cubicBezTo>
                    <a:pt x="1291781" y="2516381"/>
                    <a:pt x="1223010" y="2516381"/>
                    <a:pt x="1154240" y="2516381"/>
                  </a:cubicBezTo>
                  <a:cubicBezTo>
                    <a:pt x="1114711" y="2510571"/>
                    <a:pt x="1074706" y="2506951"/>
                    <a:pt x="1035653" y="2498664"/>
                  </a:cubicBezTo>
                  <a:cubicBezTo>
                    <a:pt x="534638" y="2393223"/>
                    <a:pt x="206026" y="2095662"/>
                    <a:pt x="47339" y="1609601"/>
                  </a:cubicBezTo>
                  <a:cubicBezTo>
                    <a:pt x="21146" y="1529210"/>
                    <a:pt x="10382" y="1445580"/>
                    <a:pt x="0" y="1362046"/>
                  </a:cubicBezTo>
                  <a:cubicBezTo>
                    <a:pt x="0" y="1293276"/>
                    <a:pt x="0" y="1224505"/>
                    <a:pt x="0" y="1155735"/>
                  </a:cubicBezTo>
                  <a:cubicBezTo>
                    <a:pt x="2572" y="1137161"/>
                    <a:pt x="5334" y="1118587"/>
                    <a:pt x="7715" y="1099918"/>
                  </a:cubicBezTo>
                  <a:cubicBezTo>
                    <a:pt x="45530" y="810263"/>
                    <a:pt x="167831" y="561184"/>
                    <a:pt x="377476" y="358778"/>
                  </a:cubicBezTo>
                  <a:cubicBezTo>
                    <a:pt x="653701" y="92364"/>
                    <a:pt x="985933" y="-25365"/>
                    <a:pt x="1369314" y="4543"/>
                  </a:cubicBezTo>
                  <a:cubicBezTo>
                    <a:pt x="1544955" y="18259"/>
                    <a:pt x="1709547" y="69599"/>
                    <a:pt x="1863376" y="154467"/>
                  </a:cubicBezTo>
                  <a:cubicBezTo>
                    <a:pt x="2329244" y="411356"/>
                    <a:pt x="2601182" y="938279"/>
                    <a:pt x="2495550" y="1481490"/>
                  </a:cubicBezTo>
                  <a:cubicBezTo>
                    <a:pt x="2398109" y="1982409"/>
                    <a:pt x="2094833" y="2309212"/>
                    <a:pt x="1610678" y="2468280"/>
                  </a:cubicBezTo>
                  <a:cubicBezTo>
                    <a:pt x="1529525" y="2494950"/>
                    <a:pt x="1444943" y="2505903"/>
                    <a:pt x="1360551" y="2516381"/>
                  </a:cubicBezTo>
                  <a:close/>
                  <a:moveTo>
                    <a:pt x="1754791" y="1253366"/>
                  </a:moveTo>
                  <a:cubicBezTo>
                    <a:pt x="1756220" y="1343377"/>
                    <a:pt x="1752124" y="1428245"/>
                    <a:pt x="1745742" y="1513113"/>
                  </a:cubicBezTo>
                  <a:cubicBezTo>
                    <a:pt x="1742218" y="1559595"/>
                    <a:pt x="1744028" y="1559404"/>
                    <a:pt x="1789176" y="1566929"/>
                  </a:cubicBezTo>
                  <a:cubicBezTo>
                    <a:pt x="1907858" y="1586836"/>
                    <a:pt x="2024539" y="1614744"/>
                    <a:pt x="2137791" y="1656178"/>
                  </a:cubicBezTo>
                  <a:cubicBezTo>
                    <a:pt x="2199132" y="1678657"/>
                    <a:pt x="2189798" y="1692087"/>
                    <a:pt x="2216944" y="1620745"/>
                  </a:cubicBezTo>
                  <a:cubicBezTo>
                    <a:pt x="2275618" y="1466631"/>
                    <a:pt x="2294477" y="1307087"/>
                    <a:pt x="2276570" y="1143543"/>
                  </a:cubicBezTo>
                  <a:cubicBezTo>
                    <a:pt x="2266093" y="1047150"/>
                    <a:pt x="2241709" y="953995"/>
                    <a:pt x="2203990" y="864460"/>
                  </a:cubicBezTo>
                  <a:cubicBezTo>
                    <a:pt x="2197894" y="850077"/>
                    <a:pt x="2191988" y="840267"/>
                    <a:pt x="2173415" y="847791"/>
                  </a:cubicBezTo>
                  <a:cubicBezTo>
                    <a:pt x="2044732" y="899988"/>
                    <a:pt x="1910429" y="931611"/>
                    <a:pt x="1773746" y="953519"/>
                  </a:cubicBezTo>
                  <a:cubicBezTo>
                    <a:pt x="1749076" y="957519"/>
                    <a:pt x="1743170" y="968568"/>
                    <a:pt x="1744885" y="991238"/>
                  </a:cubicBezTo>
                  <a:cubicBezTo>
                    <a:pt x="1751552" y="1080011"/>
                    <a:pt x="1757267" y="1168974"/>
                    <a:pt x="1754791" y="1253366"/>
                  </a:cubicBezTo>
                  <a:close/>
                  <a:moveTo>
                    <a:pt x="769334" y="1007049"/>
                  </a:moveTo>
                  <a:cubicBezTo>
                    <a:pt x="770382" y="958186"/>
                    <a:pt x="770382" y="958377"/>
                    <a:pt x="727996" y="951423"/>
                  </a:cubicBezTo>
                  <a:cubicBezTo>
                    <a:pt x="608362" y="931707"/>
                    <a:pt x="490919" y="903608"/>
                    <a:pt x="376904" y="861888"/>
                  </a:cubicBezTo>
                  <a:cubicBezTo>
                    <a:pt x="315563" y="839409"/>
                    <a:pt x="325088" y="825217"/>
                    <a:pt x="296894" y="899607"/>
                  </a:cubicBezTo>
                  <a:cubicBezTo>
                    <a:pt x="238792" y="1053055"/>
                    <a:pt x="220313" y="1211837"/>
                    <a:pt x="238125" y="1374524"/>
                  </a:cubicBezTo>
                  <a:cubicBezTo>
                    <a:pt x="248603" y="1470917"/>
                    <a:pt x="272987" y="1564071"/>
                    <a:pt x="310706" y="1653606"/>
                  </a:cubicBezTo>
                  <a:cubicBezTo>
                    <a:pt x="316801" y="1667989"/>
                    <a:pt x="322707" y="1677800"/>
                    <a:pt x="341281" y="1670275"/>
                  </a:cubicBezTo>
                  <a:cubicBezTo>
                    <a:pt x="470725" y="1617697"/>
                    <a:pt x="605981" y="1586455"/>
                    <a:pt x="743331" y="1563881"/>
                  </a:cubicBezTo>
                  <a:cubicBezTo>
                    <a:pt x="763810" y="1560547"/>
                    <a:pt x="771239" y="1552165"/>
                    <a:pt x="769906" y="1531686"/>
                  </a:cubicBezTo>
                  <a:cubicBezTo>
                    <a:pt x="766001" y="1470536"/>
                    <a:pt x="761714" y="1409290"/>
                    <a:pt x="760476" y="1348044"/>
                  </a:cubicBezTo>
                  <a:cubicBezTo>
                    <a:pt x="758190" y="1231077"/>
                    <a:pt x="758095" y="1114110"/>
                    <a:pt x="769334" y="1007049"/>
                  </a:cubicBezTo>
                  <a:close/>
                  <a:moveTo>
                    <a:pt x="1260824" y="1522733"/>
                  </a:moveTo>
                  <a:cubicBezTo>
                    <a:pt x="1331690" y="1524257"/>
                    <a:pt x="1404461" y="1525495"/>
                    <a:pt x="1477137" y="1531686"/>
                  </a:cubicBezTo>
                  <a:cubicBezTo>
                    <a:pt x="1493139" y="1533020"/>
                    <a:pt x="1509713" y="1536449"/>
                    <a:pt x="1511618" y="1510065"/>
                  </a:cubicBezTo>
                  <a:cubicBezTo>
                    <a:pt x="1523810" y="1342425"/>
                    <a:pt x="1523810" y="1174975"/>
                    <a:pt x="1511522" y="1007335"/>
                  </a:cubicBezTo>
                  <a:cubicBezTo>
                    <a:pt x="1510189" y="989809"/>
                    <a:pt x="1502378" y="984380"/>
                    <a:pt x="1486567" y="985713"/>
                  </a:cubicBezTo>
                  <a:cubicBezTo>
                    <a:pt x="1467041" y="987333"/>
                    <a:pt x="1447419" y="989238"/>
                    <a:pt x="1427893" y="990000"/>
                  </a:cubicBezTo>
                  <a:cubicBezTo>
                    <a:pt x="1326452" y="994000"/>
                    <a:pt x="1225106" y="998001"/>
                    <a:pt x="1123664" y="990762"/>
                  </a:cubicBezTo>
                  <a:cubicBezTo>
                    <a:pt x="1091851" y="988476"/>
                    <a:pt x="1059942" y="987618"/>
                    <a:pt x="1028129" y="985618"/>
                  </a:cubicBezTo>
                  <a:cubicBezTo>
                    <a:pt x="1011936" y="984666"/>
                    <a:pt x="1004316" y="990476"/>
                    <a:pt x="1003649" y="1007811"/>
                  </a:cubicBezTo>
                  <a:cubicBezTo>
                    <a:pt x="1001078" y="1075629"/>
                    <a:pt x="996315" y="1143447"/>
                    <a:pt x="994505" y="1211265"/>
                  </a:cubicBezTo>
                  <a:cubicBezTo>
                    <a:pt x="991838" y="1307849"/>
                    <a:pt x="997077" y="1404337"/>
                    <a:pt x="1003459" y="1500635"/>
                  </a:cubicBezTo>
                  <a:cubicBezTo>
                    <a:pt x="1005554" y="1531305"/>
                    <a:pt x="1007555" y="1534353"/>
                    <a:pt x="1038415" y="1531686"/>
                  </a:cubicBezTo>
                  <a:cubicBezTo>
                    <a:pt x="1111663" y="1525495"/>
                    <a:pt x="1185196" y="1524066"/>
                    <a:pt x="1260824" y="1522733"/>
                  </a:cubicBezTo>
                  <a:close/>
                  <a:moveTo>
                    <a:pt x="1257776" y="761495"/>
                  </a:moveTo>
                  <a:cubicBezTo>
                    <a:pt x="1322927" y="753589"/>
                    <a:pt x="1389507" y="760352"/>
                    <a:pt x="1455515" y="752637"/>
                  </a:cubicBezTo>
                  <a:cubicBezTo>
                    <a:pt x="1472375" y="750636"/>
                    <a:pt x="1478566" y="744445"/>
                    <a:pt x="1475232" y="727300"/>
                  </a:cubicBezTo>
                  <a:cubicBezTo>
                    <a:pt x="1455230" y="624430"/>
                    <a:pt x="1431989" y="522417"/>
                    <a:pt x="1392460" y="424977"/>
                  </a:cubicBezTo>
                  <a:cubicBezTo>
                    <a:pt x="1369600" y="368779"/>
                    <a:pt x="1344263" y="313725"/>
                    <a:pt x="1303877" y="267338"/>
                  </a:cubicBezTo>
                  <a:cubicBezTo>
                    <a:pt x="1266635" y="224571"/>
                    <a:pt x="1248823" y="224475"/>
                    <a:pt x="1211675" y="266576"/>
                  </a:cubicBezTo>
                  <a:cubicBezTo>
                    <a:pt x="1181576" y="300675"/>
                    <a:pt x="1160145" y="340204"/>
                    <a:pt x="1141286" y="381257"/>
                  </a:cubicBezTo>
                  <a:cubicBezTo>
                    <a:pt x="1090708" y="491366"/>
                    <a:pt x="1062609" y="608047"/>
                    <a:pt x="1039844" y="726348"/>
                  </a:cubicBezTo>
                  <a:cubicBezTo>
                    <a:pt x="1036225" y="745112"/>
                    <a:pt x="1043083" y="750827"/>
                    <a:pt x="1060799" y="752922"/>
                  </a:cubicBezTo>
                  <a:cubicBezTo>
                    <a:pt x="1126046" y="760257"/>
                    <a:pt x="1191673" y="753684"/>
                    <a:pt x="1257776" y="761495"/>
                  </a:cubicBezTo>
                  <a:close/>
                  <a:moveTo>
                    <a:pt x="1257776" y="1756476"/>
                  </a:moveTo>
                  <a:cubicBezTo>
                    <a:pt x="1191768" y="1764096"/>
                    <a:pt x="1125284" y="1757619"/>
                    <a:pt x="1059275" y="1765239"/>
                  </a:cubicBezTo>
                  <a:cubicBezTo>
                    <a:pt x="1042321" y="1767144"/>
                    <a:pt x="1036320" y="1773526"/>
                    <a:pt x="1039654" y="1790671"/>
                  </a:cubicBezTo>
                  <a:cubicBezTo>
                    <a:pt x="1059656" y="1893541"/>
                    <a:pt x="1082897" y="1995554"/>
                    <a:pt x="1122426" y="2092995"/>
                  </a:cubicBezTo>
                  <a:cubicBezTo>
                    <a:pt x="1145572" y="2149954"/>
                    <a:pt x="1171289" y="2205771"/>
                    <a:pt x="1212628" y="2252443"/>
                  </a:cubicBezTo>
                  <a:cubicBezTo>
                    <a:pt x="1248442" y="2292829"/>
                    <a:pt x="1265873" y="2292829"/>
                    <a:pt x="1301591" y="2253110"/>
                  </a:cubicBezTo>
                  <a:cubicBezTo>
                    <a:pt x="1332548" y="2218629"/>
                    <a:pt x="1354360" y="2178339"/>
                    <a:pt x="1373505" y="2136619"/>
                  </a:cubicBezTo>
                  <a:cubicBezTo>
                    <a:pt x="1424083" y="2026510"/>
                    <a:pt x="1452182" y="1909829"/>
                    <a:pt x="1474946" y="1791528"/>
                  </a:cubicBezTo>
                  <a:cubicBezTo>
                    <a:pt x="1478566" y="1772669"/>
                    <a:pt x="1471517" y="1767049"/>
                    <a:pt x="1453896" y="1765049"/>
                  </a:cubicBezTo>
                  <a:cubicBezTo>
                    <a:pt x="1388745" y="1757619"/>
                    <a:pt x="1323023" y="1764192"/>
                    <a:pt x="1257776" y="1756476"/>
                  </a:cubicBezTo>
                  <a:close/>
                  <a:moveTo>
                    <a:pt x="781336" y="722919"/>
                  </a:moveTo>
                  <a:cubicBezTo>
                    <a:pt x="801719" y="724347"/>
                    <a:pt x="802005" y="724443"/>
                    <a:pt x="807720" y="692153"/>
                  </a:cubicBezTo>
                  <a:cubicBezTo>
                    <a:pt x="830961" y="563089"/>
                    <a:pt x="862965" y="436597"/>
                    <a:pt x="914114" y="315439"/>
                  </a:cubicBezTo>
                  <a:cubicBezTo>
                    <a:pt x="916591" y="309629"/>
                    <a:pt x="921639" y="303057"/>
                    <a:pt x="916781" y="297151"/>
                  </a:cubicBezTo>
                  <a:cubicBezTo>
                    <a:pt x="911352" y="290579"/>
                    <a:pt x="904304" y="296389"/>
                    <a:pt x="898779" y="298580"/>
                  </a:cubicBezTo>
                  <a:cubicBezTo>
                    <a:pt x="721805" y="365445"/>
                    <a:pt x="574167" y="472792"/>
                    <a:pt x="455771" y="620430"/>
                  </a:cubicBezTo>
                  <a:cubicBezTo>
                    <a:pt x="446818" y="631479"/>
                    <a:pt x="445961" y="637956"/>
                    <a:pt x="461010" y="643480"/>
                  </a:cubicBezTo>
                  <a:cubicBezTo>
                    <a:pt x="565880" y="681771"/>
                    <a:pt x="674275" y="705583"/>
                    <a:pt x="781336" y="722919"/>
                  </a:cubicBezTo>
                  <a:close/>
                  <a:moveTo>
                    <a:pt x="787527" y="1794195"/>
                  </a:moveTo>
                  <a:cubicBezTo>
                    <a:pt x="784288" y="1794672"/>
                    <a:pt x="781050" y="1795053"/>
                    <a:pt x="777812" y="1795624"/>
                  </a:cubicBezTo>
                  <a:cubicBezTo>
                    <a:pt x="671989" y="1812769"/>
                    <a:pt x="567690" y="1836201"/>
                    <a:pt x="466535" y="1872396"/>
                  </a:cubicBezTo>
                  <a:cubicBezTo>
                    <a:pt x="448056" y="1879063"/>
                    <a:pt x="445199" y="1884588"/>
                    <a:pt x="458248" y="1900685"/>
                  </a:cubicBezTo>
                  <a:cubicBezTo>
                    <a:pt x="575310" y="2044893"/>
                    <a:pt x="720090" y="2150716"/>
                    <a:pt x="893540" y="2217201"/>
                  </a:cubicBezTo>
                  <a:cubicBezTo>
                    <a:pt x="900779" y="2219963"/>
                    <a:pt x="909447" y="2227393"/>
                    <a:pt x="916210" y="2221106"/>
                  </a:cubicBezTo>
                  <a:cubicBezTo>
                    <a:pt x="923449" y="2214343"/>
                    <a:pt x="915638" y="2205866"/>
                    <a:pt x="912686" y="2198818"/>
                  </a:cubicBezTo>
                  <a:cubicBezTo>
                    <a:pt x="891254" y="2148335"/>
                    <a:pt x="873824" y="2096424"/>
                    <a:pt x="858393" y="2043846"/>
                  </a:cubicBezTo>
                  <a:cubicBezTo>
                    <a:pt x="836009" y="1967741"/>
                    <a:pt x="819436" y="1890207"/>
                    <a:pt x="805053" y="1812293"/>
                  </a:cubicBezTo>
                  <a:cubicBezTo>
                    <a:pt x="802958" y="1802101"/>
                    <a:pt x="801815" y="1792005"/>
                    <a:pt x="787527" y="1794195"/>
                  </a:cubicBezTo>
                  <a:close/>
                  <a:moveTo>
                    <a:pt x="1726406" y="1793814"/>
                  </a:moveTo>
                  <a:cubicBezTo>
                    <a:pt x="1712976" y="1790385"/>
                    <a:pt x="1711738" y="1802292"/>
                    <a:pt x="1709547" y="1814198"/>
                  </a:cubicBezTo>
                  <a:cubicBezTo>
                    <a:pt x="1684782" y="1947834"/>
                    <a:pt x="1653254" y="2079564"/>
                    <a:pt x="1599533" y="2205104"/>
                  </a:cubicBezTo>
                  <a:cubicBezTo>
                    <a:pt x="1597438" y="2210057"/>
                    <a:pt x="1593342" y="2215962"/>
                    <a:pt x="1598200" y="2221106"/>
                  </a:cubicBezTo>
                  <a:cubicBezTo>
                    <a:pt x="1603248" y="2226440"/>
                    <a:pt x="1609058" y="2221677"/>
                    <a:pt x="1614107" y="2219963"/>
                  </a:cubicBezTo>
                  <a:cubicBezTo>
                    <a:pt x="1649063" y="2208247"/>
                    <a:pt x="1682401" y="2192722"/>
                    <a:pt x="1715262" y="2176148"/>
                  </a:cubicBezTo>
                  <a:cubicBezTo>
                    <a:pt x="1849469" y="2108520"/>
                    <a:pt x="1963769" y="2016414"/>
                    <a:pt x="2057686" y="1898970"/>
                  </a:cubicBezTo>
                  <a:cubicBezTo>
                    <a:pt x="2066354" y="1888207"/>
                    <a:pt x="2071116" y="1880682"/>
                    <a:pt x="2053304" y="1874205"/>
                  </a:cubicBezTo>
                  <a:cubicBezTo>
                    <a:pt x="1948529" y="1836105"/>
                    <a:pt x="1840135" y="1812198"/>
                    <a:pt x="1726406" y="1793814"/>
                  </a:cubicBezTo>
                  <a:close/>
                  <a:moveTo>
                    <a:pt x="1728121" y="723681"/>
                  </a:moveTo>
                  <a:cubicBezTo>
                    <a:pt x="1839754" y="706059"/>
                    <a:pt x="1949672" y="681675"/>
                    <a:pt x="2055876" y="642528"/>
                  </a:cubicBezTo>
                  <a:cubicBezTo>
                    <a:pt x="2070640" y="637098"/>
                    <a:pt x="2066258" y="629669"/>
                    <a:pt x="2058924" y="620525"/>
                  </a:cubicBezTo>
                  <a:cubicBezTo>
                    <a:pt x="1940528" y="472983"/>
                    <a:pt x="1792891" y="365541"/>
                    <a:pt x="1615916" y="298675"/>
                  </a:cubicBezTo>
                  <a:cubicBezTo>
                    <a:pt x="1610392" y="296580"/>
                    <a:pt x="1603343" y="290674"/>
                    <a:pt x="1597914" y="297246"/>
                  </a:cubicBezTo>
                  <a:cubicBezTo>
                    <a:pt x="1593056" y="303057"/>
                    <a:pt x="1598105" y="309724"/>
                    <a:pt x="1600581" y="315439"/>
                  </a:cubicBezTo>
                  <a:cubicBezTo>
                    <a:pt x="1616583" y="352206"/>
                    <a:pt x="1629823" y="390020"/>
                    <a:pt x="1642301" y="428120"/>
                  </a:cubicBezTo>
                  <a:cubicBezTo>
                    <a:pt x="1671828" y="518417"/>
                    <a:pt x="1692307" y="610905"/>
                    <a:pt x="1709642" y="704154"/>
                  </a:cubicBezTo>
                  <a:cubicBezTo>
                    <a:pt x="1711643" y="714632"/>
                    <a:pt x="1712024" y="726443"/>
                    <a:pt x="1728121" y="723681"/>
                  </a:cubicBezTo>
                  <a:close/>
                </a:path>
              </a:pathLst>
            </a:custGeom>
            <a:solidFill>
              <a:srgbClr val="E87214"/>
            </a:solidFill>
            <a:ln w="2376"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endParaRPr lang="en-US">
                <a:latin typeface="Arial" panose="020B0604020202020204" pitchFamily="34" charset="0"/>
                <a:cs typeface="Arial" panose="020B0604020202020204" pitchFamily="34" charset="0"/>
              </a:endParaRPr>
            </a:p>
          </p:txBody>
        </p:sp>
      </p:grpSp>
      <p:cxnSp>
        <p:nvCxnSpPr>
          <p:cNvPr id="142" name="Straight Connector 141">
            <a:extLst>
              <a:ext uri="{FF2B5EF4-FFF2-40B4-BE49-F238E27FC236}">
                <a16:creationId xmlns:a16="http://schemas.microsoft.com/office/drawing/2014/main" id="{CB6418D0-807A-4182-BB74-86E40ECF6938}"/>
              </a:ext>
            </a:extLst>
          </p:cNvPr>
          <p:cNvCxnSpPr/>
          <p:nvPr/>
        </p:nvCxnSpPr>
        <p:spPr>
          <a:xfrm>
            <a:off x="4193523" y="2177294"/>
            <a:ext cx="6801624" cy="0"/>
          </a:xfrm>
          <a:prstGeom prst="line">
            <a:avLst/>
          </a:prstGeom>
          <a:ln w="6350" cap="rnd">
            <a:solidFill>
              <a:schemeClr val="accent4">
                <a:lumMod val="20000"/>
                <a:lumOff val="80000"/>
              </a:schemeClr>
            </a:solidFill>
            <a:miter lim="400000"/>
          </a:ln>
        </p:spPr>
      </p:cxnSp>
      <p:sp>
        <p:nvSpPr>
          <p:cNvPr id="143" name="TextBox 142">
            <a:extLst>
              <a:ext uri="{FF2B5EF4-FFF2-40B4-BE49-F238E27FC236}">
                <a16:creationId xmlns:a16="http://schemas.microsoft.com/office/drawing/2014/main" id="{5B4A1ED4-5048-4D17-9AD6-FF2F65F72C50}"/>
              </a:ext>
            </a:extLst>
          </p:cNvPr>
          <p:cNvSpPr txBox="1"/>
          <p:nvPr/>
        </p:nvSpPr>
        <p:spPr>
          <a:xfrm>
            <a:off x="4124494" y="2300668"/>
            <a:ext cx="2151551" cy="323165"/>
          </a:xfrm>
          <a:prstGeom prst="rect">
            <a:avLst/>
          </a:prstGeom>
          <a:noFill/>
        </p:spPr>
        <p:txBody>
          <a:bodyPr wrap="none" rtlCol="0">
            <a:spAutoFit/>
          </a:bodyPr>
          <a:lstStyle/>
          <a:p>
            <a:r>
              <a:rPr lang="en-US" sz="1500" b="1" dirty="0">
                <a:solidFill>
                  <a:srgbClr val="DB4E18"/>
                </a:solidFill>
                <a:latin typeface="Arial" panose="020B0604020202020204" pitchFamily="34" charset="0"/>
                <a:cs typeface="Arial" panose="020B0604020202020204" pitchFamily="34" charset="0"/>
              </a:rPr>
              <a:t>Resumen Profesional</a:t>
            </a:r>
          </a:p>
        </p:txBody>
      </p:sp>
      <p:sp>
        <p:nvSpPr>
          <p:cNvPr id="144" name="Rectangle 143">
            <a:extLst>
              <a:ext uri="{FF2B5EF4-FFF2-40B4-BE49-F238E27FC236}">
                <a16:creationId xmlns:a16="http://schemas.microsoft.com/office/drawing/2014/main" id="{AAEC143D-5F85-4E08-AA51-CEB801095CD3}"/>
              </a:ext>
            </a:extLst>
          </p:cNvPr>
          <p:cNvSpPr/>
          <p:nvPr/>
        </p:nvSpPr>
        <p:spPr>
          <a:xfrm>
            <a:off x="4124494" y="2697349"/>
            <a:ext cx="6870653" cy="987130"/>
          </a:xfrm>
          <a:prstGeom prst="rect">
            <a:avLst/>
          </a:prstGeom>
          <a:noFill/>
        </p:spPr>
        <p:txBody>
          <a:bodyPr wrap="square" rtlCol="0">
            <a:spAutoFit/>
          </a:bodyPr>
          <a:lstStyle/>
          <a:p>
            <a:pPr>
              <a:lnSpc>
                <a:spcPct val="150000"/>
              </a:lnSpc>
              <a:spcAft>
                <a:spcPts val="600"/>
              </a:spcAft>
            </a:pPr>
            <a:r>
              <a:rPr lang="es-ES" sz="1000" dirty="0">
                <a:latin typeface="Arial" panose="020B0604020202020204" pitchFamily="34" charset="0"/>
                <a:cs typeface="Arial" panose="020B0604020202020204" pitchFamily="34" charset="0"/>
              </a:rPr>
              <a:t>Consultor en ciberseguridad con más de 15 años de experiencia liderando proyectos con clientes de distintas industrias, garantizando el cumplimiento de sus objetivos de seguridad de la información. Experto en estrategias de ciberseguridad, gobierno, cumplimiento y gestión de riesgos, con resultados que fortalecen la resiliencia y se alinean con las prioridades estratégicas de cada organización.</a:t>
            </a:r>
            <a:endParaRPr lang="en-US" sz="1000" dirty="0">
              <a:latin typeface="Arial" panose="020B0604020202020204" pitchFamily="34" charset="0"/>
              <a:cs typeface="Arial" panose="020B0604020202020204" pitchFamily="34" charset="0"/>
            </a:endParaRPr>
          </a:p>
        </p:txBody>
      </p:sp>
      <p:sp>
        <p:nvSpPr>
          <p:cNvPr id="151" name="TextBox 150">
            <a:extLst>
              <a:ext uri="{FF2B5EF4-FFF2-40B4-BE49-F238E27FC236}">
                <a16:creationId xmlns:a16="http://schemas.microsoft.com/office/drawing/2014/main" id="{ACF9B307-29F7-4F7C-9153-423D0F00C117}"/>
              </a:ext>
            </a:extLst>
          </p:cNvPr>
          <p:cNvSpPr txBox="1"/>
          <p:nvPr/>
        </p:nvSpPr>
        <p:spPr>
          <a:xfrm>
            <a:off x="4124494" y="3948077"/>
            <a:ext cx="6508513" cy="323165"/>
          </a:xfrm>
          <a:prstGeom prst="rect">
            <a:avLst/>
          </a:prstGeom>
          <a:noFill/>
        </p:spPr>
        <p:txBody>
          <a:bodyPr wrap="none" rtlCol="0">
            <a:spAutoFit/>
          </a:bodyPr>
          <a:lstStyle/>
          <a:p>
            <a:r>
              <a:rPr lang="en-US" sz="1500" b="1" dirty="0">
                <a:solidFill>
                  <a:srgbClr val="DB4E18"/>
                </a:solidFill>
                <a:latin typeface="Georgia" panose="02040502050405020303" pitchFamily="18" charset="0"/>
              </a:rPr>
              <a:t>Educación – Certificaciones – Buenas Prácticas – Regulaciones  </a:t>
            </a:r>
          </a:p>
        </p:txBody>
      </p:sp>
      <p:sp>
        <p:nvSpPr>
          <p:cNvPr id="154" name="Rectangle 153">
            <a:extLst>
              <a:ext uri="{FF2B5EF4-FFF2-40B4-BE49-F238E27FC236}">
                <a16:creationId xmlns:a16="http://schemas.microsoft.com/office/drawing/2014/main" id="{FF3C52B9-09FC-4848-A7DA-0C3F63A66D73}"/>
              </a:ext>
            </a:extLst>
          </p:cNvPr>
          <p:cNvSpPr/>
          <p:nvPr/>
        </p:nvSpPr>
        <p:spPr>
          <a:xfrm>
            <a:off x="5205039" y="4392002"/>
            <a:ext cx="1904991" cy="884538"/>
          </a:xfrm>
          <a:prstGeom prst="rect">
            <a:avLst/>
          </a:prstGeom>
        </p:spPr>
        <p:txBody>
          <a:bodyPr wrap="square">
            <a:spAutoFit/>
          </a:bodyPr>
          <a:lstStyle/>
          <a:p>
            <a:pPr>
              <a:lnSpc>
                <a:spcPts val="1600"/>
              </a:lnSpc>
            </a:pPr>
            <a:r>
              <a:rPr lang="en-US" sz="1200" b="1" dirty="0">
                <a:solidFill>
                  <a:srgbClr val="DB4E18"/>
                </a:solidFill>
                <a:latin typeface="Arial" panose="020B0604020202020204" pitchFamily="34" charset="0"/>
                <a:cs typeface="Arial" panose="020B0604020202020204" pitchFamily="34" charset="0"/>
              </a:rPr>
              <a:t>Educación</a:t>
            </a:r>
          </a:p>
          <a:p>
            <a:pPr>
              <a:lnSpc>
                <a:spcPts val="1600"/>
              </a:lnSpc>
            </a:pPr>
            <a:r>
              <a:rPr lang="es-ES" sz="900" dirty="0">
                <a:solidFill>
                  <a:schemeClr val="accent2"/>
                </a:solidFill>
                <a:latin typeface="Arial" panose="020B0604020202020204" pitchFamily="34" charset="0"/>
                <a:cs typeface="Arial" panose="020B0604020202020204" pitchFamily="34" charset="0"/>
              </a:rPr>
              <a:t>Universidad Europea de Madrid, España | Maestría en Tecnologías de la Información.</a:t>
            </a:r>
            <a:endParaRPr lang="en-US" sz="900" dirty="0">
              <a:solidFill>
                <a:schemeClr val="accent2"/>
              </a:solidFill>
              <a:latin typeface="Arial" panose="020B0604020202020204" pitchFamily="34" charset="0"/>
              <a:cs typeface="Arial" panose="020B0604020202020204" pitchFamily="34" charset="0"/>
            </a:endParaRPr>
          </a:p>
        </p:txBody>
      </p:sp>
      <p:sp>
        <p:nvSpPr>
          <p:cNvPr id="156" name="Rectangle: Rounded Corners 155">
            <a:extLst>
              <a:ext uri="{FF2B5EF4-FFF2-40B4-BE49-F238E27FC236}">
                <a16:creationId xmlns:a16="http://schemas.microsoft.com/office/drawing/2014/main" id="{D651EC93-DAE2-42C7-A64F-FDD50DE0E9DE}"/>
              </a:ext>
            </a:extLst>
          </p:cNvPr>
          <p:cNvSpPr/>
          <p:nvPr/>
        </p:nvSpPr>
        <p:spPr>
          <a:xfrm>
            <a:off x="4225921" y="4431326"/>
            <a:ext cx="791672" cy="79167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7" name="Rectangle 176">
            <a:extLst>
              <a:ext uri="{FF2B5EF4-FFF2-40B4-BE49-F238E27FC236}">
                <a16:creationId xmlns:a16="http://schemas.microsoft.com/office/drawing/2014/main" id="{F47BECE5-2005-4433-B94A-54ABCA38C8EB}"/>
              </a:ext>
            </a:extLst>
          </p:cNvPr>
          <p:cNvSpPr/>
          <p:nvPr/>
        </p:nvSpPr>
        <p:spPr>
          <a:xfrm>
            <a:off x="5205039" y="5520557"/>
            <a:ext cx="1904991" cy="1095364"/>
          </a:xfrm>
          <a:prstGeom prst="rect">
            <a:avLst/>
          </a:prstGeom>
        </p:spPr>
        <p:txBody>
          <a:bodyPr wrap="square">
            <a:spAutoFit/>
          </a:bodyPr>
          <a:lstStyle/>
          <a:p>
            <a:pPr>
              <a:lnSpc>
                <a:spcPts val="1600"/>
              </a:lnSpc>
            </a:pPr>
            <a:r>
              <a:rPr lang="en-US" sz="1200" b="1" dirty="0">
                <a:solidFill>
                  <a:srgbClr val="DB4E18"/>
                </a:solidFill>
                <a:latin typeface="Arial" panose="020B0604020202020204" pitchFamily="34" charset="0"/>
                <a:cs typeface="Arial" panose="020B0604020202020204" pitchFamily="34" charset="0"/>
              </a:rPr>
              <a:t>Buenas Prácticas</a:t>
            </a:r>
          </a:p>
          <a:p>
            <a:pPr>
              <a:lnSpc>
                <a:spcPts val="1600"/>
              </a:lnSpc>
            </a:pPr>
            <a:r>
              <a:rPr lang="en-CA" sz="900" dirty="0">
                <a:solidFill>
                  <a:schemeClr val="accent2"/>
                </a:solidFill>
                <a:latin typeface="Arial" panose="020B0604020202020204" pitchFamily="34" charset="0"/>
                <a:cs typeface="Arial" panose="020B0604020202020204" pitchFamily="34" charset="0"/>
              </a:rPr>
              <a:t>NIST CSF, NIST SP 800-115  ISO 27001, PCI DSS, ITIL, COBIT, ISO 31000, ISO 22301, OWASP, OSSTMM.</a:t>
            </a:r>
            <a:endParaRPr lang="en-US" sz="900" dirty="0">
              <a:solidFill>
                <a:schemeClr val="accent2"/>
              </a:solidFill>
              <a:latin typeface="Arial" panose="020B0604020202020204" pitchFamily="34" charset="0"/>
              <a:cs typeface="Arial" panose="020B0604020202020204" pitchFamily="34" charset="0"/>
            </a:endParaRPr>
          </a:p>
        </p:txBody>
      </p:sp>
      <p:sp>
        <p:nvSpPr>
          <p:cNvPr id="174" name="Rectangle: Rounded Corners 173">
            <a:extLst>
              <a:ext uri="{FF2B5EF4-FFF2-40B4-BE49-F238E27FC236}">
                <a16:creationId xmlns:a16="http://schemas.microsoft.com/office/drawing/2014/main" id="{955EE8AF-50F5-4733-ABCD-B56361CE1A25}"/>
              </a:ext>
            </a:extLst>
          </p:cNvPr>
          <p:cNvSpPr/>
          <p:nvPr/>
        </p:nvSpPr>
        <p:spPr>
          <a:xfrm>
            <a:off x="4225921" y="5531002"/>
            <a:ext cx="791672" cy="79167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Rectangle 182">
            <a:extLst>
              <a:ext uri="{FF2B5EF4-FFF2-40B4-BE49-F238E27FC236}">
                <a16:creationId xmlns:a16="http://schemas.microsoft.com/office/drawing/2014/main" id="{9BB3242F-B6DF-437F-8E23-01D616481271}"/>
              </a:ext>
            </a:extLst>
          </p:cNvPr>
          <p:cNvSpPr/>
          <p:nvPr/>
        </p:nvSpPr>
        <p:spPr>
          <a:xfrm>
            <a:off x="8351275" y="4392002"/>
            <a:ext cx="3006536" cy="887359"/>
          </a:xfrm>
          <a:prstGeom prst="rect">
            <a:avLst/>
          </a:prstGeom>
        </p:spPr>
        <p:txBody>
          <a:bodyPr wrap="square">
            <a:spAutoFit/>
          </a:bodyPr>
          <a:lstStyle/>
          <a:p>
            <a:pPr>
              <a:lnSpc>
                <a:spcPts val="1600"/>
              </a:lnSpc>
            </a:pPr>
            <a:r>
              <a:rPr lang="en-US" sz="1200" b="1" dirty="0">
                <a:solidFill>
                  <a:srgbClr val="DB4E18"/>
                </a:solidFill>
                <a:latin typeface="Arial" panose="020B0604020202020204" pitchFamily="34" charset="0"/>
                <a:cs typeface="Arial" panose="020B0604020202020204" pitchFamily="34" charset="0"/>
              </a:rPr>
              <a:t>Certificaciones</a:t>
            </a:r>
            <a:r>
              <a:rPr lang="en-US" sz="1200" b="1" dirty="0">
                <a:latin typeface="Arial" panose="020B0604020202020204" pitchFamily="34" charset="0"/>
                <a:cs typeface="Arial" panose="020B0604020202020204" pitchFamily="34" charset="0"/>
              </a:rPr>
              <a:t> </a:t>
            </a:r>
          </a:p>
          <a:p>
            <a:pPr>
              <a:lnSpc>
                <a:spcPts val="1600"/>
              </a:lnSpc>
            </a:pPr>
            <a:r>
              <a:rPr lang="en-US" sz="900" dirty="0">
                <a:solidFill>
                  <a:schemeClr val="accent2"/>
                </a:solidFill>
                <a:latin typeface="Arial" panose="020B0604020202020204" pitchFamily="34" charset="0"/>
                <a:cs typeface="Arial" panose="020B0604020202020204" pitchFamily="34" charset="0"/>
              </a:rPr>
              <a:t>Certificación en Ciberseguridad CC | ISC2 </a:t>
            </a:r>
          </a:p>
          <a:p>
            <a:pPr>
              <a:lnSpc>
                <a:spcPts val="1600"/>
              </a:lnSpc>
            </a:pPr>
            <a:r>
              <a:rPr lang="en-US" sz="900" dirty="0">
                <a:solidFill>
                  <a:schemeClr val="accent2"/>
                </a:solidFill>
                <a:latin typeface="Arial" panose="020B0604020202020204" pitchFamily="34" charset="0"/>
                <a:cs typeface="Arial" panose="020B0604020202020204" pitchFamily="34" charset="0"/>
              </a:rPr>
              <a:t>Implementador Líder ISO 22301 | PECB</a:t>
            </a:r>
          </a:p>
          <a:p>
            <a:pPr>
              <a:lnSpc>
                <a:spcPts val="1600"/>
              </a:lnSpc>
            </a:pPr>
            <a:r>
              <a:rPr lang="en-US" sz="900" dirty="0">
                <a:solidFill>
                  <a:schemeClr val="accent2"/>
                </a:solidFill>
                <a:latin typeface="Arial" panose="020B0604020202020204" pitchFamily="34" charset="0"/>
                <a:cs typeface="Arial" panose="020B0604020202020204" pitchFamily="34" charset="0"/>
              </a:rPr>
              <a:t>Gestor de Riesgos ISO 31000 | PECB</a:t>
            </a:r>
          </a:p>
        </p:txBody>
      </p:sp>
      <p:sp>
        <p:nvSpPr>
          <p:cNvPr id="180" name="Rectangle: Rounded Corners 179">
            <a:extLst>
              <a:ext uri="{FF2B5EF4-FFF2-40B4-BE49-F238E27FC236}">
                <a16:creationId xmlns:a16="http://schemas.microsoft.com/office/drawing/2014/main" id="{94A3ACDA-87BB-451F-B2A2-7FB2F5D5FAEA}"/>
              </a:ext>
            </a:extLst>
          </p:cNvPr>
          <p:cNvSpPr/>
          <p:nvPr/>
        </p:nvSpPr>
        <p:spPr>
          <a:xfrm>
            <a:off x="7372158" y="4431326"/>
            <a:ext cx="791672" cy="79167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9" name="Rectangle 188">
            <a:extLst>
              <a:ext uri="{FF2B5EF4-FFF2-40B4-BE49-F238E27FC236}">
                <a16:creationId xmlns:a16="http://schemas.microsoft.com/office/drawing/2014/main" id="{5D8B8600-02D6-4BAE-801F-EB367BE54A9B}"/>
              </a:ext>
            </a:extLst>
          </p:cNvPr>
          <p:cNvSpPr/>
          <p:nvPr/>
        </p:nvSpPr>
        <p:spPr>
          <a:xfrm>
            <a:off x="8351276" y="5520557"/>
            <a:ext cx="3006535" cy="1092543"/>
          </a:xfrm>
          <a:prstGeom prst="rect">
            <a:avLst/>
          </a:prstGeom>
        </p:spPr>
        <p:txBody>
          <a:bodyPr wrap="square">
            <a:spAutoFit/>
          </a:bodyPr>
          <a:lstStyle/>
          <a:p>
            <a:pPr>
              <a:lnSpc>
                <a:spcPts val="1600"/>
              </a:lnSpc>
            </a:pPr>
            <a:r>
              <a:rPr lang="en-US" sz="1200" b="1" dirty="0">
                <a:solidFill>
                  <a:srgbClr val="DB4E18"/>
                </a:solidFill>
                <a:latin typeface="Arial" panose="020B0604020202020204" pitchFamily="34" charset="0"/>
                <a:cs typeface="Arial" panose="020B0604020202020204" pitchFamily="34" charset="0"/>
              </a:rPr>
              <a:t>Regulaciones</a:t>
            </a:r>
          </a:p>
          <a:p>
            <a:pPr>
              <a:lnSpc>
                <a:spcPts val="1600"/>
              </a:lnSpc>
            </a:pPr>
            <a:r>
              <a:rPr lang="es-ES" sz="900" dirty="0">
                <a:solidFill>
                  <a:schemeClr val="accent2"/>
                </a:solidFill>
                <a:latin typeface="Arial" panose="020B0604020202020204" pitchFamily="34" charset="0"/>
                <a:cs typeface="Arial" panose="020B0604020202020204" pitchFamily="34" charset="0"/>
              </a:rPr>
              <a:t>Ecuador 🇪🇨 (LOPDP 2021)</a:t>
            </a:r>
          </a:p>
          <a:p>
            <a:pPr>
              <a:lnSpc>
                <a:spcPts val="1600"/>
              </a:lnSpc>
            </a:pPr>
            <a:r>
              <a:rPr lang="es-ES" sz="900" dirty="0">
                <a:solidFill>
                  <a:schemeClr val="accent2"/>
                </a:solidFill>
                <a:latin typeface="Arial" panose="020B0604020202020204" pitchFamily="34" charset="0"/>
                <a:cs typeface="Arial" panose="020B0604020202020204" pitchFamily="34" charset="0"/>
              </a:rPr>
              <a:t>Perú 🇵🇪 (Ley 29733)</a:t>
            </a:r>
          </a:p>
          <a:p>
            <a:pPr>
              <a:lnSpc>
                <a:spcPts val="1600"/>
              </a:lnSpc>
            </a:pPr>
            <a:r>
              <a:rPr lang="es-ES" sz="900" dirty="0">
                <a:solidFill>
                  <a:schemeClr val="accent2"/>
                </a:solidFill>
                <a:latin typeface="Arial" panose="020B0604020202020204" pitchFamily="34" charset="0"/>
                <a:cs typeface="Arial" panose="020B0604020202020204" pitchFamily="34" charset="0"/>
              </a:rPr>
              <a:t>Canadá 🇨🇦 (PIPEDA)</a:t>
            </a:r>
          </a:p>
          <a:p>
            <a:pPr>
              <a:lnSpc>
                <a:spcPts val="1600"/>
              </a:lnSpc>
            </a:pPr>
            <a:r>
              <a:rPr lang="es-ES" sz="900" dirty="0">
                <a:solidFill>
                  <a:schemeClr val="accent2"/>
                </a:solidFill>
                <a:latin typeface="Arial" panose="020B0604020202020204" pitchFamily="34" charset="0"/>
                <a:cs typeface="Arial" panose="020B0604020202020204" pitchFamily="34" charset="0"/>
              </a:rPr>
              <a:t>UE – GDPR 🇪🇺 (2018)</a:t>
            </a:r>
          </a:p>
        </p:txBody>
      </p:sp>
      <p:sp>
        <p:nvSpPr>
          <p:cNvPr id="186" name="Rectangle: Rounded Corners 185">
            <a:extLst>
              <a:ext uri="{FF2B5EF4-FFF2-40B4-BE49-F238E27FC236}">
                <a16:creationId xmlns:a16="http://schemas.microsoft.com/office/drawing/2014/main" id="{AA9B7E97-79AF-44A1-8F37-73AF25F72BBB}"/>
              </a:ext>
            </a:extLst>
          </p:cNvPr>
          <p:cNvSpPr/>
          <p:nvPr/>
        </p:nvSpPr>
        <p:spPr>
          <a:xfrm>
            <a:off x="7372158" y="5531002"/>
            <a:ext cx="791672" cy="791670"/>
          </a:xfrm>
          <a:prstGeom prst="roundRect">
            <a:avLst>
              <a:gd name="adj"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0" name="Google Shape;2047;p54">
            <a:extLst>
              <a:ext uri="{FF2B5EF4-FFF2-40B4-BE49-F238E27FC236}">
                <a16:creationId xmlns:a16="http://schemas.microsoft.com/office/drawing/2014/main" id="{8A1415E2-1DB5-4DC9-5F4A-E1D0BC845286}"/>
              </a:ext>
            </a:extLst>
          </p:cNvPr>
          <p:cNvGrpSpPr/>
          <p:nvPr/>
        </p:nvGrpSpPr>
        <p:grpSpPr>
          <a:xfrm>
            <a:off x="4470631" y="4621238"/>
            <a:ext cx="302250" cy="372350"/>
            <a:chOff x="6788325" y="1641775"/>
            <a:chExt cx="302250" cy="372350"/>
          </a:xfrm>
        </p:grpSpPr>
        <p:sp>
          <p:nvSpPr>
            <p:cNvPr id="91" name="Google Shape;2048;p54">
              <a:extLst>
                <a:ext uri="{FF2B5EF4-FFF2-40B4-BE49-F238E27FC236}">
                  <a16:creationId xmlns:a16="http://schemas.microsoft.com/office/drawing/2014/main" id="{3FA97354-721D-7AC1-62FA-77EE814B1338}"/>
                </a:ext>
              </a:extLst>
            </p:cNvPr>
            <p:cNvSpPr/>
            <p:nvPr/>
          </p:nvSpPr>
          <p:spPr>
            <a:xfrm>
              <a:off x="6793475" y="1713800"/>
              <a:ext cx="291325" cy="295175"/>
            </a:xfrm>
            <a:custGeom>
              <a:avLst/>
              <a:gdLst/>
              <a:ahLst/>
              <a:cxnLst/>
              <a:rect l="l" t="t" r="r" b="b"/>
              <a:pathLst>
                <a:path w="11653" h="11807" extrusionOk="0">
                  <a:moveTo>
                    <a:pt x="1183" y="0"/>
                  </a:moveTo>
                  <a:lnTo>
                    <a:pt x="926" y="26"/>
                  </a:lnTo>
                  <a:lnTo>
                    <a:pt x="720" y="78"/>
                  </a:lnTo>
                  <a:lnTo>
                    <a:pt x="514" y="206"/>
                  </a:lnTo>
                  <a:lnTo>
                    <a:pt x="360" y="335"/>
                  </a:lnTo>
                  <a:lnTo>
                    <a:pt x="206" y="515"/>
                  </a:lnTo>
                  <a:lnTo>
                    <a:pt x="103" y="721"/>
                  </a:lnTo>
                  <a:lnTo>
                    <a:pt x="26" y="926"/>
                  </a:lnTo>
                  <a:lnTo>
                    <a:pt x="0" y="1158"/>
                  </a:lnTo>
                  <a:lnTo>
                    <a:pt x="0" y="10624"/>
                  </a:lnTo>
                  <a:lnTo>
                    <a:pt x="26" y="10881"/>
                  </a:lnTo>
                  <a:lnTo>
                    <a:pt x="103" y="11087"/>
                  </a:lnTo>
                  <a:lnTo>
                    <a:pt x="206" y="11293"/>
                  </a:lnTo>
                  <a:lnTo>
                    <a:pt x="360" y="11447"/>
                  </a:lnTo>
                  <a:lnTo>
                    <a:pt x="514" y="11601"/>
                  </a:lnTo>
                  <a:lnTo>
                    <a:pt x="720" y="11704"/>
                  </a:lnTo>
                  <a:lnTo>
                    <a:pt x="926" y="11781"/>
                  </a:lnTo>
                  <a:lnTo>
                    <a:pt x="1183" y="11807"/>
                  </a:lnTo>
                  <a:lnTo>
                    <a:pt x="10495" y="11807"/>
                  </a:lnTo>
                  <a:lnTo>
                    <a:pt x="10726" y="11781"/>
                  </a:lnTo>
                  <a:lnTo>
                    <a:pt x="10958" y="11704"/>
                  </a:lnTo>
                  <a:lnTo>
                    <a:pt x="11138" y="11601"/>
                  </a:lnTo>
                  <a:lnTo>
                    <a:pt x="11318" y="11447"/>
                  </a:lnTo>
                  <a:lnTo>
                    <a:pt x="11446" y="11293"/>
                  </a:lnTo>
                  <a:lnTo>
                    <a:pt x="11575" y="11087"/>
                  </a:lnTo>
                  <a:lnTo>
                    <a:pt x="11627" y="10881"/>
                  </a:lnTo>
                  <a:lnTo>
                    <a:pt x="11652" y="10624"/>
                  </a:lnTo>
                  <a:lnTo>
                    <a:pt x="11652" y="1158"/>
                  </a:lnTo>
                  <a:lnTo>
                    <a:pt x="11627" y="926"/>
                  </a:lnTo>
                  <a:lnTo>
                    <a:pt x="11575" y="721"/>
                  </a:lnTo>
                  <a:lnTo>
                    <a:pt x="11446" y="515"/>
                  </a:lnTo>
                  <a:lnTo>
                    <a:pt x="11318" y="335"/>
                  </a:lnTo>
                  <a:lnTo>
                    <a:pt x="11138" y="206"/>
                  </a:lnTo>
                  <a:lnTo>
                    <a:pt x="10958" y="78"/>
                  </a:lnTo>
                  <a:lnTo>
                    <a:pt x="10726" y="26"/>
                  </a:lnTo>
                  <a:lnTo>
                    <a:pt x="10495"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2049;p54">
              <a:extLst>
                <a:ext uri="{FF2B5EF4-FFF2-40B4-BE49-F238E27FC236}">
                  <a16:creationId xmlns:a16="http://schemas.microsoft.com/office/drawing/2014/main" id="{893C57CF-1FF7-9F4C-938B-1802AF59C84C}"/>
                </a:ext>
              </a:extLst>
            </p:cNvPr>
            <p:cNvSpPr/>
            <p:nvPr/>
          </p:nvSpPr>
          <p:spPr>
            <a:xfrm>
              <a:off x="7037825" y="1713800"/>
              <a:ext cx="46975" cy="295175"/>
            </a:xfrm>
            <a:custGeom>
              <a:avLst/>
              <a:gdLst/>
              <a:ahLst/>
              <a:cxnLst/>
              <a:rect l="l" t="t" r="r" b="b"/>
              <a:pathLst>
                <a:path w="1879" h="11807" extrusionOk="0">
                  <a:moveTo>
                    <a:pt x="1" y="0"/>
                  </a:moveTo>
                  <a:lnTo>
                    <a:pt x="232" y="26"/>
                  </a:lnTo>
                  <a:lnTo>
                    <a:pt x="464" y="78"/>
                  </a:lnTo>
                  <a:lnTo>
                    <a:pt x="644" y="206"/>
                  </a:lnTo>
                  <a:lnTo>
                    <a:pt x="824" y="335"/>
                  </a:lnTo>
                  <a:lnTo>
                    <a:pt x="978" y="515"/>
                  </a:lnTo>
                  <a:lnTo>
                    <a:pt x="1081" y="721"/>
                  </a:lnTo>
                  <a:lnTo>
                    <a:pt x="1132" y="926"/>
                  </a:lnTo>
                  <a:lnTo>
                    <a:pt x="1158" y="1158"/>
                  </a:lnTo>
                  <a:lnTo>
                    <a:pt x="1158" y="10624"/>
                  </a:lnTo>
                  <a:lnTo>
                    <a:pt x="1132" y="10881"/>
                  </a:lnTo>
                  <a:lnTo>
                    <a:pt x="1081" y="11087"/>
                  </a:lnTo>
                  <a:lnTo>
                    <a:pt x="978" y="11293"/>
                  </a:lnTo>
                  <a:lnTo>
                    <a:pt x="824" y="11447"/>
                  </a:lnTo>
                  <a:lnTo>
                    <a:pt x="644" y="11601"/>
                  </a:lnTo>
                  <a:lnTo>
                    <a:pt x="464" y="11704"/>
                  </a:lnTo>
                  <a:lnTo>
                    <a:pt x="232" y="11781"/>
                  </a:lnTo>
                  <a:lnTo>
                    <a:pt x="1" y="11807"/>
                  </a:lnTo>
                  <a:lnTo>
                    <a:pt x="721" y="11807"/>
                  </a:lnTo>
                  <a:lnTo>
                    <a:pt x="952" y="11781"/>
                  </a:lnTo>
                  <a:lnTo>
                    <a:pt x="1184" y="11704"/>
                  </a:lnTo>
                  <a:lnTo>
                    <a:pt x="1364" y="11601"/>
                  </a:lnTo>
                  <a:lnTo>
                    <a:pt x="1544" y="11447"/>
                  </a:lnTo>
                  <a:lnTo>
                    <a:pt x="1672" y="11293"/>
                  </a:lnTo>
                  <a:lnTo>
                    <a:pt x="1801" y="11087"/>
                  </a:lnTo>
                  <a:lnTo>
                    <a:pt x="1853" y="10881"/>
                  </a:lnTo>
                  <a:lnTo>
                    <a:pt x="1878" y="10624"/>
                  </a:lnTo>
                  <a:lnTo>
                    <a:pt x="1878" y="1158"/>
                  </a:lnTo>
                  <a:lnTo>
                    <a:pt x="1853" y="926"/>
                  </a:lnTo>
                  <a:lnTo>
                    <a:pt x="1801" y="721"/>
                  </a:lnTo>
                  <a:lnTo>
                    <a:pt x="1672" y="515"/>
                  </a:lnTo>
                  <a:lnTo>
                    <a:pt x="1544" y="335"/>
                  </a:lnTo>
                  <a:lnTo>
                    <a:pt x="1364" y="206"/>
                  </a:lnTo>
                  <a:lnTo>
                    <a:pt x="1184" y="78"/>
                  </a:lnTo>
                  <a:lnTo>
                    <a:pt x="952" y="26"/>
                  </a:lnTo>
                  <a:lnTo>
                    <a:pt x="721"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2050;p54">
              <a:extLst>
                <a:ext uri="{FF2B5EF4-FFF2-40B4-BE49-F238E27FC236}">
                  <a16:creationId xmlns:a16="http://schemas.microsoft.com/office/drawing/2014/main" id="{7B193E4C-EA4F-90F1-0811-FC77BD278159}"/>
                </a:ext>
              </a:extLst>
            </p:cNvPr>
            <p:cNvSpPr/>
            <p:nvPr/>
          </p:nvSpPr>
          <p:spPr>
            <a:xfrm>
              <a:off x="6856475" y="1682300"/>
              <a:ext cx="165950" cy="262375"/>
            </a:xfrm>
            <a:custGeom>
              <a:avLst/>
              <a:gdLst/>
              <a:ahLst/>
              <a:cxnLst/>
              <a:rect l="l" t="t" r="r" b="b"/>
              <a:pathLst>
                <a:path w="6638" h="10495" extrusionOk="0">
                  <a:moveTo>
                    <a:pt x="1" y="0"/>
                  </a:moveTo>
                  <a:lnTo>
                    <a:pt x="3319" y="10495"/>
                  </a:lnTo>
                  <a:lnTo>
                    <a:pt x="6637" y="0"/>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2051;p54">
              <a:extLst>
                <a:ext uri="{FF2B5EF4-FFF2-40B4-BE49-F238E27FC236}">
                  <a16:creationId xmlns:a16="http://schemas.microsoft.com/office/drawing/2014/main" id="{A976F140-62E5-0157-6C0A-3B1856F38DE3}"/>
                </a:ext>
              </a:extLst>
            </p:cNvPr>
            <p:cNvSpPr/>
            <p:nvPr/>
          </p:nvSpPr>
          <p:spPr>
            <a:xfrm>
              <a:off x="7003100" y="1682300"/>
              <a:ext cx="19325" cy="21875"/>
            </a:xfrm>
            <a:custGeom>
              <a:avLst/>
              <a:gdLst/>
              <a:ahLst/>
              <a:cxnLst/>
              <a:rect l="l" t="t" r="r" b="b"/>
              <a:pathLst>
                <a:path w="773" h="875" extrusionOk="0">
                  <a:moveTo>
                    <a:pt x="1" y="0"/>
                  </a:moveTo>
                  <a:lnTo>
                    <a:pt x="489" y="875"/>
                  </a:lnTo>
                  <a:lnTo>
                    <a:pt x="772" y="0"/>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2052;p54">
              <a:extLst>
                <a:ext uri="{FF2B5EF4-FFF2-40B4-BE49-F238E27FC236}">
                  <a16:creationId xmlns:a16="http://schemas.microsoft.com/office/drawing/2014/main" id="{B76DCC01-D405-9E6A-DAB8-0355E401BA79}"/>
                </a:ext>
              </a:extLst>
            </p:cNvPr>
            <p:cNvSpPr/>
            <p:nvPr/>
          </p:nvSpPr>
          <p:spPr>
            <a:xfrm>
              <a:off x="6897000" y="1675225"/>
              <a:ext cx="84900" cy="51450"/>
            </a:xfrm>
            <a:custGeom>
              <a:avLst/>
              <a:gdLst/>
              <a:ahLst/>
              <a:cxnLst/>
              <a:rect l="l" t="t" r="r" b="b"/>
              <a:pathLst>
                <a:path w="3396" h="2058" extrusionOk="0">
                  <a:moveTo>
                    <a:pt x="0" y="0"/>
                  </a:moveTo>
                  <a:lnTo>
                    <a:pt x="1698" y="2058"/>
                  </a:lnTo>
                  <a:lnTo>
                    <a:pt x="339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2053;p54">
              <a:extLst>
                <a:ext uri="{FF2B5EF4-FFF2-40B4-BE49-F238E27FC236}">
                  <a16:creationId xmlns:a16="http://schemas.microsoft.com/office/drawing/2014/main" id="{F1A5E842-D1C4-3006-E7C6-A51CD610EFCD}"/>
                </a:ext>
              </a:extLst>
            </p:cNvPr>
            <p:cNvSpPr/>
            <p:nvPr/>
          </p:nvSpPr>
          <p:spPr>
            <a:xfrm>
              <a:off x="6873200" y="1646925"/>
              <a:ext cx="132500" cy="28325"/>
            </a:xfrm>
            <a:custGeom>
              <a:avLst/>
              <a:gdLst/>
              <a:ahLst/>
              <a:cxnLst/>
              <a:rect l="l" t="t" r="r" b="b"/>
              <a:pathLst>
                <a:path w="5300" h="1133" extrusionOk="0">
                  <a:moveTo>
                    <a:pt x="1" y="0"/>
                  </a:moveTo>
                  <a:lnTo>
                    <a:pt x="952" y="1132"/>
                  </a:lnTo>
                  <a:lnTo>
                    <a:pt x="4348" y="1132"/>
                  </a:lnTo>
                  <a:lnTo>
                    <a:pt x="5299"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2054;p54">
              <a:extLst>
                <a:ext uri="{FF2B5EF4-FFF2-40B4-BE49-F238E27FC236}">
                  <a16:creationId xmlns:a16="http://schemas.microsoft.com/office/drawing/2014/main" id="{E5EC841D-BC9A-256D-58DF-08DB4FF573D7}"/>
                </a:ext>
              </a:extLst>
            </p:cNvPr>
            <p:cNvSpPr/>
            <p:nvPr/>
          </p:nvSpPr>
          <p:spPr>
            <a:xfrm>
              <a:off x="6964525" y="1646925"/>
              <a:ext cx="41175" cy="28325"/>
            </a:xfrm>
            <a:custGeom>
              <a:avLst/>
              <a:gdLst/>
              <a:ahLst/>
              <a:cxnLst/>
              <a:rect l="l" t="t" r="r" b="b"/>
              <a:pathLst>
                <a:path w="1647" h="1133" extrusionOk="0">
                  <a:moveTo>
                    <a:pt x="926" y="0"/>
                  </a:moveTo>
                  <a:lnTo>
                    <a:pt x="0" y="1132"/>
                  </a:lnTo>
                  <a:lnTo>
                    <a:pt x="695" y="1132"/>
                  </a:lnTo>
                  <a:lnTo>
                    <a:pt x="164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2055;p54">
              <a:extLst>
                <a:ext uri="{FF2B5EF4-FFF2-40B4-BE49-F238E27FC236}">
                  <a16:creationId xmlns:a16="http://schemas.microsoft.com/office/drawing/2014/main" id="{102F7B32-24BA-F5D8-3C13-A01714E87D86}"/>
                </a:ext>
              </a:extLst>
            </p:cNvPr>
            <p:cNvSpPr/>
            <p:nvPr/>
          </p:nvSpPr>
          <p:spPr>
            <a:xfrm>
              <a:off x="6873200" y="1646925"/>
              <a:ext cx="41175" cy="28325"/>
            </a:xfrm>
            <a:custGeom>
              <a:avLst/>
              <a:gdLst/>
              <a:ahLst/>
              <a:cxnLst/>
              <a:rect l="l" t="t" r="r" b="b"/>
              <a:pathLst>
                <a:path w="1647" h="1133" extrusionOk="0">
                  <a:moveTo>
                    <a:pt x="1" y="0"/>
                  </a:moveTo>
                  <a:lnTo>
                    <a:pt x="952" y="1132"/>
                  </a:lnTo>
                  <a:lnTo>
                    <a:pt x="1647" y="1132"/>
                  </a:lnTo>
                  <a:lnTo>
                    <a:pt x="695"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2056;p54">
              <a:extLst>
                <a:ext uri="{FF2B5EF4-FFF2-40B4-BE49-F238E27FC236}">
                  <a16:creationId xmlns:a16="http://schemas.microsoft.com/office/drawing/2014/main" id="{68B24C40-CF58-FA56-344E-6626939EFDAF}"/>
                </a:ext>
              </a:extLst>
            </p:cNvPr>
            <p:cNvSpPr/>
            <p:nvPr/>
          </p:nvSpPr>
          <p:spPr>
            <a:xfrm>
              <a:off x="6911150" y="1725375"/>
              <a:ext cx="56600" cy="219300"/>
            </a:xfrm>
            <a:custGeom>
              <a:avLst/>
              <a:gdLst/>
              <a:ahLst/>
              <a:cxnLst/>
              <a:rect l="l" t="t" r="r" b="b"/>
              <a:pathLst>
                <a:path w="2264" h="8772" extrusionOk="0">
                  <a:moveTo>
                    <a:pt x="515" y="0"/>
                  </a:moveTo>
                  <a:lnTo>
                    <a:pt x="0" y="5659"/>
                  </a:lnTo>
                  <a:lnTo>
                    <a:pt x="1132" y="8772"/>
                  </a:lnTo>
                  <a:lnTo>
                    <a:pt x="2264" y="5659"/>
                  </a:lnTo>
                  <a:lnTo>
                    <a:pt x="1724"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2057;p54">
              <a:extLst>
                <a:ext uri="{FF2B5EF4-FFF2-40B4-BE49-F238E27FC236}">
                  <a16:creationId xmlns:a16="http://schemas.microsoft.com/office/drawing/2014/main" id="{0F528906-589A-9B83-D00A-C51B5FE5E378}"/>
                </a:ext>
              </a:extLst>
            </p:cNvPr>
            <p:cNvSpPr/>
            <p:nvPr/>
          </p:nvSpPr>
          <p:spPr>
            <a:xfrm>
              <a:off x="6929150" y="1725375"/>
              <a:ext cx="38600" cy="219300"/>
            </a:xfrm>
            <a:custGeom>
              <a:avLst/>
              <a:gdLst/>
              <a:ahLst/>
              <a:cxnLst/>
              <a:rect l="l" t="t" r="r" b="b"/>
              <a:pathLst>
                <a:path w="1544" h="8772" extrusionOk="0">
                  <a:moveTo>
                    <a:pt x="438" y="0"/>
                  </a:moveTo>
                  <a:lnTo>
                    <a:pt x="901" y="4913"/>
                  </a:lnTo>
                  <a:lnTo>
                    <a:pt x="875" y="5196"/>
                  </a:lnTo>
                  <a:lnTo>
                    <a:pt x="824" y="5454"/>
                  </a:lnTo>
                  <a:lnTo>
                    <a:pt x="0" y="7691"/>
                  </a:lnTo>
                  <a:lnTo>
                    <a:pt x="412" y="8772"/>
                  </a:lnTo>
                  <a:lnTo>
                    <a:pt x="1544" y="5659"/>
                  </a:lnTo>
                  <a:lnTo>
                    <a:pt x="1004"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2058;p54">
              <a:extLst>
                <a:ext uri="{FF2B5EF4-FFF2-40B4-BE49-F238E27FC236}">
                  <a16:creationId xmlns:a16="http://schemas.microsoft.com/office/drawing/2014/main" id="{C17E44DF-C0F3-9A45-0757-3E8D9A985432}"/>
                </a:ext>
              </a:extLst>
            </p:cNvPr>
            <p:cNvSpPr/>
            <p:nvPr/>
          </p:nvSpPr>
          <p:spPr>
            <a:xfrm>
              <a:off x="6856475" y="1646925"/>
              <a:ext cx="82975" cy="98400"/>
            </a:xfrm>
            <a:custGeom>
              <a:avLst/>
              <a:gdLst/>
              <a:ahLst/>
              <a:cxnLst/>
              <a:rect l="l" t="t" r="r" b="b"/>
              <a:pathLst>
                <a:path w="3319" h="3936" extrusionOk="0">
                  <a:moveTo>
                    <a:pt x="670" y="0"/>
                  </a:moveTo>
                  <a:lnTo>
                    <a:pt x="1" y="1415"/>
                  </a:lnTo>
                  <a:lnTo>
                    <a:pt x="2264" y="3936"/>
                  </a:lnTo>
                  <a:lnTo>
                    <a:pt x="3319" y="3190"/>
                  </a:lnTo>
                  <a:lnTo>
                    <a:pt x="670"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2059;p54">
              <a:extLst>
                <a:ext uri="{FF2B5EF4-FFF2-40B4-BE49-F238E27FC236}">
                  <a16:creationId xmlns:a16="http://schemas.microsoft.com/office/drawing/2014/main" id="{4FBA6BE9-E2BB-CD17-4F59-4B18301A1A92}"/>
                </a:ext>
              </a:extLst>
            </p:cNvPr>
            <p:cNvSpPr/>
            <p:nvPr/>
          </p:nvSpPr>
          <p:spPr>
            <a:xfrm>
              <a:off x="6939450" y="1646925"/>
              <a:ext cx="82975" cy="98400"/>
            </a:xfrm>
            <a:custGeom>
              <a:avLst/>
              <a:gdLst/>
              <a:ahLst/>
              <a:cxnLst/>
              <a:rect l="l" t="t" r="r" b="b"/>
              <a:pathLst>
                <a:path w="3319" h="3936" extrusionOk="0">
                  <a:moveTo>
                    <a:pt x="2649" y="0"/>
                  </a:moveTo>
                  <a:lnTo>
                    <a:pt x="0" y="3190"/>
                  </a:lnTo>
                  <a:lnTo>
                    <a:pt x="1029" y="3936"/>
                  </a:lnTo>
                  <a:lnTo>
                    <a:pt x="3318" y="1415"/>
                  </a:lnTo>
                  <a:lnTo>
                    <a:pt x="2649"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2060;p54">
              <a:extLst>
                <a:ext uri="{FF2B5EF4-FFF2-40B4-BE49-F238E27FC236}">
                  <a16:creationId xmlns:a16="http://schemas.microsoft.com/office/drawing/2014/main" id="{A3829834-A4D5-9ACC-8764-F891155B77B3}"/>
                </a:ext>
              </a:extLst>
            </p:cNvPr>
            <p:cNvSpPr/>
            <p:nvPr/>
          </p:nvSpPr>
          <p:spPr>
            <a:xfrm>
              <a:off x="6992175" y="1646925"/>
              <a:ext cx="30250" cy="48900"/>
            </a:xfrm>
            <a:custGeom>
              <a:avLst/>
              <a:gdLst/>
              <a:ahLst/>
              <a:cxnLst/>
              <a:rect l="l" t="t" r="r" b="b"/>
              <a:pathLst>
                <a:path w="1210" h="1956" extrusionOk="0">
                  <a:moveTo>
                    <a:pt x="540" y="0"/>
                  </a:moveTo>
                  <a:lnTo>
                    <a:pt x="0" y="669"/>
                  </a:lnTo>
                  <a:lnTo>
                    <a:pt x="720" y="1955"/>
                  </a:lnTo>
                  <a:lnTo>
                    <a:pt x="1209" y="1415"/>
                  </a:lnTo>
                  <a:lnTo>
                    <a:pt x="54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2061;p54">
              <a:extLst>
                <a:ext uri="{FF2B5EF4-FFF2-40B4-BE49-F238E27FC236}">
                  <a16:creationId xmlns:a16="http://schemas.microsoft.com/office/drawing/2014/main" id="{3C9066FF-196B-FB85-C891-E7E3BB38AC4A}"/>
                </a:ext>
              </a:extLst>
            </p:cNvPr>
            <p:cNvSpPr/>
            <p:nvPr/>
          </p:nvSpPr>
          <p:spPr>
            <a:xfrm>
              <a:off x="6819175" y="1682300"/>
              <a:ext cx="120275" cy="262375"/>
            </a:xfrm>
            <a:custGeom>
              <a:avLst/>
              <a:gdLst/>
              <a:ahLst/>
              <a:cxnLst/>
              <a:rect l="l" t="t" r="r" b="b"/>
              <a:pathLst>
                <a:path w="4811" h="10495" extrusionOk="0">
                  <a:moveTo>
                    <a:pt x="1493" y="0"/>
                  </a:moveTo>
                  <a:lnTo>
                    <a:pt x="1" y="2341"/>
                  </a:lnTo>
                  <a:lnTo>
                    <a:pt x="1493" y="3035"/>
                  </a:lnTo>
                  <a:lnTo>
                    <a:pt x="824" y="4862"/>
                  </a:lnTo>
                  <a:lnTo>
                    <a:pt x="4811" y="10495"/>
                  </a:lnTo>
                  <a:lnTo>
                    <a:pt x="1493" y="0"/>
                  </a:lnTo>
                  <a:close/>
                  <a:moveTo>
                    <a:pt x="4811" y="10495"/>
                  </a:moveTo>
                  <a:lnTo>
                    <a:pt x="4811" y="10495"/>
                  </a:lnTo>
                  <a:lnTo>
                    <a:pt x="4811" y="10495"/>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2062;p54">
              <a:extLst>
                <a:ext uri="{FF2B5EF4-FFF2-40B4-BE49-F238E27FC236}">
                  <a16:creationId xmlns:a16="http://schemas.microsoft.com/office/drawing/2014/main" id="{929D9641-F089-953C-16BD-EC9789EC0B28}"/>
                </a:ext>
              </a:extLst>
            </p:cNvPr>
            <p:cNvSpPr/>
            <p:nvPr/>
          </p:nvSpPr>
          <p:spPr>
            <a:xfrm>
              <a:off x="6939450" y="1682300"/>
              <a:ext cx="120275" cy="262375"/>
            </a:xfrm>
            <a:custGeom>
              <a:avLst/>
              <a:gdLst/>
              <a:ahLst/>
              <a:cxnLst/>
              <a:rect l="l" t="t" r="r" b="b"/>
              <a:pathLst>
                <a:path w="4811" h="10495" extrusionOk="0">
                  <a:moveTo>
                    <a:pt x="3318" y="0"/>
                  </a:moveTo>
                  <a:lnTo>
                    <a:pt x="0" y="10495"/>
                  </a:lnTo>
                  <a:lnTo>
                    <a:pt x="3961" y="4862"/>
                  </a:lnTo>
                  <a:lnTo>
                    <a:pt x="3318" y="3035"/>
                  </a:lnTo>
                  <a:lnTo>
                    <a:pt x="4810" y="2341"/>
                  </a:lnTo>
                  <a:lnTo>
                    <a:pt x="3318"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2063;p54">
              <a:extLst>
                <a:ext uri="{FF2B5EF4-FFF2-40B4-BE49-F238E27FC236}">
                  <a16:creationId xmlns:a16="http://schemas.microsoft.com/office/drawing/2014/main" id="{A8AFFAD7-8311-14DD-7722-13D006EC70B2}"/>
                </a:ext>
              </a:extLst>
            </p:cNvPr>
            <p:cNvSpPr/>
            <p:nvPr/>
          </p:nvSpPr>
          <p:spPr>
            <a:xfrm>
              <a:off x="7015325" y="1682300"/>
              <a:ext cx="44400" cy="66900"/>
            </a:xfrm>
            <a:custGeom>
              <a:avLst/>
              <a:gdLst/>
              <a:ahLst/>
              <a:cxnLst/>
              <a:rect l="l" t="t" r="r" b="b"/>
              <a:pathLst>
                <a:path w="1776" h="2676" extrusionOk="0">
                  <a:moveTo>
                    <a:pt x="283" y="0"/>
                  </a:moveTo>
                  <a:lnTo>
                    <a:pt x="0" y="875"/>
                  </a:lnTo>
                  <a:lnTo>
                    <a:pt x="1003" y="2675"/>
                  </a:lnTo>
                  <a:lnTo>
                    <a:pt x="1775" y="2341"/>
                  </a:lnTo>
                  <a:lnTo>
                    <a:pt x="283"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2064;p54">
              <a:extLst>
                <a:ext uri="{FF2B5EF4-FFF2-40B4-BE49-F238E27FC236}">
                  <a16:creationId xmlns:a16="http://schemas.microsoft.com/office/drawing/2014/main" id="{B486F0D5-AE94-9D02-D161-AC9F86C170E4}"/>
                </a:ext>
              </a:extLst>
            </p:cNvPr>
            <p:cNvSpPr/>
            <p:nvPr/>
          </p:nvSpPr>
          <p:spPr>
            <a:xfrm>
              <a:off x="6974175" y="1938225"/>
              <a:ext cx="85550" cy="20600"/>
            </a:xfrm>
            <a:custGeom>
              <a:avLst/>
              <a:gdLst/>
              <a:ahLst/>
              <a:cxnLst/>
              <a:rect l="l" t="t" r="r" b="b"/>
              <a:pathLst>
                <a:path w="3422" h="824" extrusionOk="0">
                  <a:moveTo>
                    <a:pt x="103" y="1"/>
                  </a:moveTo>
                  <a:lnTo>
                    <a:pt x="51" y="52"/>
                  </a:lnTo>
                  <a:lnTo>
                    <a:pt x="26" y="103"/>
                  </a:lnTo>
                  <a:lnTo>
                    <a:pt x="0" y="181"/>
                  </a:lnTo>
                  <a:lnTo>
                    <a:pt x="0" y="644"/>
                  </a:lnTo>
                  <a:lnTo>
                    <a:pt x="26" y="695"/>
                  </a:lnTo>
                  <a:lnTo>
                    <a:pt x="51" y="772"/>
                  </a:lnTo>
                  <a:lnTo>
                    <a:pt x="103" y="798"/>
                  </a:lnTo>
                  <a:lnTo>
                    <a:pt x="180" y="824"/>
                  </a:lnTo>
                  <a:lnTo>
                    <a:pt x="3241" y="824"/>
                  </a:lnTo>
                  <a:lnTo>
                    <a:pt x="3292" y="798"/>
                  </a:lnTo>
                  <a:lnTo>
                    <a:pt x="3370" y="772"/>
                  </a:lnTo>
                  <a:lnTo>
                    <a:pt x="3395" y="695"/>
                  </a:lnTo>
                  <a:lnTo>
                    <a:pt x="3421" y="644"/>
                  </a:lnTo>
                  <a:lnTo>
                    <a:pt x="3421" y="181"/>
                  </a:lnTo>
                  <a:lnTo>
                    <a:pt x="3395" y="103"/>
                  </a:lnTo>
                  <a:lnTo>
                    <a:pt x="3370" y="52"/>
                  </a:lnTo>
                  <a:lnTo>
                    <a:pt x="3292"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2065;p54">
              <a:extLst>
                <a:ext uri="{FF2B5EF4-FFF2-40B4-BE49-F238E27FC236}">
                  <a16:creationId xmlns:a16="http://schemas.microsoft.com/office/drawing/2014/main" id="{8033AA97-8F23-277C-7CCD-8EE94544257B}"/>
                </a:ext>
              </a:extLst>
            </p:cNvPr>
            <p:cNvSpPr/>
            <p:nvPr/>
          </p:nvSpPr>
          <p:spPr>
            <a:xfrm>
              <a:off x="7041675" y="1938225"/>
              <a:ext cx="18050" cy="20600"/>
            </a:xfrm>
            <a:custGeom>
              <a:avLst/>
              <a:gdLst/>
              <a:ahLst/>
              <a:cxnLst/>
              <a:rect l="l" t="t" r="r" b="b"/>
              <a:pathLst>
                <a:path w="722" h="824" extrusionOk="0">
                  <a:moveTo>
                    <a:pt x="52" y="1"/>
                  </a:moveTo>
                  <a:lnTo>
                    <a:pt x="129" y="52"/>
                  </a:lnTo>
                  <a:lnTo>
                    <a:pt x="155" y="103"/>
                  </a:lnTo>
                  <a:lnTo>
                    <a:pt x="181" y="181"/>
                  </a:lnTo>
                  <a:lnTo>
                    <a:pt x="181" y="644"/>
                  </a:lnTo>
                  <a:lnTo>
                    <a:pt x="155" y="695"/>
                  </a:lnTo>
                  <a:lnTo>
                    <a:pt x="129" y="772"/>
                  </a:lnTo>
                  <a:lnTo>
                    <a:pt x="52" y="798"/>
                  </a:lnTo>
                  <a:lnTo>
                    <a:pt x="1" y="824"/>
                  </a:lnTo>
                  <a:lnTo>
                    <a:pt x="541" y="824"/>
                  </a:lnTo>
                  <a:lnTo>
                    <a:pt x="592" y="798"/>
                  </a:lnTo>
                  <a:lnTo>
                    <a:pt x="670" y="772"/>
                  </a:lnTo>
                  <a:lnTo>
                    <a:pt x="695" y="695"/>
                  </a:lnTo>
                  <a:lnTo>
                    <a:pt x="721" y="644"/>
                  </a:lnTo>
                  <a:lnTo>
                    <a:pt x="721" y="181"/>
                  </a:lnTo>
                  <a:lnTo>
                    <a:pt x="695" y="103"/>
                  </a:lnTo>
                  <a:lnTo>
                    <a:pt x="670" y="52"/>
                  </a:lnTo>
                  <a:lnTo>
                    <a:pt x="592"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2066;p54">
              <a:extLst>
                <a:ext uri="{FF2B5EF4-FFF2-40B4-BE49-F238E27FC236}">
                  <a16:creationId xmlns:a16="http://schemas.microsoft.com/office/drawing/2014/main" id="{405D81D3-CF27-4140-F7D5-8A3106153AF2}"/>
                </a:ext>
              </a:extLst>
            </p:cNvPr>
            <p:cNvSpPr/>
            <p:nvPr/>
          </p:nvSpPr>
          <p:spPr>
            <a:xfrm>
              <a:off x="6788325" y="1641775"/>
              <a:ext cx="302250" cy="372350"/>
            </a:xfrm>
            <a:custGeom>
              <a:avLst/>
              <a:gdLst/>
              <a:ahLst/>
              <a:cxnLst/>
              <a:rect l="l" t="t" r="r" b="b"/>
              <a:pathLst>
                <a:path w="12090" h="14894" extrusionOk="0">
                  <a:moveTo>
                    <a:pt x="7280" y="1570"/>
                  </a:moveTo>
                  <a:lnTo>
                    <a:pt x="6045" y="3061"/>
                  </a:lnTo>
                  <a:lnTo>
                    <a:pt x="4810" y="1570"/>
                  </a:lnTo>
                  <a:close/>
                  <a:moveTo>
                    <a:pt x="3447" y="618"/>
                  </a:moveTo>
                  <a:lnTo>
                    <a:pt x="5711" y="3344"/>
                  </a:lnTo>
                  <a:lnTo>
                    <a:pt x="5016" y="3859"/>
                  </a:lnTo>
                  <a:lnTo>
                    <a:pt x="2984" y="1595"/>
                  </a:lnTo>
                  <a:lnTo>
                    <a:pt x="3447" y="618"/>
                  </a:lnTo>
                  <a:close/>
                  <a:moveTo>
                    <a:pt x="8643" y="618"/>
                  </a:moveTo>
                  <a:lnTo>
                    <a:pt x="9080" y="1595"/>
                  </a:lnTo>
                  <a:lnTo>
                    <a:pt x="7048" y="3859"/>
                  </a:lnTo>
                  <a:lnTo>
                    <a:pt x="6354" y="3344"/>
                  </a:lnTo>
                  <a:lnTo>
                    <a:pt x="8643" y="618"/>
                  </a:lnTo>
                  <a:close/>
                  <a:moveTo>
                    <a:pt x="3241" y="2521"/>
                  </a:moveTo>
                  <a:lnTo>
                    <a:pt x="4836" y="4296"/>
                  </a:lnTo>
                  <a:lnTo>
                    <a:pt x="4888" y="4322"/>
                  </a:lnTo>
                  <a:lnTo>
                    <a:pt x="4965" y="4348"/>
                  </a:lnTo>
                  <a:lnTo>
                    <a:pt x="5042" y="4348"/>
                  </a:lnTo>
                  <a:lnTo>
                    <a:pt x="5119" y="4322"/>
                  </a:lnTo>
                  <a:lnTo>
                    <a:pt x="4836" y="7563"/>
                  </a:lnTo>
                  <a:lnTo>
                    <a:pt x="3241" y="2521"/>
                  </a:lnTo>
                  <a:close/>
                  <a:moveTo>
                    <a:pt x="8849" y="2521"/>
                  </a:moveTo>
                  <a:lnTo>
                    <a:pt x="7254" y="7563"/>
                  </a:lnTo>
                  <a:lnTo>
                    <a:pt x="6945" y="4322"/>
                  </a:lnTo>
                  <a:lnTo>
                    <a:pt x="7022" y="4348"/>
                  </a:lnTo>
                  <a:lnTo>
                    <a:pt x="7100" y="4348"/>
                  </a:lnTo>
                  <a:lnTo>
                    <a:pt x="7177" y="4322"/>
                  </a:lnTo>
                  <a:lnTo>
                    <a:pt x="7254" y="4296"/>
                  </a:lnTo>
                  <a:lnTo>
                    <a:pt x="8849" y="2521"/>
                  </a:lnTo>
                  <a:close/>
                  <a:moveTo>
                    <a:pt x="2650" y="2135"/>
                  </a:moveTo>
                  <a:lnTo>
                    <a:pt x="5402" y="10855"/>
                  </a:lnTo>
                  <a:lnTo>
                    <a:pt x="2315" y="6431"/>
                  </a:lnTo>
                  <a:lnTo>
                    <a:pt x="2933" y="4708"/>
                  </a:lnTo>
                  <a:lnTo>
                    <a:pt x="2958" y="4631"/>
                  </a:lnTo>
                  <a:lnTo>
                    <a:pt x="2933" y="4553"/>
                  </a:lnTo>
                  <a:lnTo>
                    <a:pt x="2881" y="4502"/>
                  </a:lnTo>
                  <a:lnTo>
                    <a:pt x="2830" y="4450"/>
                  </a:lnTo>
                  <a:lnTo>
                    <a:pt x="1544" y="3859"/>
                  </a:lnTo>
                  <a:lnTo>
                    <a:pt x="2650" y="2135"/>
                  </a:lnTo>
                  <a:close/>
                  <a:moveTo>
                    <a:pt x="6045" y="3653"/>
                  </a:moveTo>
                  <a:lnTo>
                    <a:pt x="6482" y="3987"/>
                  </a:lnTo>
                  <a:lnTo>
                    <a:pt x="6920" y="8643"/>
                  </a:lnTo>
                  <a:lnTo>
                    <a:pt x="6045" y="11396"/>
                  </a:lnTo>
                  <a:lnTo>
                    <a:pt x="5170" y="8643"/>
                  </a:lnTo>
                  <a:lnTo>
                    <a:pt x="5608" y="3987"/>
                  </a:lnTo>
                  <a:lnTo>
                    <a:pt x="6045" y="3653"/>
                  </a:lnTo>
                  <a:close/>
                  <a:moveTo>
                    <a:pt x="3318" y="1"/>
                  </a:moveTo>
                  <a:lnTo>
                    <a:pt x="3267" y="26"/>
                  </a:lnTo>
                  <a:lnTo>
                    <a:pt x="3241" y="78"/>
                  </a:lnTo>
                  <a:lnTo>
                    <a:pt x="3190" y="129"/>
                  </a:lnTo>
                  <a:lnTo>
                    <a:pt x="2547" y="1518"/>
                  </a:lnTo>
                  <a:lnTo>
                    <a:pt x="1801" y="2650"/>
                  </a:lnTo>
                  <a:lnTo>
                    <a:pt x="1389" y="2650"/>
                  </a:lnTo>
                  <a:lnTo>
                    <a:pt x="1106" y="2701"/>
                  </a:lnTo>
                  <a:lnTo>
                    <a:pt x="849" y="2779"/>
                  </a:lnTo>
                  <a:lnTo>
                    <a:pt x="618" y="2907"/>
                  </a:lnTo>
                  <a:lnTo>
                    <a:pt x="412" y="3061"/>
                  </a:lnTo>
                  <a:lnTo>
                    <a:pt x="232" y="3267"/>
                  </a:lnTo>
                  <a:lnTo>
                    <a:pt x="103" y="3499"/>
                  </a:lnTo>
                  <a:lnTo>
                    <a:pt x="26" y="3756"/>
                  </a:lnTo>
                  <a:lnTo>
                    <a:pt x="0" y="4039"/>
                  </a:lnTo>
                  <a:lnTo>
                    <a:pt x="0" y="13505"/>
                  </a:lnTo>
                  <a:lnTo>
                    <a:pt x="26" y="13788"/>
                  </a:lnTo>
                  <a:lnTo>
                    <a:pt x="103" y="14045"/>
                  </a:lnTo>
                  <a:lnTo>
                    <a:pt x="232" y="14276"/>
                  </a:lnTo>
                  <a:lnTo>
                    <a:pt x="412" y="14482"/>
                  </a:lnTo>
                  <a:lnTo>
                    <a:pt x="618" y="14662"/>
                  </a:lnTo>
                  <a:lnTo>
                    <a:pt x="849" y="14791"/>
                  </a:lnTo>
                  <a:lnTo>
                    <a:pt x="1106" y="14868"/>
                  </a:lnTo>
                  <a:lnTo>
                    <a:pt x="1389" y="14894"/>
                  </a:lnTo>
                  <a:lnTo>
                    <a:pt x="2290" y="14894"/>
                  </a:lnTo>
                  <a:lnTo>
                    <a:pt x="2367" y="14868"/>
                  </a:lnTo>
                  <a:lnTo>
                    <a:pt x="2444" y="14842"/>
                  </a:lnTo>
                  <a:lnTo>
                    <a:pt x="2495" y="14765"/>
                  </a:lnTo>
                  <a:lnTo>
                    <a:pt x="2521" y="14688"/>
                  </a:lnTo>
                  <a:lnTo>
                    <a:pt x="2495" y="14585"/>
                  </a:lnTo>
                  <a:lnTo>
                    <a:pt x="2444" y="14534"/>
                  </a:lnTo>
                  <a:lnTo>
                    <a:pt x="2367" y="14482"/>
                  </a:lnTo>
                  <a:lnTo>
                    <a:pt x="2290" y="14456"/>
                  </a:lnTo>
                  <a:lnTo>
                    <a:pt x="1389" y="14456"/>
                  </a:lnTo>
                  <a:lnTo>
                    <a:pt x="1183" y="14431"/>
                  </a:lnTo>
                  <a:lnTo>
                    <a:pt x="1003" y="14379"/>
                  </a:lnTo>
                  <a:lnTo>
                    <a:pt x="849" y="14302"/>
                  </a:lnTo>
                  <a:lnTo>
                    <a:pt x="720" y="14174"/>
                  </a:lnTo>
                  <a:lnTo>
                    <a:pt x="592" y="14045"/>
                  </a:lnTo>
                  <a:lnTo>
                    <a:pt x="515" y="13891"/>
                  </a:lnTo>
                  <a:lnTo>
                    <a:pt x="463" y="13711"/>
                  </a:lnTo>
                  <a:lnTo>
                    <a:pt x="438" y="13505"/>
                  </a:lnTo>
                  <a:lnTo>
                    <a:pt x="438" y="4039"/>
                  </a:lnTo>
                  <a:lnTo>
                    <a:pt x="463" y="3859"/>
                  </a:lnTo>
                  <a:lnTo>
                    <a:pt x="515" y="3679"/>
                  </a:lnTo>
                  <a:lnTo>
                    <a:pt x="592" y="3524"/>
                  </a:lnTo>
                  <a:lnTo>
                    <a:pt x="720" y="3370"/>
                  </a:lnTo>
                  <a:lnTo>
                    <a:pt x="849" y="3267"/>
                  </a:lnTo>
                  <a:lnTo>
                    <a:pt x="1003" y="3164"/>
                  </a:lnTo>
                  <a:lnTo>
                    <a:pt x="1183" y="3113"/>
                  </a:lnTo>
                  <a:lnTo>
                    <a:pt x="1389" y="3087"/>
                  </a:lnTo>
                  <a:lnTo>
                    <a:pt x="1518" y="3087"/>
                  </a:lnTo>
                  <a:lnTo>
                    <a:pt x="1055" y="3833"/>
                  </a:lnTo>
                  <a:lnTo>
                    <a:pt x="1029" y="3910"/>
                  </a:lnTo>
                  <a:lnTo>
                    <a:pt x="1029" y="4013"/>
                  </a:lnTo>
                  <a:lnTo>
                    <a:pt x="1081" y="4090"/>
                  </a:lnTo>
                  <a:lnTo>
                    <a:pt x="1132" y="4142"/>
                  </a:lnTo>
                  <a:lnTo>
                    <a:pt x="2444" y="4759"/>
                  </a:lnTo>
                  <a:lnTo>
                    <a:pt x="1852" y="6405"/>
                  </a:lnTo>
                  <a:lnTo>
                    <a:pt x="1852" y="6508"/>
                  </a:lnTo>
                  <a:lnTo>
                    <a:pt x="1878" y="6611"/>
                  </a:lnTo>
                  <a:lnTo>
                    <a:pt x="5865" y="12244"/>
                  </a:lnTo>
                  <a:lnTo>
                    <a:pt x="5942" y="12322"/>
                  </a:lnTo>
                  <a:lnTo>
                    <a:pt x="6045" y="12347"/>
                  </a:lnTo>
                  <a:lnTo>
                    <a:pt x="6148" y="12322"/>
                  </a:lnTo>
                  <a:lnTo>
                    <a:pt x="6225" y="12244"/>
                  </a:lnTo>
                  <a:lnTo>
                    <a:pt x="9260" y="7923"/>
                  </a:lnTo>
                  <a:lnTo>
                    <a:pt x="9312" y="7846"/>
                  </a:lnTo>
                  <a:lnTo>
                    <a:pt x="9312" y="7769"/>
                  </a:lnTo>
                  <a:lnTo>
                    <a:pt x="9260" y="7691"/>
                  </a:lnTo>
                  <a:lnTo>
                    <a:pt x="9209" y="7614"/>
                  </a:lnTo>
                  <a:lnTo>
                    <a:pt x="9132" y="7589"/>
                  </a:lnTo>
                  <a:lnTo>
                    <a:pt x="9055" y="7589"/>
                  </a:lnTo>
                  <a:lnTo>
                    <a:pt x="8977" y="7614"/>
                  </a:lnTo>
                  <a:lnTo>
                    <a:pt x="8900" y="7666"/>
                  </a:lnTo>
                  <a:lnTo>
                    <a:pt x="6662" y="10855"/>
                  </a:lnTo>
                  <a:lnTo>
                    <a:pt x="9415" y="2135"/>
                  </a:lnTo>
                  <a:lnTo>
                    <a:pt x="10521" y="3859"/>
                  </a:lnTo>
                  <a:lnTo>
                    <a:pt x="9260" y="4450"/>
                  </a:lnTo>
                  <a:lnTo>
                    <a:pt x="9183" y="4502"/>
                  </a:lnTo>
                  <a:lnTo>
                    <a:pt x="9157" y="4553"/>
                  </a:lnTo>
                  <a:lnTo>
                    <a:pt x="9132" y="4631"/>
                  </a:lnTo>
                  <a:lnTo>
                    <a:pt x="9157" y="4708"/>
                  </a:lnTo>
                  <a:lnTo>
                    <a:pt x="9775" y="6431"/>
                  </a:lnTo>
                  <a:lnTo>
                    <a:pt x="9415" y="6946"/>
                  </a:lnTo>
                  <a:lnTo>
                    <a:pt x="9389" y="7023"/>
                  </a:lnTo>
                  <a:lnTo>
                    <a:pt x="9389" y="7100"/>
                  </a:lnTo>
                  <a:lnTo>
                    <a:pt x="9415" y="7177"/>
                  </a:lnTo>
                  <a:lnTo>
                    <a:pt x="9466" y="7254"/>
                  </a:lnTo>
                  <a:lnTo>
                    <a:pt x="9543" y="7280"/>
                  </a:lnTo>
                  <a:lnTo>
                    <a:pt x="9620" y="7280"/>
                  </a:lnTo>
                  <a:lnTo>
                    <a:pt x="9723" y="7254"/>
                  </a:lnTo>
                  <a:lnTo>
                    <a:pt x="9775" y="7203"/>
                  </a:lnTo>
                  <a:lnTo>
                    <a:pt x="10186" y="6611"/>
                  </a:lnTo>
                  <a:lnTo>
                    <a:pt x="10238" y="6508"/>
                  </a:lnTo>
                  <a:lnTo>
                    <a:pt x="10212" y="6405"/>
                  </a:lnTo>
                  <a:lnTo>
                    <a:pt x="9620" y="4759"/>
                  </a:lnTo>
                  <a:lnTo>
                    <a:pt x="10932" y="4142"/>
                  </a:lnTo>
                  <a:lnTo>
                    <a:pt x="11009" y="4090"/>
                  </a:lnTo>
                  <a:lnTo>
                    <a:pt x="11061" y="4013"/>
                  </a:lnTo>
                  <a:lnTo>
                    <a:pt x="11061" y="3910"/>
                  </a:lnTo>
                  <a:lnTo>
                    <a:pt x="11035" y="3833"/>
                  </a:lnTo>
                  <a:lnTo>
                    <a:pt x="10546" y="3087"/>
                  </a:lnTo>
                  <a:lnTo>
                    <a:pt x="10701" y="3087"/>
                  </a:lnTo>
                  <a:lnTo>
                    <a:pt x="10881" y="3113"/>
                  </a:lnTo>
                  <a:lnTo>
                    <a:pt x="11061" y="3164"/>
                  </a:lnTo>
                  <a:lnTo>
                    <a:pt x="11241" y="3267"/>
                  </a:lnTo>
                  <a:lnTo>
                    <a:pt x="11370" y="3370"/>
                  </a:lnTo>
                  <a:lnTo>
                    <a:pt x="11472" y="3524"/>
                  </a:lnTo>
                  <a:lnTo>
                    <a:pt x="11575" y="3679"/>
                  </a:lnTo>
                  <a:lnTo>
                    <a:pt x="11627" y="3859"/>
                  </a:lnTo>
                  <a:lnTo>
                    <a:pt x="11652" y="4039"/>
                  </a:lnTo>
                  <a:lnTo>
                    <a:pt x="11652" y="13505"/>
                  </a:lnTo>
                  <a:lnTo>
                    <a:pt x="11627" y="13711"/>
                  </a:lnTo>
                  <a:lnTo>
                    <a:pt x="11575" y="13891"/>
                  </a:lnTo>
                  <a:lnTo>
                    <a:pt x="11472" y="14045"/>
                  </a:lnTo>
                  <a:lnTo>
                    <a:pt x="11370" y="14174"/>
                  </a:lnTo>
                  <a:lnTo>
                    <a:pt x="11241" y="14302"/>
                  </a:lnTo>
                  <a:lnTo>
                    <a:pt x="11061" y="14379"/>
                  </a:lnTo>
                  <a:lnTo>
                    <a:pt x="10881" y="14431"/>
                  </a:lnTo>
                  <a:lnTo>
                    <a:pt x="10701" y="14456"/>
                  </a:lnTo>
                  <a:lnTo>
                    <a:pt x="3164" y="14456"/>
                  </a:lnTo>
                  <a:lnTo>
                    <a:pt x="3087" y="14482"/>
                  </a:lnTo>
                  <a:lnTo>
                    <a:pt x="3010" y="14534"/>
                  </a:lnTo>
                  <a:lnTo>
                    <a:pt x="2958" y="14585"/>
                  </a:lnTo>
                  <a:lnTo>
                    <a:pt x="2958" y="14688"/>
                  </a:lnTo>
                  <a:lnTo>
                    <a:pt x="2958" y="14765"/>
                  </a:lnTo>
                  <a:lnTo>
                    <a:pt x="3010" y="14842"/>
                  </a:lnTo>
                  <a:lnTo>
                    <a:pt x="3087" y="14868"/>
                  </a:lnTo>
                  <a:lnTo>
                    <a:pt x="3164" y="14894"/>
                  </a:lnTo>
                  <a:lnTo>
                    <a:pt x="10701" y="14894"/>
                  </a:lnTo>
                  <a:lnTo>
                    <a:pt x="10984" y="14868"/>
                  </a:lnTo>
                  <a:lnTo>
                    <a:pt x="11241" y="14791"/>
                  </a:lnTo>
                  <a:lnTo>
                    <a:pt x="11472" y="14662"/>
                  </a:lnTo>
                  <a:lnTo>
                    <a:pt x="11678" y="14482"/>
                  </a:lnTo>
                  <a:lnTo>
                    <a:pt x="11858" y="14276"/>
                  </a:lnTo>
                  <a:lnTo>
                    <a:pt x="11961" y="14045"/>
                  </a:lnTo>
                  <a:lnTo>
                    <a:pt x="12064" y="13788"/>
                  </a:lnTo>
                  <a:lnTo>
                    <a:pt x="12090" y="13505"/>
                  </a:lnTo>
                  <a:lnTo>
                    <a:pt x="12090" y="4039"/>
                  </a:lnTo>
                  <a:lnTo>
                    <a:pt x="12064" y="3756"/>
                  </a:lnTo>
                  <a:lnTo>
                    <a:pt x="11961" y="3499"/>
                  </a:lnTo>
                  <a:lnTo>
                    <a:pt x="11858" y="3267"/>
                  </a:lnTo>
                  <a:lnTo>
                    <a:pt x="11678" y="3061"/>
                  </a:lnTo>
                  <a:lnTo>
                    <a:pt x="11472" y="2907"/>
                  </a:lnTo>
                  <a:lnTo>
                    <a:pt x="11241" y="2779"/>
                  </a:lnTo>
                  <a:lnTo>
                    <a:pt x="10984" y="2701"/>
                  </a:lnTo>
                  <a:lnTo>
                    <a:pt x="10701" y="2650"/>
                  </a:lnTo>
                  <a:lnTo>
                    <a:pt x="10263" y="2650"/>
                  </a:lnTo>
                  <a:lnTo>
                    <a:pt x="9543" y="1518"/>
                  </a:lnTo>
                  <a:lnTo>
                    <a:pt x="8874" y="129"/>
                  </a:lnTo>
                  <a:lnTo>
                    <a:pt x="8849" y="78"/>
                  </a:lnTo>
                  <a:lnTo>
                    <a:pt x="8797" y="26"/>
                  </a:lnTo>
                  <a:lnTo>
                    <a:pt x="8746" y="1"/>
                  </a:lnTo>
                  <a:lnTo>
                    <a:pt x="5402" y="1"/>
                  </a:lnTo>
                  <a:lnTo>
                    <a:pt x="5325" y="52"/>
                  </a:lnTo>
                  <a:lnTo>
                    <a:pt x="5273" y="129"/>
                  </a:lnTo>
                  <a:lnTo>
                    <a:pt x="5273" y="206"/>
                  </a:lnTo>
                  <a:lnTo>
                    <a:pt x="5273" y="309"/>
                  </a:lnTo>
                  <a:lnTo>
                    <a:pt x="5325" y="361"/>
                  </a:lnTo>
                  <a:lnTo>
                    <a:pt x="5402" y="412"/>
                  </a:lnTo>
                  <a:lnTo>
                    <a:pt x="5479" y="438"/>
                  </a:lnTo>
                  <a:lnTo>
                    <a:pt x="8231" y="438"/>
                  </a:lnTo>
                  <a:lnTo>
                    <a:pt x="7640" y="1132"/>
                  </a:lnTo>
                  <a:lnTo>
                    <a:pt x="4450" y="1132"/>
                  </a:lnTo>
                  <a:lnTo>
                    <a:pt x="3859" y="438"/>
                  </a:lnTo>
                  <a:lnTo>
                    <a:pt x="4605" y="438"/>
                  </a:lnTo>
                  <a:lnTo>
                    <a:pt x="4682" y="412"/>
                  </a:lnTo>
                  <a:lnTo>
                    <a:pt x="4759" y="361"/>
                  </a:lnTo>
                  <a:lnTo>
                    <a:pt x="4810" y="309"/>
                  </a:lnTo>
                  <a:lnTo>
                    <a:pt x="4836" y="206"/>
                  </a:lnTo>
                  <a:lnTo>
                    <a:pt x="4810" y="129"/>
                  </a:lnTo>
                  <a:lnTo>
                    <a:pt x="4759" y="52"/>
                  </a:lnTo>
                  <a:lnTo>
                    <a:pt x="4682"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2067;p54">
              <a:extLst>
                <a:ext uri="{FF2B5EF4-FFF2-40B4-BE49-F238E27FC236}">
                  <a16:creationId xmlns:a16="http://schemas.microsoft.com/office/drawing/2014/main" id="{A38332D2-E1F0-707F-8D03-27E7C772B051}"/>
                </a:ext>
              </a:extLst>
            </p:cNvPr>
            <p:cNvSpPr/>
            <p:nvPr/>
          </p:nvSpPr>
          <p:spPr>
            <a:xfrm>
              <a:off x="6969025" y="1932450"/>
              <a:ext cx="95825" cy="31525"/>
            </a:xfrm>
            <a:custGeom>
              <a:avLst/>
              <a:gdLst/>
              <a:ahLst/>
              <a:cxnLst/>
              <a:rect l="l" t="t" r="r" b="b"/>
              <a:pathLst>
                <a:path w="3833" h="1261" extrusionOk="0">
                  <a:moveTo>
                    <a:pt x="3396" y="437"/>
                  </a:moveTo>
                  <a:lnTo>
                    <a:pt x="3396" y="823"/>
                  </a:lnTo>
                  <a:lnTo>
                    <a:pt x="438" y="823"/>
                  </a:lnTo>
                  <a:lnTo>
                    <a:pt x="438" y="437"/>
                  </a:lnTo>
                  <a:close/>
                  <a:moveTo>
                    <a:pt x="386" y="0"/>
                  </a:moveTo>
                  <a:lnTo>
                    <a:pt x="309" y="26"/>
                  </a:lnTo>
                  <a:lnTo>
                    <a:pt x="232" y="51"/>
                  </a:lnTo>
                  <a:lnTo>
                    <a:pt x="103" y="129"/>
                  </a:lnTo>
                  <a:lnTo>
                    <a:pt x="26" y="257"/>
                  </a:lnTo>
                  <a:lnTo>
                    <a:pt x="0" y="334"/>
                  </a:lnTo>
                  <a:lnTo>
                    <a:pt x="0" y="412"/>
                  </a:lnTo>
                  <a:lnTo>
                    <a:pt x="0" y="875"/>
                  </a:lnTo>
                  <a:lnTo>
                    <a:pt x="0" y="952"/>
                  </a:lnTo>
                  <a:lnTo>
                    <a:pt x="26" y="1029"/>
                  </a:lnTo>
                  <a:lnTo>
                    <a:pt x="103" y="1132"/>
                  </a:lnTo>
                  <a:lnTo>
                    <a:pt x="232" y="1235"/>
                  </a:lnTo>
                  <a:lnTo>
                    <a:pt x="309" y="1260"/>
                  </a:lnTo>
                  <a:lnTo>
                    <a:pt x="3524" y="1260"/>
                  </a:lnTo>
                  <a:lnTo>
                    <a:pt x="3601" y="1235"/>
                  </a:lnTo>
                  <a:lnTo>
                    <a:pt x="3730" y="1132"/>
                  </a:lnTo>
                  <a:lnTo>
                    <a:pt x="3807" y="1029"/>
                  </a:lnTo>
                  <a:lnTo>
                    <a:pt x="3833" y="952"/>
                  </a:lnTo>
                  <a:lnTo>
                    <a:pt x="3833" y="875"/>
                  </a:lnTo>
                  <a:lnTo>
                    <a:pt x="3833" y="412"/>
                  </a:lnTo>
                  <a:lnTo>
                    <a:pt x="3833" y="334"/>
                  </a:lnTo>
                  <a:lnTo>
                    <a:pt x="3807" y="257"/>
                  </a:lnTo>
                  <a:lnTo>
                    <a:pt x="3730" y="129"/>
                  </a:lnTo>
                  <a:lnTo>
                    <a:pt x="3601" y="51"/>
                  </a:lnTo>
                  <a:lnTo>
                    <a:pt x="3524" y="26"/>
                  </a:lnTo>
                  <a:lnTo>
                    <a:pt x="3447"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2068;p54">
              <a:extLst>
                <a:ext uri="{FF2B5EF4-FFF2-40B4-BE49-F238E27FC236}">
                  <a16:creationId xmlns:a16="http://schemas.microsoft.com/office/drawing/2014/main" id="{40973FFA-1696-BB6C-3B71-3036FB0FC91A}"/>
                </a:ext>
              </a:extLst>
            </p:cNvPr>
            <p:cNvSpPr/>
            <p:nvPr/>
          </p:nvSpPr>
          <p:spPr>
            <a:xfrm>
              <a:off x="6933650" y="1971025"/>
              <a:ext cx="10950" cy="19300"/>
            </a:xfrm>
            <a:custGeom>
              <a:avLst/>
              <a:gdLst/>
              <a:ahLst/>
              <a:cxnLst/>
              <a:rect l="l" t="t" r="r" b="b"/>
              <a:pathLst>
                <a:path w="438" h="772" extrusionOk="0">
                  <a:moveTo>
                    <a:pt x="155" y="0"/>
                  </a:moveTo>
                  <a:lnTo>
                    <a:pt x="78" y="52"/>
                  </a:lnTo>
                  <a:lnTo>
                    <a:pt x="26" y="129"/>
                  </a:lnTo>
                  <a:lnTo>
                    <a:pt x="1" y="206"/>
                  </a:lnTo>
                  <a:lnTo>
                    <a:pt x="1" y="566"/>
                  </a:lnTo>
                  <a:lnTo>
                    <a:pt x="26" y="643"/>
                  </a:lnTo>
                  <a:lnTo>
                    <a:pt x="78" y="721"/>
                  </a:lnTo>
                  <a:lnTo>
                    <a:pt x="155" y="772"/>
                  </a:lnTo>
                  <a:lnTo>
                    <a:pt x="309" y="772"/>
                  </a:lnTo>
                  <a:lnTo>
                    <a:pt x="386" y="721"/>
                  </a:lnTo>
                  <a:lnTo>
                    <a:pt x="438" y="643"/>
                  </a:lnTo>
                  <a:lnTo>
                    <a:pt x="438" y="566"/>
                  </a:lnTo>
                  <a:lnTo>
                    <a:pt x="438" y="206"/>
                  </a:lnTo>
                  <a:lnTo>
                    <a:pt x="438" y="129"/>
                  </a:lnTo>
                  <a:lnTo>
                    <a:pt x="386" y="52"/>
                  </a:lnTo>
                  <a:lnTo>
                    <a:pt x="309"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 name="Google Shape;2816;p54">
            <a:extLst>
              <a:ext uri="{FF2B5EF4-FFF2-40B4-BE49-F238E27FC236}">
                <a16:creationId xmlns:a16="http://schemas.microsoft.com/office/drawing/2014/main" id="{9912B533-DD1C-6079-188C-E27CF7884ECF}"/>
              </a:ext>
            </a:extLst>
          </p:cNvPr>
          <p:cNvGrpSpPr/>
          <p:nvPr/>
        </p:nvGrpSpPr>
        <p:grpSpPr>
          <a:xfrm>
            <a:off x="7590573" y="4616088"/>
            <a:ext cx="373000" cy="372350"/>
            <a:chOff x="6520800" y="4581200"/>
            <a:chExt cx="373000" cy="372350"/>
          </a:xfrm>
        </p:grpSpPr>
        <p:sp>
          <p:nvSpPr>
            <p:cNvPr id="113" name="Google Shape;2817;p54">
              <a:extLst>
                <a:ext uri="{FF2B5EF4-FFF2-40B4-BE49-F238E27FC236}">
                  <a16:creationId xmlns:a16="http://schemas.microsoft.com/office/drawing/2014/main" id="{8A6CD849-B29C-F5EF-432A-62D318788DCA}"/>
                </a:ext>
              </a:extLst>
            </p:cNvPr>
            <p:cNvSpPr/>
            <p:nvPr/>
          </p:nvSpPr>
          <p:spPr>
            <a:xfrm>
              <a:off x="6554900" y="4586975"/>
              <a:ext cx="245025" cy="339550"/>
            </a:xfrm>
            <a:custGeom>
              <a:avLst/>
              <a:gdLst/>
              <a:ahLst/>
              <a:cxnLst/>
              <a:rect l="l" t="t" r="r" b="b"/>
              <a:pathLst>
                <a:path w="9801" h="13582" extrusionOk="0">
                  <a:moveTo>
                    <a:pt x="0" y="1"/>
                  </a:moveTo>
                  <a:lnTo>
                    <a:pt x="232" y="26"/>
                  </a:lnTo>
                  <a:lnTo>
                    <a:pt x="463" y="78"/>
                  </a:lnTo>
                  <a:lnTo>
                    <a:pt x="643" y="181"/>
                  </a:lnTo>
                  <a:lnTo>
                    <a:pt x="823" y="335"/>
                  </a:lnTo>
                  <a:lnTo>
                    <a:pt x="952" y="489"/>
                  </a:lnTo>
                  <a:lnTo>
                    <a:pt x="1055" y="695"/>
                  </a:lnTo>
                  <a:lnTo>
                    <a:pt x="1132" y="901"/>
                  </a:lnTo>
                  <a:lnTo>
                    <a:pt x="1158" y="1132"/>
                  </a:lnTo>
                  <a:lnTo>
                    <a:pt x="1158" y="2264"/>
                  </a:lnTo>
                  <a:lnTo>
                    <a:pt x="1158" y="2856"/>
                  </a:lnTo>
                  <a:lnTo>
                    <a:pt x="1158" y="12939"/>
                  </a:lnTo>
                  <a:lnTo>
                    <a:pt x="9800" y="13582"/>
                  </a:lnTo>
                  <a:lnTo>
                    <a:pt x="9800" y="901"/>
                  </a:lnTo>
                  <a:lnTo>
                    <a:pt x="9800" y="721"/>
                  </a:lnTo>
                  <a:lnTo>
                    <a:pt x="9749" y="541"/>
                  </a:lnTo>
                  <a:lnTo>
                    <a:pt x="9646" y="386"/>
                  </a:lnTo>
                  <a:lnTo>
                    <a:pt x="9543" y="258"/>
                  </a:lnTo>
                  <a:lnTo>
                    <a:pt x="9414" y="155"/>
                  </a:lnTo>
                  <a:lnTo>
                    <a:pt x="9260" y="52"/>
                  </a:lnTo>
                  <a:lnTo>
                    <a:pt x="9080" y="1"/>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2818;p54">
              <a:extLst>
                <a:ext uri="{FF2B5EF4-FFF2-40B4-BE49-F238E27FC236}">
                  <a16:creationId xmlns:a16="http://schemas.microsoft.com/office/drawing/2014/main" id="{ED414C01-D10F-9049-0EE5-4C4F77F01DCC}"/>
                </a:ext>
              </a:extLst>
            </p:cNvPr>
            <p:cNvSpPr/>
            <p:nvPr/>
          </p:nvSpPr>
          <p:spPr>
            <a:xfrm>
              <a:off x="6765175" y="4586975"/>
              <a:ext cx="34750" cy="339550"/>
            </a:xfrm>
            <a:custGeom>
              <a:avLst/>
              <a:gdLst/>
              <a:ahLst/>
              <a:cxnLst/>
              <a:rect l="l" t="t" r="r" b="b"/>
              <a:pathLst>
                <a:path w="1390" h="13582" extrusionOk="0">
                  <a:moveTo>
                    <a:pt x="0" y="1"/>
                  </a:moveTo>
                  <a:lnTo>
                    <a:pt x="155" y="52"/>
                  </a:lnTo>
                  <a:lnTo>
                    <a:pt x="309" y="155"/>
                  </a:lnTo>
                  <a:lnTo>
                    <a:pt x="463" y="258"/>
                  </a:lnTo>
                  <a:lnTo>
                    <a:pt x="566" y="386"/>
                  </a:lnTo>
                  <a:lnTo>
                    <a:pt x="643" y="541"/>
                  </a:lnTo>
                  <a:lnTo>
                    <a:pt x="695" y="721"/>
                  </a:lnTo>
                  <a:lnTo>
                    <a:pt x="720" y="901"/>
                  </a:lnTo>
                  <a:lnTo>
                    <a:pt x="720" y="13531"/>
                  </a:lnTo>
                  <a:lnTo>
                    <a:pt x="1389" y="13582"/>
                  </a:lnTo>
                  <a:lnTo>
                    <a:pt x="1389" y="901"/>
                  </a:lnTo>
                  <a:lnTo>
                    <a:pt x="1389" y="721"/>
                  </a:lnTo>
                  <a:lnTo>
                    <a:pt x="1338" y="541"/>
                  </a:lnTo>
                  <a:lnTo>
                    <a:pt x="1235" y="386"/>
                  </a:lnTo>
                  <a:lnTo>
                    <a:pt x="1132" y="258"/>
                  </a:lnTo>
                  <a:lnTo>
                    <a:pt x="1003" y="155"/>
                  </a:lnTo>
                  <a:lnTo>
                    <a:pt x="849" y="52"/>
                  </a:lnTo>
                  <a:lnTo>
                    <a:pt x="66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2819;p54">
              <a:extLst>
                <a:ext uri="{FF2B5EF4-FFF2-40B4-BE49-F238E27FC236}">
                  <a16:creationId xmlns:a16="http://schemas.microsoft.com/office/drawing/2014/main" id="{B4795752-0D8A-F4E8-9838-9FD6E30EBA28}"/>
                </a:ext>
              </a:extLst>
            </p:cNvPr>
            <p:cNvSpPr/>
            <p:nvPr/>
          </p:nvSpPr>
          <p:spPr>
            <a:xfrm>
              <a:off x="6583825" y="4897575"/>
              <a:ext cx="261750" cy="50825"/>
            </a:xfrm>
            <a:custGeom>
              <a:avLst/>
              <a:gdLst/>
              <a:ahLst/>
              <a:cxnLst/>
              <a:rect l="l" t="t" r="r" b="b"/>
              <a:pathLst>
                <a:path w="10470" h="2033" extrusionOk="0">
                  <a:moveTo>
                    <a:pt x="2161" y="0"/>
                  </a:moveTo>
                  <a:lnTo>
                    <a:pt x="1" y="412"/>
                  </a:lnTo>
                  <a:lnTo>
                    <a:pt x="1" y="824"/>
                  </a:lnTo>
                  <a:lnTo>
                    <a:pt x="26" y="1055"/>
                  </a:lnTo>
                  <a:lnTo>
                    <a:pt x="78" y="1287"/>
                  </a:lnTo>
                  <a:lnTo>
                    <a:pt x="206" y="1492"/>
                  </a:lnTo>
                  <a:lnTo>
                    <a:pt x="361" y="1672"/>
                  </a:lnTo>
                  <a:lnTo>
                    <a:pt x="515" y="1827"/>
                  </a:lnTo>
                  <a:lnTo>
                    <a:pt x="721" y="1930"/>
                  </a:lnTo>
                  <a:lnTo>
                    <a:pt x="952" y="2007"/>
                  </a:lnTo>
                  <a:lnTo>
                    <a:pt x="1209" y="2033"/>
                  </a:lnTo>
                  <a:lnTo>
                    <a:pt x="9029" y="2033"/>
                  </a:lnTo>
                  <a:lnTo>
                    <a:pt x="9183" y="2007"/>
                  </a:lnTo>
                  <a:lnTo>
                    <a:pt x="9338" y="1955"/>
                  </a:lnTo>
                  <a:lnTo>
                    <a:pt x="9492" y="1904"/>
                  </a:lnTo>
                  <a:lnTo>
                    <a:pt x="9775" y="1750"/>
                  </a:lnTo>
                  <a:lnTo>
                    <a:pt x="10007" y="1570"/>
                  </a:lnTo>
                  <a:lnTo>
                    <a:pt x="10212" y="1312"/>
                  </a:lnTo>
                  <a:lnTo>
                    <a:pt x="10367" y="1055"/>
                  </a:lnTo>
                  <a:lnTo>
                    <a:pt x="10418" y="901"/>
                  </a:lnTo>
                  <a:lnTo>
                    <a:pt x="10444" y="746"/>
                  </a:lnTo>
                  <a:lnTo>
                    <a:pt x="10470" y="592"/>
                  </a:lnTo>
                  <a:lnTo>
                    <a:pt x="10470" y="412"/>
                  </a:lnTo>
                  <a:lnTo>
                    <a:pt x="10470" y="0"/>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2820;p54">
              <a:extLst>
                <a:ext uri="{FF2B5EF4-FFF2-40B4-BE49-F238E27FC236}">
                  <a16:creationId xmlns:a16="http://schemas.microsoft.com/office/drawing/2014/main" id="{FB160558-8301-A2AE-A795-91AACC3F7A67}"/>
                </a:ext>
              </a:extLst>
            </p:cNvPr>
            <p:cNvSpPr/>
            <p:nvPr/>
          </p:nvSpPr>
          <p:spPr>
            <a:xfrm>
              <a:off x="6583825" y="4897575"/>
              <a:ext cx="261750" cy="14825"/>
            </a:xfrm>
            <a:custGeom>
              <a:avLst/>
              <a:gdLst/>
              <a:ahLst/>
              <a:cxnLst/>
              <a:rect l="l" t="t" r="r" b="b"/>
              <a:pathLst>
                <a:path w="10470" h="593" extrusionOk="0">
                  <a:moveTo>
                    <a:pt x="2161" y="0"/>
                  </a:moveTo>
                  <a:lnTo>
                    <a:pt x="1" y="283"/>
                  </a:lnTo>
                  <a:lnTo>
                    <a:pt x="1" y="592"/>
                  </a:lnTo>
                  <a:lnTo>
                    <a:pt x="10470" y="592"/>
                  </a:lnTo>
                  <a:lnTo>
                    <a:pt x="10470" y="412"/>
                  </a:lnTo>
                  <a:lnTo>
                    <a:pt x="10470" y="0"/>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2821;p54">
              <a:extLst>
                <a:ext uri="{FF2B5EF4-FFF2-40B4-BE49-F238E27FC236}">
                  <a16:creationId xmlns:a16="http://schemas.microsoft.com/office/drawing/2014/main" id="{DCABFB86-CBA8-03BB-F788-C5122774D9A0}"/>
                </a:ext>
              </a:extLst>
            </p:cNvPr>
            <p:cNvSpPr/>
            <p:nvPr/>
          </p:nvSpPr>
          <p:spPr>
            <a:xfrm>
              <a:off x="6526600" y="4586975"/>
              <a:ext cx="57250" cy="71400"/>
            </a:xfrm>
            <a:custGeom>
              <a:avLst/>
              <a:gdLst/>
              <a:ahLst/>
              <a:cxnLst/>
              <a:rect l="l" t="t" r="r" b="b"/>
              <a:pathLst>
                <a:path w="2290" h="2856" extrusionOk="0">
                  <a:moveTo>
                    <a:pt x="1132" y="1"/>
                  </a:moveTo>
                  <a:lnTo>
                    <a:pt x="901" y="26"/>
                  </a:lnTo>
                  <a:lnTo>
                    <a:pt x="695" y="78"/>
                  </a:lnTo>
                  <a:lnTo>
                    <a:pt x="489" y="181"/>
                  </a:lnTo>
                  <a:lnTo>
                    <a:pt x="335" y="335"/>
                  </a:lnTo>
                  <a:lnTo>
                    <a:pt x="180" y="489"/>
                  </a:lnTo>
                  <a:lnTo>
                    <a:pt x="77" y="695"/>
                  </a:lnTo>
                  <a:lnTo>
                    <a:pt x="26" y="901"/>
                  </a:lnTo>
                  <a:lnTo>
                    <a:pt x="0" y="1132"/>
                  </a:lnTo>
                  <a:lnTo>
                    <a:pt x="0" y="2650"/>
                  </a:lnTo>
                  <a:lnTo>
                    <a:pt x="26" y="2727"/>
                  </a:lnTo>
                  <a:lnTo>
                    <a:pt x="52" y="2804"/>
                  </a:lnTo>
                  <a:lnTo>
                    <a:pt x="129" y="2830"/>
                  </a:lnTo>
                  <a:lnTo>
                    <a:pt x="206" y="2856"/>
                  </a:lnTo>
                  <a:lnTo>
                    <a:pt x="2290" y="2856"/>
                  </a:lnTo>
                  <a:lnTo>
                    <a:pt x="2290" y="1132"/>
                  </a:lnTo>
                  <a:lnTo>
                    <a:pt x="2264" y="901"/>
                  </a:lnTo>
                  <a:lnTo>
                    <a:pt x="2187" y="695"/>
                  </a:lnTo>
                  <a:lnTo>
                    <a:pt x="2084" y="489"/>
                  </a:lnTo>
                  <a:lnTo>
                    <a:pt x="1955" y="335"/>
                  </a:lnTo>
                  <a:lnTo>
                    <a:pt x="1775" y="181"/>
                  </a:lnTo>
                  <a:lnTo>
                    <a:pt x="1595" y="78"/>
                  </a:lnTo>
                  <a:lnTo>
                    <a:pt x="1364" y="26"/>
                  </a:lnTo>
                  <a:lnTo>
                    <a:pt x="1132"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2822;p54">
              <a:extLst>
                <a:ext uri="{FF2B5EF4-FFF2-40B4-BE49-F238E27FC236}">
                  <a16:creationId xmlns:a16="http://schemas.microsoft.com/office/drawing/2014/main" id="{6943271D-9731-2FB4-D948-F9B57A3B3911}"/>
                </a:ext>
              </a:extLst>
            </p:cNvPr>
            <p:cNvSpPr/>
            <p:nvPr/>
          </p:nvSpPr>
          <p:spPr>
            <a:xfrm>
              <a:off x="6526600" y="4586975"/>
              <a:ext cx="57250" cy="71400"/>
            </a:xfrm>
            <a:custGeom>
              <a:avLst/>
              <a:gdLst/>
              <a:ahLst/>
              <a:cxnLst/>
              <a:rect l="l" t="t" r="r" b="b"/>
              <a:pathLst>
                <a:path w="2290" h="2856" extrusionOk="0">
                  <a:moveTo>
                    <a:pt x="1132" y="1"/>
                  </a:moveTo>
                  <a:lnTo>
                    <a:pt x="901" y="26"/>
                  </a:lnTo>
                  <a:lnTo>
                    <a:pt x="695" y="78"/>
                  </a:lnTo>
                  <a:lnTo>
                    <a:pt x="489" y="181"/>
                  </a:lnTo>
                  <a:lnTo>
                    <a:pt x="335" y="335"/>
                  </a:lnTo>
                  <a:lnTo>
                    <a:pt x="180" y="489"/>
                  </a:lnTo>
                  <a:lnTo>
                    <a:pt x="77" y="695"/>
                  </a:lnTo>
                  <a:lnTo>
                    <a:pt x="26" y="901"/>
                  </a:lnTo>
                  <a:lnTo>
                    <a:pt x="0" y="1132"/>
                  </a:lnTo>
                  <a:lnTo>
                    <a:pt x="0" y="1415"/>
                  </a:lnTo>
                  <a:lnTo>
                    <a:pt x="26" y="1235"/>
                  </a:lnTo>
                  <a:lnTo>
                    <a:pt x="52" y="1081"/>
                  </a:lnTo>
                  <a:lnTo>
                    <a:pt x="129" y="952"/>
                  </a:lnTo>
                  <a:lnTo>
                    <a:pt x="232" y="824"/>
                  </a:lnTo>
                  <a:lnTo>
                    <a:pt x="360" y="721"/>
                  </a:lnTo>
                  <a:lnTo>
                    <a:pt x="515" y="644"/>
                  </a:lnTo>
                  <a:lnTo>
                    <a:pt x="669" y="592"/>
                  </a:lnTo>
                  <a:lnTo>
                    <a:pt x="823" y="566"/>
                  </a:lnTo>
                  <a:lnTo>
                    <a:pt x="1003" y="592"/>
                  </a:lnTo>
                  <a:lnTo>
                    <a:pt x="1158" y="644"/>
                  </a:lnTo>
                  <a:lnTo>
                    <a:pt x="1312" y="721"/>
                  </a:lnTo>
                  <a:lnTo>
                    <a:pt x="1415" y="824"/>
                  </a:lnTo>
                  <a:lnTo>
                    <a:pt x="1518" y="952"/>
                  </a:lnTo>
                  <a:lnTo>
                    <a:pt x="1595" y="1081"/>
                  </a:lnTo>
                  <a:lnTo>
                    <a:pt x="1646" y="1235"/>
                  </a:lnTo>
                  <a:lnTo>
                    <a:pt x="1672" y="1415"/>
                  </a:lnTo>
                  <a:lnTo>
                    <a:pt x="1672" y="2856"/>
                  </a:lnTo>
                  <a:lnTo>
                    <a:pt x="2290" y="2856"/>
                  </a:lnTo>
                  <a:lnTo>
                    <a:pt x="2290" y="1132"/>
                  </a:lnTo>
                  <a:lnTo>
                    <a:pt x="2264" y="901"/>
                  </a:lnTo>
                  <a:lnTo>
                    <a:pt x="2187" y="695"/>
                  </a:lnTo>
                  <a:lnTo>
                    <a:pt x="2084" y="489"/>
                  </a:lnTo>
                  <a:lnTo>
                    <a:pt x="1955" y="335"/>
                  </a:lnTo>
                  <a:lnTo>
                    <a:pt x="1775" y="181"/>
                  </a:lnTo>
                  <a:lnTo>
                    <a:pt x="1595" y="78"/>
                  </a:lnTo>
                  <a:lnTo>
                    <a:pt x="1364" y="26"/>
                  </a:lnTo>
                  <a:lnTo>
                    <a:pt x="1132" y="1"/>
                  </a:lnTo>
                  <a:close/>
                </a:path>
              </a:pathLst>
            </a:custGeom>
            <a:solidFill>
              <a:srgbClr val="F7F7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2823;p54">
              <a:extLst>
                <a:ext uri="{FF2B5EF4-FFF2-40B4-BE49-F238E27FC236}">
                  <a16:creationId xmlns:a16="http://schemas.microsoft.com/office/drawing/2014/main" id="{5213BD52-AE75-861B-E6C8-23C2B2066545}"/>
                </a:ext>
              </a:extLst>
            </p:cNvPr>
            <p:cNvSpPr/>
            <p:nvPr/>
          </p:nvSpPr>
          <p:spPr>
            <a:xfrm>
              <a:off x="6583825" y="4897575"/>
              <a:ext cx="54050" cy="50825"/>
            </a:xfrm>
            <a:custGeom>
              <a:avLst/>
              <a:gdLst/>
              <a:ahLst/>
              <a:cxnLst/>
              <a:rect l="l" t="t" r="r" b="b"/>
              <a:pathLst>
                <a:path w="2162" h="2033" extrusionOk="0">
                  <a:moveTo>
                    <a:pt x="1" y="0"/>
                  </a:moveTo>
                  <a:lnTo>
                    <a:pt x="1" y="952"/>
                  </a:lnTo>
                  <a:lnTo>
                    <a:pt x="26" y="1158"/>
                  </a:lnTo>
                  <a:lnTo>
                    <a:pt x="78" y="1364"/>
                  </a:lnTo>
                  <a:lnTo>
                    <a:pt x="181" y="1544"/>
                  </a:lnTo>
                  <a:lnTo>
                    <a:pt x="309" y="1724"/>
                  </a:lnTo>
                  <a:lnTo>
                    <a:pt x="464" y="1852"/>
                  </a:lnTo>
                  <a:lnTo>
                    <a:pt x="669" y="1955"/>
                  </a:lnTo>
                  <a:lnTo>
                    <a:pt x="849" y="2007"/>
                  </a:lnTo>
                  <a:lnTo>
                    <a:pt x="1081" y="2033"/>
                  </a:lnTo>
                  <a:lnTo>
                    <a:pt x="1287" y="2007"/>
                  </a:lnTo>
                  <a:lnTo>
                    <a:pt x="1492" y="1955"/>
                  </a:lnTo>
                  <a:lnTo>
                    <a:pt x="1698" y="1852"/>
                  </a:lnTo>
                  <a:lnTo>
                    <a:pt x="1853" y="1724"/>
                  </a:lnTo>
                  <a:lnTo>
                    <a:pt x="1981" y="1544"/>
                  </a:lnTo>
                  <a:lnTo>
                    <a:pt x="2084" y="1364"/>
                  </a:lnTo>
                  <a:lnTo>
                    <a:pt x="2135" y="1158"/>
                  </a:lnTo>
                  <a:lnTo>
                    <a:pt x="2161" y="952"/>
                  </a:lnTo>
                  <a:lnTo>
                    <a:pt x="2161"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2824;p54">
              <a:extLst>
                <a:ext uri="{FF2B5EF4-FFF2-40B4-BE49-F238E27FC236}">
                  <a16:creationId xmlns:a16="http://schemas.microsoft.com/office/drawing/2014/main" id="{88CBE835-05ED-08FA-12DF-7749F94DA528}"/>
                </a:ext>
              </a:extLst>
            </p:cNvPr>
            <p:cNvSpPr/>
            <p:nvPr/>
          </p:nvSpPr>
          <p:spPr>
            <a:xfrm>
              <a:off x="6628200" y="4683425"/>
              <a:ext cx="129275" cy="27050"/>
            </a:xfrm>
            <a:custGeom>
              <a:avLst/>
              <a:gdLst/>
              <a:ahLst/>
              <a:cxnLst/>
              <a:rect l="l" t="t" r="r" b="b"/>
              <a:pathLst>
                <a:path w="5171" h="1082" extrusionOk="0">
                  <a:moveTo>
                    <a:pt x="258" y="1"/>
                  </a:moveTo>
                  <a:lnTo>
                    <a:pt x="155" y="27"/>
                  </a:lnTo>
                  <a:lnTo>
                    <a:pt x="78" y="78"/>
                  </a:lnTo>
                  <a:lnTo>
                    <a:pt x="26" y="155"/>
                  </a:lnTo>
                  <a:lnTo>
                    <a:pt x="0" y="258"/>
                  </a:lnTo>
                  <a:lnTo>
                    <a:pt x="0" y="824"/>
                  </a:lnTo>
                  <a:lnTo>
                    <a:pt x="26" y="927"/>
                  </a:lnTo>
                  <a:lnTo>
                    <a:pt x="78" y="1004"/>
                  </a:lnTo>
                  <a:lnTo>
                    <a:pt x="155" y="1081"/>
                  </a:lnTo>
                  <a:lnTo>
                    <a:pt x="5016" y="1081"/>
                  </a:lnTo>
                  <a:lnTo>
                    <a:pt x="5093" y="1004"/>
                  </a:lnTo>
                  <a:lnTo>
                    <a:pt x="5171" y="927"/>
                  </a:lnTo>
                  <a:lnTo>
                    <a:pt x="5171" y="824"/>
                  </a:lnTo>
                  <a:lnTo>
                    <a:pt x="5171" y="258"/>
                  </a:lnTo>
                  <a:lnTo>
                    <a:pt x="5171" y="155"/>
                  </a:lnTo>
                  <a:lnTo>
                    <a:pt x="5093" y="78"/>
                  </a:lnTo>
                  <a:lnTo>
                    <a:pt x="5016" y="27"/>
                  </a:lnTo>
                  <a:lnTo>
                    <a:pt x="4913"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2825;p54">
              <a:extLst>
                <a:ext uri="{FF2B5EF4-FFF2-40B4-BE49-F238E27FC236}">
                  <a16:creationId xmlns:a16="http://schemas.microsoft.com/office/drawing/2014/main" id="{4CB67F8E-A089-1BC3-E1D3-A61BBF7F6D32}"/>
                </a:ext>
              </a:extLst>
            </p:cNvPr>
            <p:cNvSpPr/>
            <p:nvPr/>
          </p:nvSpPr>
          <p:spPr>
            <a:xfrm>
              <a:off x="6735600" y="4683425"/>
              <a:ext cx="21875" cy="27050"/>
            </a:xfrm>
            <a:custGeom>
              <a:avLst/>
              <a:gdLst/>
              <a:ahLst/>
              <a:cxnLst/>
              <a:rect l="l" t="t" r="r" b="b"/>
              <a:pathLst>
                <a:path w="875" h="1082" extrusionOk="0">
                  <a:moveTo>
                    <a:pt x="0" y="1"/>
                  </a:moveTo>
                  <a:lnTo>
                    <a:pt x="103" y="27"/>
                  </a:lnTo>
                  <a:lnTo>
                    <a:pt x="206" y="78"/>
                  </a:lnTo>
                  <a:lnTo>
                    <a:pt x="257" y="155"/>
                  </a:lnTo>
                  <a:lnTo>
                    <a:pt x="283" y="258"/>
                  </a:lnTo>
                  <a:lnTo>
                    <a:pt x="283" y="824"/>
                  </a:lnTo>
                  <a:lnTo>
                    <a:pt x="257" y="927"/>
                  </a:lnTo>
                  <a:lnTo>
                    <a:pt x="206" y="1004"/>
                  </a:lnTo>
                  <a:lnTo>
                    <a:pt x="103" y="1081"/>
                  </a:lnTo>
                  <a:lnTo>
                    <a:pt x="720" y="1081"/>
                  </a:lnTo>
                  <a:lnTo>
                    <a:pt x="797" y="1004"/>
                  </a:lnTo>
                  <a:lnTo>
                    <a:pt x="875" y="927"/>
                  </a:lnTo>
                  <a:lnTo>
                    <a:pt x="875" y="824"/>
                  </a:lnTo>
                  <a:lnTo>
                    <a:pt x="875" y="258"/>
                  </a:lnTo>
                  <a:lnTo>
                    <a:pt x="875" y="155"/>
                  </a:lnTo>
                  <a:lnTo>
                    <a:pt x="797" y="78"/>
                  </a:lnTo>
                  <a:lnTo>
                    <a:pt x="720" y="27"/>
                  </a:lnTo>
                  <a:lnTo>
                    <a:pt x="617"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2826;p54">
              <a:extLst>
                <a:ext uri="{FF2B5EF4-FFF2-40B4-BE49-F238E27FC236}">
                  <a16:creationId xmlns:a16="http://schemas.microsoft.com/office/drawing/2014/main" id="{B17B3725-3322-7658-84FB-E1BA152CB2D4}"/>
                </a:ext>
              </a:extLst>
            </p:cNvPr>
            <p:cNvSpPr/>
            <p:nvPr/>
          </p:nvSpPr>
          <p:spPr>
            <a:xfrm>
              <a:off x="6686075" y="4789550"/>
              <a:ext cx="82325" cy="82975"/>
            </a:xfrm>
            <a:custGeom>
              <a:avLst/>
              <a:gdLst/>
              <a:ahLst/>
              <a:cxnLst/>
              <a:rect l="l" t="t" r="r" b="b"/>
              <a:pathLst>
                <a:path w="3293" h="3319" extrusionOk="0">
                  <a:moveTo>
                    <a:pt x="1647" y="0"/>
                  </a:moveTo>
                  <a:lnTo>
                    <a:pt x="1492" y="26"/>
                  </a:lnTo>
                  <a:lnTo>
                    <a:pt x="1312" y="52"/>
                  </a:lnTo>
                  <a:lnTo>
                    <a:pt x="1158" y="77"/>
                  </a:lnTo>
                  <a:lnTo>
                    <a:pt x="1004" y="129"/>
                  </a:lnTo>
                  <a:lnTo>
                    <a:pt x="875" y="206"/>
                  </a:lnTo>
                  <a:lnTo>
                    <a:pt x="721" y="283"/>
                  </a:lnTo>
                  <a:lnTo>
                    <a:pt x="489" y="489"/>
                  </a:lnTo>
                  <a:lnTo>
                    <a:pt x="283" y="746"/>
                  </a:lnTo>
                  <a:lnTo>
                    <a:pt x="206" y="875"/>
                  </a:lnTo>
                  <a:lnTo>
                    <a:pt x="129" y="1003"/>
                  </a:lnTo>
                  <a:lnTo>
                    <a:pt x="78" y="1158"/>
                  </a:lnTo>
                  <a:lnTo>
                    <a:pt x="26" y="1338"/>
                  </a:lnTo>
                  <a:lnTo>
                    <a:pt x="0" y="1492"/>
                  </a:lnTo>
                  <a:lnTo>
                    <a:pt x="0" y="1646"/>
                  </a:lnTo>
                  <a:lnTo>
                    <a:pt x="0" y="1826"/>
                  </a:lnTo>
                  <a:lnTo>
                    <a:pt x="26" y="1981"/>
                  </a:lnTo>
                  <a:lnTo>
                    <a:pt x="78" y="2161"/>
                  </a:lnTo>
                  <a:lnTo>
                    <a:pt x="129" y="2289"/>
                  </a:lnTo>
                  <a:lnTo>
                    <a:pt x="206" y="2444"/>
                  </a:lnTo>
                  <a:lnTo>
                    <a:pt x="283" y="2572"/>
                  </a:lnTo>
                  <a:lnTo>
                    <a:pt x="489" y="2830"/>
                  </a:lnTo>
                  <a:lnTo>
                    <a:pt x="721" y="3035"/>
                  </a:lnTo>
                  <a:lnTo>
                    <a:pt x="875" y="3112"/>
                  </a:lnTo>
                  <a:lnTo>
                    <a:pt x="1004" y="3190"/>
                  </a:lnTo>
                  <a:lnTo>
                    <a:pt x="1158" y="3241"/>
                  </a:lnTo>
                  <a:lnTo>
                    <a:pt x="1312" y="3267"/>
                  </a:lnTo>
                  <a:lnTo>
                    <a:pt x="1492" y="3293"/>
                  </a:lnTo>
                  <a:lnTo>
                    <a:pt x="1647" y="3318"/>
                  </a:lnTo>
                  <a:lnTo>
                    <a:pt x="1827" y="3293"/>
                  </a:lnTo>
                  <a:lnTo>
                    <a:pt x="1981" y="3267"/>
                  </a:lnTo>
                  <a:lnTo>
                    <a:pt x="2135" y="3241"/>
                  </a:lnTo>
                  <a:lnTo>
                    <a:pt x="2290" y="3190"/>
                  </a:lnTo>
                  <a:lnTo>
                    <a:pt x="2444" y="3112"/>
                  </a:lnTo>
                  <a:lnTo>
                    <a:pt x="2573" y="3035"/>
                  </a:lnTo>
                  <a:lnTo>
                    <a:pt x="2804" y="2830"/>
                  </a:lnTo>
                  <a:lnTo>
                    <a:pt x="3010" y="2572"/>
                  </a:lnTo>
                  <a:lnTo>
                    <a:pt x="3087" y="2444"/>
                  </a:lnTo>
                  <a:lnTo>
                    <a:pt x="3164" y="2289"/>
                  </a:lnTo>
                  <a:lnTo>
                    <a:pt x="3216" y="2161"/>
                  </a:lnTo>
                  <a:lnTo>
                    <a:pt x="3267" y="1981"/>
                  </a:lnTo>
                  <a:lnTo>
                    <a:pt x="3293" y="1826"/>
                  </a:lnTo>
                  <a:lnTo>
                    <a:pt x="3293" y="1646"/>
                  </a:lnTo>
                  <a:lnTo>
                    <a:pt x="3293" y="1492"/>
                  </a:lnTo>
                  <a:lnTo>
                    <a:pt x="3267" y="1338"/>
                  </a:lnTo>
                  <a:lnTo>
                    <a:pt x="3216" y="1158"/>
                  </a:lnTo>
                  <a:lnTo>
                    <a:pt x="3164" y="1003"/>
                  </a:lnTo>
                  <a:lnTo>
                    <a:pt x="3087" y="875"/>
                  </a:lnTo>
                  <a:lnTo>
                    <a:pt x="3010" y="746"/>
                  </a:lnTo>
                  <a:lnTo>
                    <a:pt x="2804" y="489"/>
                  </a:lnTo>
                  <a:lnTo>
                    <a:pt x="2573" y="283"/>
                  </a:lnTo>
                  <a:lnTo>
                    <a:pt x="2444" y="206"/>
                  </a:lnTo>
                  <a:lnTo>
                    <a:pt x="2290" y="129"/>
                  </a:lnTo>
                  <a:lnTo>
                    <a:pt x="2135" y="77"/>
                  </a:lnTo>
                  <a:lnTo>
                    <a:pt x="1981" y="52"/>
                  </a:lnTo>
                  <a:lnTo>
                    <a:pt x="1827" y="26"/>
                  </a:lnTo>
                  <a:lnTo>
                    <a:pt x="1647"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2827;p54">
              <a:extLst>
                <a:ext uri="{FF2B5EF4-FFF2-40B4-BE49-F238E27FC236}">
                  <a16:creationId xmlns:a16="http://schemas.microsoft.com/office/drawing/2014/main" id="{E1F68100-36A5-CED7-64C4-30357ECB9D99}"/>
                </a:ext>
              </a:extLst>
            </p:cNvPr>
            <p:cNvSpPr/>
            <p:nvPr/>
          </p:nvSpPr>
          <p:spPr>
            <a:xfrm>
              <a:off x="6718875" y="4789550"/>
              <a:ext cx="49525" cy="82975"/>
            </a:xfrm>
            <a:custGeom>
              <a:avLst/>
              <a:gdLst/>
              <a:ahLst/>
              <a:cxnLst/>
              <a:rect l="l" t="t" r="r" b="b"/>
              <a:pathLst>
                <a:path w="1981" h="3319" extrusionOk="0">
                  <a:moveTo>
                    <a:pt x="335" y="0"/>
                  </a:moveTo>
                  <a:lnTo>
                    <a:pt x="180" y="26"/>
                  </a:lnTo>
                  <a:lnTo>
                    <a:pt x="0" y="52"/>
                  </a:lnTo>
                  <a:lnTo>
                    <a:pt x="283" y="129"/>
                  </a:lnTo>
                  <a:lnTo>
                    <a:pt x="540" y="257"/>
                  </a:lnTo>
                  <a:lnTo>
                    <a:pt x="746" y="412"/>
                  </a:lnTo>
                  <a:lnTo>
                    <a:pt x="952" y="617"/>
                  </a:lnTo>
                  <a:lnTo>
                    <a:pt x="1106" y="849"/>
                  </a:lnTo>
                  <a:lnTo>
                    <a:pt x="1235" y="1080"/>
                  </a:lnTo>
                  <a:lnTo>
                    <a:pt x="1286" y="1363"/>
                  </a:lnTo>
                  <a:lnTo>
                    <a:pt x="1312" y="1646"/>
                  </a:lnTo>
                  <a:lnTo>
                    <a:pt x="1286" y="1955"/>
                  </a:lnTo>
                  <a:lnTo>
                    <a:pt x="1235" y="2238"/>
                  </a:lnTo>
                  <a:lnTo>
                    <a:pt x="1106" y="2469"/>
                  </a:lnTo>
                  <a:lnTo>
                    <a:pt x="952" y="2701"/>
                  </a:lnTo>
                  <a:lnTo>
                    <a:pt x="746" y="2907"/>
                  </a:lnTo>
                  <a:lnTo>
                    <a:pt x="540" y="3061"/>
                  </a:lnTo>
                  <a:lnTo>
                    <a:pt x="283" y="3190"/>
                  </a:lnTo>
                  <a:lnTo>
                    <a:pt x="0" y="3267"/>
                  </a:lnTo>
                  <a:lnTo>
                    <a:pt x="180" y="3293"/>
                  </a:lnTo>
                  <a:lnTo>
                    <a:pt x="335" y="3318"/>
                  </a:lnTo>
                  <a:lnTo>
                    <a:pt x="515" y="3293"/>
                  </a:lnTo>
                  <a:lnTo>
                    <a:pt x="669" y="3267"/>
                  </a:lnTo>
                  <a:lnTo>
                    <a:pt x="823" y="3241"/>
                  </a:lnTo>
                  <a:lnTo>
                    <a:pt x="978" y="3190"/>
                  </a:lnTo>
                  <a:lnTo>
                    <a:pt x="1132" y="3112"/>
                  </a:lnTo>
                  <a:lnTo>
                    <a:pt x="1261" y="3035"/>
                  </a:lnTo>
                  <a:lnTo>
                    <a:pt x="1492" y="2830"/>
                  </a:lnTo>
                  <a:lnTo>
                    <a:pt x="1698" y="2572"/>
                  </a:lnTo>
                  <a:lnTo>
                    <a:pt x="1775" y="2444"/>
                  </a:lnTo>
                  <a:lnTo>
                    <a:pt x="1852" y="2289"/>
                  </a:lnTo>
                  <a:lnTo>
                    <a:pt x="1904" y="2161"/>
                  </a:lnTo>
                  <a:lnTo>
                    <a:pt x="1955" y="1981"/>
                  </a:lnTo>
                  <a:lnTo>
                    <a:pt x="1981" y="1826"/>
                  </a:lnTo>
                  <a:lnTo>
                    <a:pt x="1981" y="1646"/>
                  </a:lnTo>
                  <a:lnTo>
                    <a:pt x="1981" y="1492"/>
                  </a:lnTo>
                  <a:lnTo>
                    <a:pt x="1955" y="1338"/>
                  </a:lnTo>
                  <a:lnTo>
                    <a:pt x="1904" y="1158"/>
                  </a:lnTo>
                  <a:lnTo>
                    <a:pt x="1852" y="1003"/>
                  </a:lnTo>
                  <a:lnTo>
                    <a:pt x="1775" y="875"/>
                  </a:lnTo>
                  <a:lnTo>
                    <a:pt x="1698" y="746"/>
                  </a:lnTo>
                  <a:lnTo>
                    <a:pt x="1492" y="489"/>
                  </a:lnTo>
                  <a:lnTo>
                    <a:pt x="1261" y="283"/>
                  </a:lnTo>
                  <a:lnTo>
                    <a:pt x="1132" y="206"/>
                  </a:lnTo>
                  <a:lnTo>
                    <a:pt x="978" y="129"/>
                  </a:lnTo>
                  <a:lnTo>
                    <a:pt x="823" y="77"/>
                  </a:lnTo>
                  <a:lnTo>
                    <a:pt x="669" y="52"/>
                  </a:lnTo>
                  <a:lnTo>
                    <a:pt x="515" y="26"/>
                  </a:lnTo>
                  <a:lnTo>
                    <a:pt x="335"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2828;p54">
              <a:extLst>
                <a:ext uri="{FF2B5EF4-FFF2-40B4-BE49-F238E27FC236}">
                  <a16:creationId xmlns:a16="http://schemas.microsoft.com/office/drawing/2014/main" id="{85D4E99C-BBD8-0B10-F15B-2B6C184327F3}"/>
                </a:ext>
              </a:extLst>
            </p:cNvPr>
            <p:cNvSpPr/>
            <p:nvPr/>
          </p:nvSpPr>
          <p:spPr>
            <a:xfrm>
              <a:off x="6741375" y="4732950"/>
              <a:ext cx="100350" cy="100350"/>
            </a:xfrm>
            <a:custGeom>
              <a:avLst/>
              <a:gdLst/>
              <a:ahLst/>
              <a:cxnLst/>
              <a:rect l="l" t="t" r="r" b="b"/>
              <a:pathLst>
                <a:path w="4014" h="4014" extrusionOk="0">
                  <a:moveTo>
                    <a:pt x="1132" y="1"/>
                  </a:moveTo>
                  <a:lnTo>
                    <a:pt x="489" y="155"/>
                  </a:lnTo>
                  <a:lnTo>
                    <a:pt x="412" y="206"/>
                  </a:lnTo>
                  <a:lnTo>
                    <a:pt x="361" y="232"/>
                  </a:lnTo>
                  <a:lnTo>
                    <a:pt x="78" y="541"/>
                  </a:lnTo>
                  <a:lnTo>
                    <a:pt x="1" y="618"/>
                  </a:lnTo>
                  <a:lnTo>
                    <a:pt x="1" y="721"/>
                  </a:lnTo>
                  <a:lnTo>
                    <a:pt x="1" y="824"/>
                  </a:lnTo>
                  <a:lnTo>
                    <a:pt x="78" y="927"/>
                  </a:lnTo>
                  <a:lnTo>
                    <a:pt x="3087" y="3936"/>
                  </a:lnTo>
                  <a:lnTo>
                    <a:pt x="3190" y="3987"/>
                  </a:lnTo>
                  <a:lnTo>
                    <a:pt x="3293" y="4013"/>
                  </a:lnTo>
                  <a:lnTo>
                    <a:pt x="3396" y="3987"/>
                  </a:lnTo>
                  <a:lnTo>
                    <a:pt x="3473" y="3936"/>
                  </a:lnTo>
                  <a:lnTo>
                    <a:pt x="3756" y="3653"/>
                  </a:lnTo>
                  <a:lnTo>
                    <a:pt x="3807" y="3602"/>
                  </a:lnTo>
                  <a:lnTo>
                    <a:pt x="3833" y="3524"/>
                  </a:lnTo>
                  <a:lnTo>
                    <a:pt x="3987" y="2881"/>
                  </a:lnTo>
                  <a:lnTo>
                    <a:pt x="4013" y="2804"/>
                  </a:lnTo>
                  <a:lnTo>
                    <a:pt x="3987" y="2727"/>
                  </a:lnTo>
                  <a:lnTo>
                    <a:pt x="3962" y="2676"/>
                  </a:lnTo>
                  <a:lnTo>
                    <a:pt x="3936" y="2624"/>
                  </a:lnTo>
                  <a:lnTo>
                    <a:pt x="1390" y="78"/>
                  </a:lnTo>
                  <a:lnTo>
                    <a:pt x="1338" y="26"/>
                  </a:lnTo>
                  <a:lnTo>
                    <a:pt x="1261" y="1"/>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829;p54">
              <a:extLst>
                <a:ext uri="{FF2B5EF4-FFF2-40B4-BE49-F238E27FC236}">
                  <a16:creationId xmlns:a16="http://schemas.microsoft.com/office/drawing/2014/main" id="{7FAF5938-C9EA-B946-8BF1-478E450A75D6}"/>
                </a:ext>
              </a:extLst>
            </p:cNvPr>
            <p:cNvSpPr/>
            <p:nvPr/>
          </p:nvSpPr>
          <p:spPr>
            <a:xfrm>
              <a:off x="6805675" y="4785050"/>
              <a:ext cx="36050" cy="48250"/>
            </a:xfrm>
            <a:custGeom>
              <a:avLst/>
              <a:gdLst/>
              <a:ahLst/>
              <a:cxnLst/>
              <a:rect l="l" t="t" r="r" b="b"/>
              <a:pathLst>
                <a:path w="1442" h="1930" extrusionOk="0">
                  <a:moveTo>
                    <a:pt x="824" y="0"/>
                  </a:moveTo>
                  <a:lnTo>
                    <a:pt x="875" y="77"/>
                  </a:lnTo>
                  <a:lnTo>
                    <a:pt x="901" y="129"/>
                  </a:lnTo>
                  <a:lnTo>
                    <a:pt x="901" y="206"/>
                  </a:lnTo>
                  <a:lnTo>
                    <a:pt x="901" y="283"/>
                  </a:lnTo>
                  <a:lnTo>
                    <a:pt x="747" y="900"/>
                  </a:lnTo>
                  <a:lnTo>
                    <a:pt x="721" y="977"/>
                  </a:lnTo>
                  <a:lnTo>
                    <a:pt x="670" y="1029"/>
                  </a:lnTo>
                  <a:lnTo>
                    <a:pt x="387" y="1338"/>
                  </a:lnTo>
                  <a:lnTo>
                    <a:pt x="284" y="1389"/>
                  </a:lnTo>
                  <a:lnTo>
                    <a:pt x="181" y="1415"/>
                  </a:lnTo>
                  <a:lnTo>
                    <a:pt x="78" y="1389"/>
                  </a:lnTo>
                  <a:lnTo>
                    <a:pt x="1" y="1338"/>
                  </a:lnTo>
                  <a:lnTo>
                    <a:pt x="515" y="1852"/>
                  </a:lnTo>
                  <a:lnTo>
                    <a:pt x="618" y="1903"/>
                  </a:lnTo>
                  <a:lnTo>
                    <a:pt x="721" y="1929"/>
                  </a:lnTo>
                  <a:lnTo>
                    <a:pt x="824" y="1903"/>
                  </a:lnTo>
                  <a:lnTo>
                    <a:pt x="901" y="1852"/>
                  </a:lnTo>
                  <a:lnTo>
                    <a:pt x="1184" y="1569"/>
                  </a:lnTo>
                  <a:lnTo>
                    <a:pt x="1235" y="1518"/>
                  </a:lnTo>
                  <a:lnTo>
                    <a:pt x="1261" y="1440"/>
                  </a:lnTo>
                  <a:lnTo>
                    <a:pt x="1415" y="797"/>
                  </a:lnTo>
                  <a:lnTo>
                    <a:pt x="1441" y="720"/>
                  </a:lnTo>
                  <a:lnTo>
                    <a:pt x="1415" y="643"/>
                  </a:lnTo>
                  <a:lnTo>
                    <a:pt x="1390" y="592"/>
                  </a:lnTo>
                  <a:lnTo>
                    <a:pt x="1364" y="540"/>
                  </a:lnTo>
                  <a:lnTo>
                    <a:pt x="824"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830;p54">
              <a:extLst>
                <a:ext uri="{FF2B5EF4-FFF2-40B4-BE49-F238E27FC236}">
                  <a16:creationId xmlns:a16="http://schemas.microsoft.com/office/drawing/2014/main" id="{61EC3C76-BC65-C697-AF00-51592E530546}"/>
                </a:ext>
              </a:extLst>
            </p:cNvPr>
            <p:cNvSpPr/>
            <p:nvPr/>
          </p:nvSpPr>
          <p:spPr>
            <a:xfrm>
              <a:off x="6797975" y="4686650"/>
              <a:ext cx="90050" cy="90050"/>
            </a:xfrm>
            <a:custGeom>
              <a:avLst/>
              <a:gdLst/>
              <a:ahLst/>
              <a:cxnLst/>
              <a:rect l="l" t="t" r="r" b="b"/>
              <a:pathLst>
                <a:path w="3602" h="3602" extrusionOk="0">
                  <a:moveTo>
                    <a:pt x="2212" y="1"/>
                  </a:moveTo>
                  <a:lnTo>
                    <a:pt x="2006" y="52"/>
                  </a:lnTo>
                  <a:lnTo>
                    <a:pt x="1801" y="155"/>
                  </a:lnTo>
                  <a:lnTo>
                    <a:pt x="1621" y="283"/>
                  </a:lnTo>
                  <a:lnTo>
                    <a:pt x="1543" y="386"/>
                  </a:lnTo>
                  <a:lnTo>
                    <a:pt x="1441" y="489"/>
                  </a:lnTo>
                  <a:lnTo>
                    <a:pt x="1312" y="721"/>
                  </a:lnTo>
                  <a:lnTo>
                    <a:pt x="1235" y="978"/>
                  </a:lnTo>
                  <a:lnTo>
                    <a:pt x="1235" y="1235"/>
                  </a:lnTo>
                  <a:lnTo>
                    <a:pt x="1209" y="1364"/>
                  </a:lnTo>
                  <a:lnTo>
                    <a:pt x="1132" y="1492"/>
                  </a:lnTo>
                  <a:lnTo>
                    <a:pt x="0" y="2804"/>
                  </a:lnTo>
                  <a:lnTo>
                    <a:pt x="772" y="3602"/>
                  </a:lnTo>
                  <a:lnTo>
                    <a:pt x="2109" y="2470"/>
                  </a:lnTo>
                  <a:lnTo>
                    <a:pt x="2238" y="2393"/>
                  </a:lnTo>
                  <a:lnTo>
                    <a:pt x="2367" y="2367"/>
                  </a:lnTo>
                  <a:lnTo>
                    <a:pt x="2598" y="2367"/>
                  </a:lnTo>
                  <a:lnTo>
                    <a:pt x="2855" y="2290"/>
                  </a:lnTo>
                  <a:lnTo>
                    <a:pt x="3061" y="2187"/>
                  </a:lnTo>
                  <a:lnTo>
                    <a:pt x="3267" y="2033"/>
                  </a:lnTo>
                  <a:lnTo>
                    <a:pt x="3421" y="1827"/>
                  </a:lnTo>
                  <a:lnTo>
                    <a:pt x="3524" y="1621"/>
                  </a:lnTo>
                  <a:lnTo>
                    <a:pt x="3601" y="1390"/>
                  </a:lnTo>
                  <a:lnTo>
                    <a:pt x="3601" y="1132"/>
                  </a:lnTo>
                  <a:lnTo>
                    <a:pt x="3575" y="901"/>
                  </a:lnTo>
                  <a:lnTo>
                    <a:pt x="3498" y="669"/>
                  </a:lnTo>
                  <a:lnTo>
                    <a:pt x="3370" y="464"/>
                  </a:lnTo>
                  <a:lnTo>
                    <a:pt x="3190" y="283"/>
                  </a:lnTo>
                  <a:lnTo>
                    <a:pt x="3010" y="155"/>
                  </a:lnTo>
                  <a:lnTo>
                    <a:pt x="2830" y="52"/>
                  </a:lnTo>
                  <a:lnTo>
                    <a:pt x="262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831;p54">
              <a:extLst>
                <a:ext uri="{FF2B5EF4-FFF2-40B4-BE49-F238E27FC236}">
                  <a16:creationId xmlns:a16="http://schemas.microsoft.com/office/drawing/2014/main" id="{FE2ECDA7-D904-5C64-5A50-B6A73B681C4D}"/>
                </a:ext>
              </a:extLst>
            </p:cNvPr>
            <p:cNvSpPr/>
            <p:nvPr/>
          </p:nvSpPr>
          <p:spPr>
            <a:xfrm>
              <a:off x="6797975" y="4747100"/>
              <a:ext cx="29600" cy="29600"/>
            </a:xfrm>
            <a:custGeom>
              <a:avLst/>
              <a:gdLst/>
              <a:ahLst/>
              <a:cxnLst/>
              <a:rect l="l" t="t" r="r" b="b"/>
              <a:pathLst>
                <a:path w="1184" h="1184" extrusionOk="0">
                  <a:moveTo>
                    <a:pt x="360" y="0"/>
                  </a:moveTo>
                  <a:lnTo>
                    <a:pt x="0" y="386"/>
                  </a:lnTo>
                  <a:lnTo>
                    <a:pt x="772" y="1184"/>
                  </a:lnTo>
                  <a:lnTo>
                    <a:pt x="1183" y="824"/>
                  </a:lnTo>
                  <a:lnTo>
                    <a:pt x="360"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832;p54">
              <a:extLst>
                <a:ext uri="{FF2B5EF4-FFF2-40B4-BE49-F238E27FC236}">
                  <a16:creationId xmlns:a16="http://schemas.microsoft.com/office/drawing/2014/main" id="{D3E5359F-75ED-A27B-BE08-45A12FE6D745}"/>
                </a:ext>
              </a:extLst>
            </p:cNvPr>
            <p:cNvSpPr/>
            <p:nvPr/>
          </p:nvSpPr>
          <p:spPr>
            <a:xfrm>
              <a:off x="6622400" y="4677650"/>
              <a:ext cx="140875" cy="38600"/>
            </a:xfrm>
            <a:custGeom>
              <a:avLst/>
              <a:gdLst/>
              <a:ahLst/>
              <a:cxnLst/>
              <a:rect l="l" t="t" r="r" b="b"/>
              <a:pathLst>
                <a:path w="5635" h="1544" extrusionOk="0">
                  <a:moveTo>
                    <a:pt x="5145" y="438"/>
                  </a:moveTo>
                  <a:lnTo>
                    <a:pt x="5171" y="463"/>
                  </a:lnTo>
                  <a:lnTo>
                    <a:pt x="5197" y="489"/>
                  </a:lnTo>
                  <a:lnTo>
                    <a:pt x="5197" y="1055"/>
                  </a:lnTo>
                  <a:lnTo>
                    <a:pt x="5171" y="1081"/>
                  </a:lnTo>
                  <a:lnTo>
                    <a:pt x="5145" y="1106"/>
                  </a:lnTo>
                  <a:lnTo>
                    <a:pt x="490" y="1106"/>
                  </a:lnTo>
                  <a:lnTo>
                    <a:pt x="464" y="1081"/>
                  </a:lnTo>
                  <a:lnTo>
                    <a:pt x="438" y="1055"/>
                  </a:lnTo>
                  <a:lnTo>
                    <a:pt x="438" y="489"/>
                  </a:lnTo>
                  <a:lnTo>
                    <a:pt x="464" y="463"/>
                  </a:lnTo>
                  <a:lnTo>
                    <a:pt x="490" y="438"/>
                  </a:lnTo>
                  <a:close/>
                  <a:moveTo>
                    <a:pt x="490" y="0"/>
                  </a:moveTo>
                  <a:lnTo>
                    <a:pt x="387" y="26"/>
                  </a:lnTo>
                  <a:lnTo>
                    <a:pt x="310" y="52"/>
                  </a:lnTo>
                  <a:lnTo>
                    <a:pt x="232" y="103"/>
                  </a:lnTo>
                  <a:lnTo>
                    <a:pt x="155" y="155"/>
                  </a:lnTo>
                  <a:lnTo>
                    <a:pt x="104" y="232"/>
                  </a:lnTo>
                  <a:lnTo>
                    <a:pt x="52" y="309"/>
                  </a:lnTo>
                  <a:lnTo>
                    <a:pt x="27" y="386"/>
                  </a:lnTo>
                  <a:lnTo>
                    <a:pt x="1" y="489"/>
                  </a:lnTo>
                  <a:lnTo>
                    <a:pt x="1" y="1055"/>
                  </a:lnTo>
                  <a:lnTo>
                    <a:pt x="27" y="1158"/>
                  </a:lnTo>
                  <a:lnTo>
                    <a:pt x="52" y="1261"/>
                  </a:lnTo>
                  <a:lnTo>
                    <a:pt x="104" y="1338"/>
                  </a:lnTo>
                  <a:lnTo>
                    <a:pt x="155" y="1389"/>
                  </a:lnTo>
                  <a:lnTo>
                    <a:pt x="232" y="1467"/>
                  </a:lnTo>
                  <a:lnTo>
                    <a:pt x="310" y="1492"/>
                  </a:lnTo>
                  <a:lnTo>
                    <a:pt x="387" y="1544"/>
                  </a:lnTo>
                  <a:lnTo>
                    <a:pt x="5248" y="1544"/>
                  </a:lnTo>
                  <a:lnTo>
                    <a:pt x="5325" y="1492"/>
                  </a:lnTo>
                  <a:lnTo>
                    <a:pt x="5428" y="1467"/>
                  </a:lnTo>
                  <a:lnTo>
                    <a:pt x="5480" y="1389"/>
                  </a:lnTo>
                  <a:lnTo>
                    <a:pt x="5557" y="1338"/>
                  </a:lnTo>
                  <a:lnTo>
                    <a:pt x="5583" y="1261"/>
                  </a:lnTo>
                  <a:lnTo>
                    <a:pt x="5608" y="1158"/>
                  </a:lnTo>
                  <a:lnTo>
                    <a:pt x="5634" y="1055"/>
                  </a:lnTo>
                  <a:lnTo>
                    <a:pt x="5634" y="489"/>
                  </a:lnTo>
                  <a:lnTo>
                    <a:pt x="5608" y="386"/>
                  </a:lnTo>
                  <a:lnTo>
                    <a:pt x="5583" y="309"/>
                  </a:lnTo>
                  <a:lnTo>
                    <a:pt x="5557" y="232"/>
                  </a:lnTo>
                  <a:lnTo>
                    <a:pt x="5480" y="155"/>
                  </a:lnTo>
                  <a:lnTo>
                    <a:pt x="5428" y="103"/>
                  </a:lnTo>
                  <a:lnTo>
                    <a:pt x="5325" y="52"/>
                  </a:lnTo>
                  <a:lnTo>
                    <a:pt x="5248" y="26"/>
                  </a:lnTo>
                  <a:lnTo>
                    <a:pt x="5145"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833;p54">
              <a:extLst>
                <a:ext uri="{FF2B5EF4-FFF2-40B4-BE49-F238E27FC236}">
                  <a16:creationId xmlns:a16="http://schemas.microsoft.com/office/drawing/2014/main" id="{9011450A-CACB-AD21-813E-D06B286CFAA9}"/>
                </a:ext>
              </a:extLst>
            </p:cNvPr>
            <p:cNvSpPr/>
            <p:nvPr/>
          </p:nvSpPr>
          <p:spPr>
            <a:xfrm>
              <a:off x="6603125" y="4605625"/>
              <a:ext cx="59825" cy="10950"/>
            </a:xfrm>
            <a:custGeom>
              <a:avLst/>
              <a:gdLst/>
              <a:ahLst/>
              <a:cxnLst/>
              <a:rect l="l" t="t" r="r" b="b"/>
              <a:pathLst>
                <a:path w="2393" h="438" extrusionOk="0">
                  <a:moveTo>
                    <a:pt x="206" y="1"/>
                  </a:moveTo>
                  <a:lnTo>
                    <a:pt x="129" y="26"/>
                  </a:lnTo>
                  <a:lnTo>
                    <a:pt x="52" y="78"/>
                  </a:lnTo>
                  <a:lnTo>
                    <a:pt x="0" y="129"/>
                  </a:lnTo>
                  <a:lnTo>
                    <a:pt x="0" y="232"/>
                  </a:lnTo>
                  <a:lnTo>
                    <a:pt x="0" y="309"/>
                  </a:lnTo>
                  <a:lnTo>
                    <a:pt x="52" y="386"/>
                  </a:lnTo>
                  <a:lnTo>
                    <a:pt x="129" y="412"/>
                  </a:lnTo>
                  <a:lnTo>
                    <a:pt x="206" y="438"/>
                  </a:lnTo>
                  <a:lnTo>
                    <a:pt x="2161" y="438"/>
                  </a:lnTo>
                  <a:lnTo>
                    <a:pt x="2264" y="412"/>
                  </a:lnTo>
                  <a:lnTo>
                    <a:pt x="2315" y="386"/>
                  </a:lnTo>
                  <a:lnTo>
                    <a:pt x="2367" y="309"/>
                  </a:lnTo>
                  <a:lnTo>
                    <a:pt x="2392" y="232"/>
                  </a:lnTo>
                  <a:lnTo>
                    <a:pt x="2367" y="129"/>
                  </a:lnTo>
                  <a:lnTo>
                    <a:pt x="2315" y="78"/>
                  </a:lnTo>
                  <a:lnTo>
                    <a:pt x="2264" y="26"/>
                  </a:lnTo>
                  <a:lnTo>
                    <a:pt x="2161"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834;p54">
              <a:extLst>
                <a:ext uri="{FF2B5EF4-FFF2-40B4-BE49-F238E27FC236}">
                  <a16:creationId xmlns:a16="http://schemas.microsoft.com/office/drawing/2014/main" id="{1D4A7615-D2F2-214C-CC9E-F6CF0A95B7F5}"/>
                </a:ext>
              </a:extLst>
            </p:cNvPr>
            <p:cNvSpPr/>
            <p:nvPr/>
          </p:nvSpPr>
          <p:spPr>
            <a:xfrm>
              <a:off x="6603125" y="4629425"/>
              <a:ext cx="88125" cy="10950"/>
            </a:xfrm>
            <a:custGeom>
              <a:avLst/>
              <a:gdLst/>
              <a:ahLst/>
              <a:cxnLst/>
              <a:rect l="l" t="t" r="r" b="b"/>
              <a:pathLst>
                <a:path w="3525" h="438" extrusionOk="0">
                  <a:moveTo>
                    <a:pt x="206" y="0"/>
                  </a:moveTo>
                  <a:lnTo>
                    <a:pt x="129" y="26"/>
                  </a:lnTo>
                  <a:lnTo>
                    <a:pt x="52" y="52"/>
                  </a:lnTo>
                  <a:lnTo>
                    <a:pt x="0" y="129"/>
                  </a:lnTo>
                  <a:lnTo>
                    <a:pt x="0" y="206"/>
                  </a:lnTo>
                  <a:lnTo>
                    <a:pt x="0" y="309"/>
                  </a:lnTo>
                  <a:lnTo>
                    <a:pt x="52" y="360"/>
                  </a:lnTo>
                  <a:lnTo>
                    <a:pt x="129" y="412"/>
                  </a:lnTo>
                  <a:lnTo>
                    <a:pt x="206" y="438"/>
                  </a:lnTo>
                  <a:lnTo>
                    <a:pt x="3318" y="438"/>
                  </a:lnTo>
                  <a:lnTo>
                    <a:pt x="3396" y="412"/>
                  </a:lnTo>
                  <a:lnTo>
                    <a:pt x="3473" y="360"/>
                  </a:lnTo>
                  <a:lnTo>
                    <a:pt x="3524" y="309"/>
                  </a:lnTo>
                  <a:lnTo>
                    <a:pt x="3524" y="206"/>
                  </a:lnTo>
                  <a:lnTo>
                    <a:pt x="3524" y="129"/>
                  </a:lnTo>
                  <a:lnTo>
                    <a:pt x="3473" y="52"/>
                  </a:lnTo>
                  <a:lnTo>
                    <a:pt x="3396" y="26"/>
                  </a:lnTo>
                  <a:lnTo>
                    <a:pt x="3318"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835;p54">
              <a:extLst>
                <a:ext uri="{FF2B5EF4-FFF2-40B4-BE49-F238E27FC236}">
                  <a16:creationId xmlns:a16="http://schemas.microsoft.com/office/drawing/2014/main" id="{654372BE-043B-D34F-BAAB-78B4606B9814}"/>
                </a:ext>
              </a:extLst>
            </p:cNvPr>
            <p:cNvSpPr/>
            <p:nvPr/>
          </p:nvSpPr>
          <p:spPr>
            <a:xfrm>
              <a:off x="6603125" y="4653200"/>
              <a:ext cx="88125" cy="10975"/>
            </a:xfrm>
            <a:custGeom>
              <a:avLst/>
              <a:gdLst/>
              <a:ahLst/>
              <a:cxnLst/>
              <a:rect l="l" t="t" r="r" b="b"/>
              <a:pathLst>
                <a:path w="3525" h="439" extrusionOk="0">
                  <a:moveTo>
                    <a:pt x="206" y="1"/>
                  </a:moveTo>
                  <a:lnTo>
                    <a:pt x="129" y="27"/>
                  </a:lnTo>
                  <a:lnTo>
                    <a:pt x="52" y="52"/>
                  </a:lnTo>
                  <a:lnTo>
                    <a:pt x="0" y="130"/>
                  </a:lnTo>
                  <a:lnTo>
                    <a:pt x="0" y="207"/>
                  </a:lnTo>
                  <a:lnTo>
                    <a:pt x="0" y="310"/>
                  </a:lnTo>
                  <a:lnTo>
                    <a:pt x="52" y="361"/>
                  </a:lnTo>
                  <a:lnTo>
                    <a:pt x="129" y="413"/>
                  </a:lnTo>
                  <a:lnTo>
                    <a:pt x="206" y="438"/>
                  </a:lnTo>
                  <a:lnTo>
                    <a:pt x="3318" y="438"/>
                  </a:lnTo>
                  <a:lnTo>
                    <a:pt x="3396" y="413"/>
                  </a:lnTo>
                  <a:lnTo>
                    <a:pt x="3473" y="361"/>
                  </a:lnTo>
                  <a:lnTo>
                    <a:pt x="3524" y="310"/>
                  </a:lnTo>
                  <a:lnTo>
                    <a:pt x="3524" y="207"/>
                  </a:lnTo>
                  <a:lnTo>
                    <a:pt x="3524" y="130"/>
                  </a:lnTo>
                  <a:lnTo>
                    <a:pt x="3473" y="52"/>
                  </a:lnTo>
                  <a:lnTo>
                    <a:pt x="3396" y="27"/>
                  </a:lnTo>
                  <a:lnTo>
                    <a:pt x="3318"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836;p54">
              <a:extLst>
                <a:ext uri="{FF2B5EF4-FFF2-40B4-BE49-F238E27FC236}">
                  <a16:creationId xmlns:a16="http://schemas.microsoft.com/office/drawing/2014/main" id="{05DE4DE6-B181-944E-56FE-DC0F14F18173}"/>
                </a:ext>
              </a:extLst>
            </p:cNvPr>
            <p:cNvSpPr/>
            <p:nvPr/>
          </p:nvSpPr>
          <p:spPr>
            <a:xfrm>
              <a:off x="6622400" y="4734225"/>
              <a:ext cx="88125" cy="10975"/>
            </a:xfrm>
            <a:custGeom>
              <a:avLst/>
              <a:gdLst/>
              <a:ahLst/>
              <a:cxnLst/>
              <a:rect l="l" t="t" r="r" b="b"/>
              <a:pathLst>
                <a:path w="3525" h="439" extrusionOk="0">
                  <a:moveTo>
                    <a:pt x="232" y="1"/>
                  </a:moveTo>
                  <a:lnTo>
                    <a:pt x="155" y="27"/>
                  </a:lnTo>
                  <a:lnTo>
                    <a:pt x="78" y="78"/>
                  </a:lnTo>
                  <a:lnTo>
                    <a:pt x="27" y="130"/>
                  </a:lnTo>
                  <a:lnTo>
                    <a:pt x="1" y="232"/>
                  </a:lnTo>
                  <a:lnTo>
                    <a:pt x="27" y="310"/>
                  </a:lnTo>
                  <a:lnTo>
                    <a:pt x="78" y="387"/>
                  </a:lnTo>
                  <a:lnTo>
                    <a:pt x="155" y="438"/>
                  </a:lnTo>
                  <a:lnTo>
                    <a:pt x="3396" y="438"/>
                  </a:lnTo>
                  <a:lnTo>
                    <a:pt x="3448" y="387"/>
                  </a:lnTo>
                  <a:lnTo>
                    <a:pt x="3499" y="310"/>
                  </a:lnTo>
                  <a:lnTo>
                    <a:pt x="3525" y="232"/>
                  </a:lnTo>
                  <a:lnTo>
                    <a:pt x="3499" y="130"/>
                  </a:lnTo>
                  <a:lnTo>
                    <a:pt x="3448" y="78"/>
                  </a:lnTo>
                  <a:lnTo>
                    <a:pt x="3396" y="27"/>
                  </a:lnTo>
                  <a:lnTo>
                    <a:pt x="3293"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2837;p54">
              <a:extLst>
                <a:ext uri="{FF2B5EF4-FFF2-40B4-BE49-F238E27FC236}">
                  <a16:creationId xmlns:a16="http://schemas.microsoft.com/office/drawing/2014/main" id="{E748A516-0AEE-1287-57AD-308DB6A329E2}"/>
                </a:ext>
              </a:extLst>
            </p:cNvPr>
            <p:cNvSpPr/>
            <p:nvPr/>
          </p:nvSpPr>
          <p:spPr>
            <a:xfrm>
              <a:off x="6680275" y="4784400"/>
              <a:ext cx="93925" cy="93275"/>
            </a:xfrm>
            <a:custGeom>
              <a:avLst/>
              <a:gdLst/>
              <a:ahLst/>
              <a:cxnLst/>
              <a:rect l="l" t="t" r="r" b="b"/>
              <a:pathLst>
                <a:path w="3757" h="3731" extrusionOk="0">
                  <a:moveTo>
                    <a:pt x="1879" y="438"/>
                  </a:moveTo>
                  <a:lnTo>
                    <a:pt x="2162" y="463"/>
                  </a:lnTo>
                  <a:lnTo>
                    <a:pt x="2445" y="540"/>
                  </a:lnTo>
                  <a:lnTo>
                    <a:pt x="2676" y="669"/>
                  </a:lnTo>
                  <a:lnTo>
                    <a:pt x="2882" y="849"/>
                  </a:lnTo>
                  <a:lnTo>
                    <a:pt x="3062" y="1055"/>
                  </a:lnTo>
                  <a:lnTo>
                    <a:pt x="3190" y="1312"/>
                  </a:lnTo>
                  <a:lnTo>
                    <a:pt x="3293" y="1569"/>
                  </a:lnTo>
                  <a:lnTo>
                    <a:pt x="3319" y="1852"/>
                  </a:lnTo>
                  <a:lnTo>
                    <a:pt x="3293" y="2161"/>
                  </a:lnTo>
                  <a:lnTo>
                    <a:pt x="3190" y="2418"/>
                  </a:lnTo>
                  <a:lnTo>
                    <a:pt x="3062" y="2675"/>
                  </a:lnTo>
                  <a:lnTo>
                    <a:pt x="2882" y="2881"/>
                  </a:lnTo>
                  <a:lnTo>
                    <a:pt x="2676" y="3061"/>
                  </a:lnTo>
                  <a:lnTo>
                    <a:pt x="2445" y="3190"/>
                  </a:lnTo>
                  <a:lnTo>
                    <a:pt x="2162" y="3267"/>
                  </a:lnTo>
                  <a:lnTo>
                    <a:pt x="1879" y="3293"/>
                  </a:lnTo>
                  <a:lnTo>
                    <a:pt x="1596" y="3267"/>
                  </a:lnTo>
                  <a:lnTo>
                    <a:pt x="1313" y="3190"/>
                  </a:lnTo>
                  <a:lnTo>
                    <a:pt x="1081" y="3061"/>
                  </a:lnTo>
                  <a:lnTo>
                    <a:pt x="875" y="2881"/>
                  </a:lnTo>
                  <a:lnTo>
                    <a:pt x="695" y="2675"/>
                  </a:lnTo>
                  <a:lnTo>
                    <a:pt x="567" y="2418"/>
                  </a:lnTo>
                  <a:lnTo>
                    <a:pt x="490" y="2161"/>
                  </a:lnTo>
                  <a:lnTo>
                    <a:pt x="438" y="1852"/>
                  </a:lnTo>
                  <a:lnTo>
                    <a:pt x="490" y="1569"/>
                  </a:lnTo>
                  <a:lnTo>
                    <a:pt x="567" y="1312"/>
                  </a:lnTo>
                  <a:lnTo>
                    <a:pt x="695" y="1055"/>
                  </a:lnTo>
                  <a:lnTo>
                    <a:pt x="875" y="849"/>
                  </a:lnTo>
                  <a:lnTo>
                    <a:pt x="1081" y="669"/>
                  </a:lnTo>
                  <a:lnTo>
                    <a:pt x="1313" y="540"/>
                  </a:lnTo>
                  <a:lnTo>
                    <a:pt x="1596" y="463"/>
                  </a:lnTo>
                  <a:lnTo>
                    <a:pt x="1879" y="438"/>
                  </a:lnTo>
                  <a:close/>
                  <a:moveTo>
                    <a:pt x="1699" y="0"/>
                  </a:moveTo>
                  <a:lnTo>
                    <a:pt x="1493" y="26"/>
                  </a:lnTo>
                  <a:lnTo>
                    <a:pt x="1338" y="77"/>
                  </a:lnTo>
                  <a:lnTo>
                    <a:pt x="1158" y="155"/>
                  </a:lnTo>
                  <a:lnTo>
                    <a:pt x="1004" y="232"/>
                  </a:lnTo>
                  <a:lnTo>
                    <a:pt x="850" y="309"/>
                  </a:lnTo>
                  <a:lnTo>
                    <a:pt x="695" y="412"/>
                  </a:lnTo>
                  <a:lnTo>
                    <a:pt x="567" y="540"/>
                  </a:lnTo>
                  <a:lnTo>
                    <a:pt x="438" y="669"/>
                  </a:lnTo>
                  <a:lnTo>
                    <a:pt x="335" y="823"/>
                  </a:lnTo>
                  <a:lnTo>
                    <a:pt x="232" y="978"/>
                  </a:lnTo>
                  <a:lnTo>
                    <a:pt x="155" y="1132"/>
                  </a:lnTo>
                  <a:lnTo>
                    <a:pt x="104" y="1312"/>
                  </a:lnTo>
                  <a:lnTo>
                    <a:pt x="52" y="1492"/>
                  </a:lnTo>
                  <a:lnTo>
                    <a:pt x="27" y="1672"/>
                  </a:lnTo>
                  <a:lnTo>
                    <a:pt x="1" y="1852"/>
                  </a:lnTo>
                  <a:lnTo>
                    <a:pt x="27" y="2058"/>
                  </a:lnTo>
                  <a:lnTo>
                    <a:pt x="52" y="2238"/>
                  </a:lnTo>
                  <a:lnTo>
                    <a:pt x="104" y="2418"/>
                  </a:lnTo>
                  <a:lnTo>
                    <a:pt x="155" y="2598"/>
                  </a:lnTo>
                  <a:lnTo>
                    <a:pt x="232" y="2753"/>
                  </a:lnTo>
                  <a:lnTo>
                    <a:pt x="335" y="2907"/>
                  </a:lnTo>
                  <a:lnTo>
                    <a:pt x="438" y="3061"/>
                  </a:lnTo>
                  <a:lnTo>
                    <a:pt x="567" y="3190"/>
                  </a:lnTo>
                  <a:lnTo>
                    <a:pt x="695" y="3293"/>
                  </a:lnTo>
                  <a:lnTo>
                    <a:pt x="850" y="3421"/>
                  </a:lnTo>
                  <a:lnTo>
                    <a:pt x="1004" y="3499"/>
                  </a:lnTo>
                  <a:lnTo>
                    <a:pt x="1158" y="3576"/>
                  </a:lnTo>
                  <a:lnTo>
                    <a:pt x="1338" y="3653"/>
                  </a:lnTo>
                  <a:lnTo>
                    <a:pt x="1493" y="3704"/>
                  </a:lnTo>
                  <a:lnTo>
                    <a:pt x="1699" y="3730"/>
                  </a:lnTo>
                  <a:lnTo>
                    <a:pt x="2059" y="3730"/>
                  </a:lnTo>
                  <a:lnTo>
                    <a:pt x="2264" y="3704"/>
                  </a:lnTo>
                  <a:lnTo>
                    <a:pt x="2445" y="3653"/>
                  </a:lnTo>
                  <a:lnTo>
                    <a:pt x="2599" y="3576"/>
                  </a:lnTo>
                  <a:lnTo>
                    <a:pt x="2779" y="3499"/>
                  </a:lnTo>
                  <a:lnTo>
                    <a:pt x="2933" y="3421"/>
                  </a:lnTo>
                  <a:lnTo>
                    <a:pt x="3062" y="3293"/>
                  </a:lnTo>
                  <a:lnTo>
                    <a:pt x="3190" y="3190"/>
                  </a:lnTo>
                  <a:lnTo>
                    <a:pt x="3319" y="3061"/>
                  </a:lnTo>
                  <a:lnTo>
                    <a:pt x="3422" y="2907"/>
                  </a:lnTo>
                  <a:lnTo>
                    <a:pt x="3525" y="2753"/>
                  </a:lnTo>
                  <a:lnTo>
                    <a:pt x="3602" y="2598"/>
                  </a:lnTo>
                  <a:lnTo>
                    <a:pt x="3653" y="2418"/>
                  </a:lnTo>
                  <a:lnTo>
                    <a:pt x="3705" y="2238"/>
                  </a:lnTo>
                  <a:lnTo>
                    <a:pt x="3731" y="2058"/>
                  </a:lnTo>
                  <a:lnTo>
                    <a:pt x="3756" y="1852"/>
                  </a:lnTo>
                  <a:lnTo>
                    <a:pt x="3731" y="1672"/>
                  </a:lnTo>
                  <a:lnTo>
                    <a:pt x="3705" y="1492"/>
                  </a:lnTo>
                  <a:lnTo>
                    <a:pt x="3653" y="1312"/>
                  </a:lnTo>
                  <a:lnTo>
                    <a:pt x="3602" y="1132"/>
                  </a:lnTo>
                  <a:lnTo>
                    <a:pt x="3525" y="978"/>
                  </a:lnTo>
                  <a:lnTo>
                    <a:pt x="3422" y="823"/>
                  </a:lnTo>
                  <a:lnTo>
                    <a:pt x="3319" y="669"/>
                  </a:lnTo>
                  <a:lnTo>
                    <a:pt x="3190" y="540"/>
                  </a:lnTo>
                  <a:lnTo>
                    <a:pt x="3062" y="412"/>
                  </a:lnTo>
                  <a:lnTo>
                    <a:pt x="2933" y="309"/>
                  </a:lnTo>
                  <a:lnTo>
                    <a:pt x="2779" y="232"/>
                  </a:lnTo>
                  <a:lnTo>
                    <a:pt x="2599" y="155"/>
                  </a:lnTo>
                  <a:lnTo>
                    <a:pt x="2445" y="77"/>
                  </a:lnTo>
                  <a:lnTo>
                    <a:pt x="2264" y="26"/>
                  </a:lnTo>
                  <a:lnTo>
                    <a:pt x="2059"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2838;p54">
              <a:extLst>
                <a:ext uri="{FF2B5EF4-FFF2-40B4-BE49-F238E27FC236}">
                  <a16:creationId xmlns:a16="http://schemas.microsoft.com/office/drawing/2014/main" id="{6C724007-1505-492A-D63A-E37B8708B51E}"/>
                </a:ext>
              </a:extLst>
            </p:cNvPr>
            <p:cNvSpPr/>
            <p:nvPr/>
          </p:nvSpPr>
          <p:spPr>
            <a:xfrm>
              <a:off x="6702150" y="4806250"/>
              <a:ext cx="50175" cy="49550"/>
            </a:xfrm>
            <a:custGeom>
              <a:avLst/>
              <a:gdLst/>
              <a:ahLst/>
              <a:cxnLst/>
              <a:rect l="l" t="t" r="r" b="b"/>
              <a:pathLst>
                <a:path w="2007" h="1982" extrusionOk="0">
                  <a:moveTo>
                    <a:pt x="798" y="1"/>
                  </a:moveTo>
                  <a:lnTo>
                    <a:pt x="618" y="78"/>
                  </a:lnTo>
                  <a:lnTo>
                    <a:pt x="438" y="155"/>
                  </a:lnTo>
                  <a:lnTo>
                    <a:pt x="309" y="284"/>
                  </a:lnTo>
                  <a:lnTo>
                    <a:pt x="181" y="438"/>
                  </a:lnTo>
                  <a:lnTo>
                    <a:pt x="78" y="592"/>
                  </a:lnTo>
                  <a:lnTo>
                    <a:pt x="26" y="798"/>
                  </a:lnTo>
                  <a:lnTo>
                    <a:pt x="0" y="978"/>
                  </a:lnTo>
                  <a:lnTo>
                    <a:pt x="26" y="1184"/>
                  </a:lnTo>
                  <a:lnTo>
                    <a:pt x="78" y="1390"/>
                  </a:lnTo>
                  <a:lnTo>
                    <a:pt x="181" y="1544"/>
                  </a:lnTo>
                  <a:lnTo>
                    <a:pt x="309" y="1699"/>
                  </a:lnTo>
                  <a:lnTo>
                    <a:pt x="438" y="1827"/>
                  </a:lnTo>
                  <a:lnTo>
                    <a:pt x="618" y="1904"/>
                  </a:lnTo>
                  <a:lnTo>
                    <a:pt x="798" y="1981"/>
                  </a:lnTo>
                  <a:lnTo>
                    <a:pt x="1081" y="1981"/>
                  </a:lnTo>
                  <a:lnTo>
                    <a:pt x="1158" y="1930"/>
                  </a:lnTo>
                  <a:lnTo>
                    <a:pt x="1209" y="1853"/>
                  </a:lnTo>
                  <a:lnTo>
                    <a:pt x="1235" y="1776"/>
                  </a:lnTo>
                  <a:lnTo>
                    <a:pt x="1209" y="1699"/>
                  </a:lnTo>
                  <a:lnTo>
                    <a:pt x="1158" y="1621"/>
                  </a:lnTo>
                  <a:lnTo>
                    <a:pt x="1081" y="1570"/>
                  </a:lnTo>
                  <a:lnTo>
                    <a:pt x="1004" y="1544"/>
                  </a:lnTo>
                  <a:lnTo>
                    <a:pt x="901" y="1544"/>
                  </a:lnTo>
                  <a:lnTo>
                    <a:pt x="798" y="1518"/>
                  </a:lnTo>
                  <a:lnTo>
                    <a:pt x="695" y="1467"/>
                  </a:lnTo>
                  <a:lnTo>
                    <a:pt x="618" y="1390"/>
                  </a:lnTo>
                  <a:lnTo>
                    <a:pt x="541" y="1313"/>
                  </a:lnTo>
                  <a:lnTo>
                    <a:pt x="489" y="1210"/>
                  </a:lnTo>
                  <a:lnTo>
                    <a:pt x="463" y="1107"/>
                  </a:lnTo>
                  <a:lnTo>
                    <a:pt x="438" y="978"/>
                  </a:lnTo>
                  <a:lnTo>
                    <a:pt x="463" y="875"/>
                  </a:lnTo>
                  <a:lnTo>
                    <a:pt x="489" y="773"/>
                  </a:lnTo>
                  <a:lnTo>
                    <a:pt x="541" y="670"/>
                  </a:lnTo>
                  <a:lnTo>
                    <a:pt x="618" y="592"/>
                  </a:lnTo>
                  <a:lnTo>
                    <a:pt x="695" y="515"/>
                  </a:lnTo>
                  <a:lnTo>
                    <a:pt x="798" y="464"/>
                  </a:lnTo>
                  <a:lnTo>
                    <a:pt x="901" y="438"/>
                  </a:lnTo>
                  <a:lnTo>
                    <a:pt x="1107" y="438"/>
                  </a:lnTo>
                  <a:lnTo>
                    <a:pt x="1235" y="464"/>
                  </a:lnTo>
                  <a:lnTo>
                    <a:pt x="1312" y="515"/>
                  </a:lnTo>
                  <a:lnTo>
                    <a:pt x="1415" y="592"/>
                  </a:lnTo>
                  <a:lnTo>
                    <a:pt x="1467" y="670"/>
                  </a:lnTo>
                  <a:lnTo>
                    <a:pt x="1518" y="773"/>
                  </a:lnTo>
                  <a:lnTo>
                    <a:pt x="1570" y="875"/>
                  </a:lnTo>
                  <a:lnTo>
                    <a:pt x="1570" y="978"/>
                  </a:lnTo>
                  <a:lnTo>
                    <a:pt x="1595" y="1081"/>
                  </a:lnTo>
                  <a:lnTo>
                    <a:pt x="1621" y="1133"/>
                  </a:lnTo>
                  <a:lnTo>
                    <a:pt x="1698" y="1184"/>
                  </a:lnTo>
                  <a:lnTo>
                    <a:pt x="1775" y="1210"/>
                  </a:lnTo>
                  <a:lnTo>
                    <a:pt x="1878" y="1184"/>
                  </a:lnTo>
                  <a:lnTo>
                    <a:pt x="1930" y="1133"/>
                  </a:lnTo>
                  <a:lnTo>
                    <a:pt x="1981" y="1081"/>
                  </a:lnTo>
                  <a:lnTo>
                    <a:pt x="2007" y="978"/>
                  </a:lnTo>
                  <a:lnTo>
                    <a:pt x="1981" y="798"/>
                  </a:lnTo>
                  <a:lnTo>
                    <a:pt x="1930" y="592"/>
                  </a:lnTo>
                  <a:lnTo>
                    <a:pt x="1827" y="438"/>
                  </a:lnTo>
                  <a:lnTo>
                    <a:pt x="1724" y="284"/>
                  </a:lnTo>
                  <a:lnTo>
                    <a:pt x="1570" y="155"/>
                  </a:lnTo>
                  <a:lnTo>
                    <a:pt x="1389" y="78"/>
                  </a:lnTo>
                  <a:lnTo>
                    <a:pt x="1209"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2839;p54">
              <a:extLst>
                <a:ext uri="{FF2B5EF4-FFF2-40B4-BE49-F238E27FC236}">
                  <a16:creationId xmlns:a16="http://schemas.microsoft.com/office/drawing/2014/main" id="{AB785EEC-89BD-FDE8-9BC6-01DDC98B6DBD}"/>
                </a:ext>
              </a:extLst>
            </p:cNvPr>
            <p:cNvSpPr/>
            <p:nvPr/>
          </p:nvSpPr>
          <p:spPr>
            <a:xfrm>
              <a:off x="6781900" y="4768325"/>
              <a:ext cx="24450" cy="23800"/>
            </a:xfrm>
            <a:custGeom>
              <a:avLst/>
              <a:gdLst/>
              <a:ahLst/>
              <a:cxnLst/>
              <a:rect l="l" t="t" r="r" b="b"/>
              <a:pathLst>
                <a:path w="978" h="952" extrusionOk="0">
                  <a:moveTo>
                    <a:pt x="154" y="0"/>
                  </a:moveTo>
                  <a:lnTo>
                    <a:pt x="77" y="52"/>
                  </a:lnTo>
                  <a:lnTo>
                    <a:pt x="26" y="129"/>
                  </a:lnTo>
                  <a:lnTo>
                    <a:pt x="0" y="206"/>
                  </a:lnTo>
                  <a:lnTo>
                    <a:pt x="26" y="283"/>
                  </a:lnTo>
                  <a:lnTo>
                    <a:pt x="77" y="360"/>
                  </a:lnTo>
                  <a:lnTo>
                    <a:pt x="617" y="901"/>
                  </a:lnTo>
                  <a:lnTo>
                    <a:pt x="695" y="952"/>
                  </a:lnTo>
                  <a:lnTo>
                    <a:pt x="849" y="952"/>
                  </a:lnTo>
                  <a:lnTo>
                    <a:pt x="926" y="901"/>
                  </a:lnTo>
                  <a:lnTo>
                    <a:pt x="977" y="823"/>
                  </a:lnTo>
                  <a:lnTo>
                    <a:pt x="977" y="746"/>
                  </a:lnTo>
                  <a:lnTo>
                    <a:pt x="977" y="669"/>
                  </a:lnTo>
                  <a:lnTo>
                    <a:pt x="926" y="592"/>
                  </a:lnTo>
                  <a:lnTo>
                    <a:pt x="386" y="52"/>
                  </a:lnTo>
                  <a:lnTo>
                    <a:pt x="309"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2840;p54">
              <a:extLst>
                <a:ext uri="{FF2B5EF4-FFF2-40B4-BE49-F238E27FC236}">
                  <a16:creationId xmlns:a16="http://schemas.microsoft.com/office/drawing/2014/main" id="{53D4BEEE-C38F-5AF0-385D-DF9BFC5FD93E}"/>
                </a:ext>
              </a:extLst>
            </p:cNvPr>
            <p:cNvSpPr/>
            <p:nvPr/>
          </p:nvSpPr>
          <p:spPr>
            <a:xfrm>
              <a:off x="6520800" y="4581200"/>
              <a:ext cx="373000" cy="372350"/>
            </a:xfrm>
            <a:custGeom>
              <a:avLst/>
              <a:gdLst/>
              <a:ahLst/>
              <a:cxnLst/>
              <a:rect l="l" t="t" r="r" b="b"/>
              <a:pathLst>
                <a:path w="14920" h="14894" extrusionOk="0">
                  <a:moveTo>
                    <a:pt x="1364" y="437"/>
                  </a:moveTo>
                  <a:lnTo>
                    <a:pt x="1570" y="463"/>
                  </a:lnTo>
                  <a:lnTo>
                    <a:pt x="1724" y="515"/>
                  </a:lnTo>
                  <a:lnTo>
                    <a:pt x="1878" y="592"/>
                  </a:lnTo>
                  <a:lnTo>
                    <a:pt x="2033" y="720"/>
                  </a:lnTo>
                  <a:lnTo>
                    <a:pt x="2136" y="849"/>
                  </a:lnTo>
                  <a:lnTo>
                    <a:pt x="2213" y="1003"/>
                  </a:lnTo>
                  <a:lnTo>
                    <a:pt x="2290" y="1183"/>
                  </a:lnTo>
                  <a:lnTo>
                    <a:pt x="2290" y="1363"/>
                  </a:lnTo>
                  <a:lnTo>
                    <a:pt x="2290" y="2881"/>
                  </a:lnTo>
                  <a:lnTo>
                    <a:pt x="438" y="2881"/>
                  </a:lnTo>
                  <a:lnTo>
                    <a:pt x="438" y="1363"/>
                  </a:lnTo>
                  <a:lnTo>
                    <a:pt x="464" y="1183"/>
                  </a:lnTo>
                  <a:lnTo>
                    <a:pt x="515" y="1003"/>
                  </a:lnTo>
                  <a:lnTo>
                    <a:pt x="618" y="849"/>
                  </a:lnTo>
                  <a:lnTo>
                    <a:pt x="721" y="720"/>
                  </a:lnTo>
                  <a:lnTo>
                    <a:pt x="850" y="592"/>
                  </a:lnTo>
                  <a:lnTo>
                    <a:pt x="1004" y="515"/>
                  </a:lnTo>
                  <a:lnTo>
                    <a:pt x="1184" y="463"/>
                  </a:lnTo>
                  <a:lnTo>
                    <a:pt x="1364" y="437"/>
                  </a:lnTo>
                  <a:close/>
                  <a:moveTo>
                    <a:pt x="10058" y="6302"/>
                  </a:moveTo>
                  <a:lnTo>
                    <a:pt x="12605" y="8849"/>
                  </a:lnTo>
                  <a:lnTo>
                    <a:pt x="12605" y="8900"/>
                  </a:lnTo>
                  <a:lnTo>
                    <a:pt x="12450" y="9543"/>
                  </a:lnTo>
                  <a:lnTo>
                    <a:pt x="12425" y="9569"/>
                  </a:lnTo>
                  <a:lnTo>
                    <a:pt x="12142" y="9852"/>
                  </a:lnTo>
                  <a:lnTo>
                    <a:pt x="12116" y="9877"/>
                  </a:lnTo>
                  <a:lnTo>
                    <a:pt x="12065" y="9852"/>
                  </a:lnTo>
                  <a:lnTo>
                    <a:pt x="9055" y="6842"/>
                  </a:lnTo>
                  <a:lnTo>
                    <a:pt x="9029" y="6791"/>
                  </a:lnTo>
                  <a:lnTo>
                    <a:pt x="9055" y="6765"/>
                  </a:lnTo>
                  <a:lnTo>
                    <a:pt x="9338" y="6456"/>
                  </a:lnTo>
                  <a:lnTo>
                    <a:pt x="9364" y="6456"/>
                  </a:lnTo>
                  <a:lnTo>
                    <a:pt x="10007" y="6302"/>
                  </a:lnTo>
                  <a:close/>
                  <a:moveTo>
                    <a:pt x="1364" y="0"/>
                  </a:moveTo>
                  <a:lnTo>
                    <a:pt x="1107" y="26"/>
                  </a:lnTo>
                  <a:lnTo>
                    <a:pt x="850" y="103"/>
                  </a:lnTo>
                  <a:lnTo>
                    <a:pt x="618" y="232"/>
                  </a:lnTo>
                  <a:lnTo>
                    <a:pt x="412" y="412"/>
                  </a:lnTo>
                  <a:lnTo>
                    <a:pt x="232" y="592"/>
                  </a:lnTo>
                  <a:lnTo>
                    <a:pt x="129" y="823"/>
                  </a:lnTo>
                  <a:lnTo>
                    <a:pt x="26" y="1080"/>
                  </a:lnTo>
                  <a:lnTo>
                    <a:pt x="1" y="1363"/>
                  </a:lnTo>
                  <a:lnTo>
                    <a:pt x="1" y="2881"/>
                  </a:lnTo>
                  <a:lnTo>
                    <a:pt x="26" y="2958"/>
                  </a:lnTo>
                  <a:lnTo>
                    <a:pt x="52" y="3061"/>
                  </a:lnTo>
                  <a:lnTo>
                    <a:pt x="78" y="3112"/>
                  </a:lnTo>
                  <a:lnTo>
                    <a:pt x="129" y="3190"/>
                  </a:lnTo>
                  <a:lnTo>
                    <a:pt x="207" y="3241"/>
                  </a:lnTo>
                  <a:lnTo>
                    <a:pt x="258" y="3267"/>
                  </a:lnTo>
                  <a:lnTo>
                    <a:pt x="361" y="3293"/>
                  </a:lnTo>
                  <a:lnTo>
                    <a:pt x="438" y="3318"/>
                  </a:lnTo>
                  <a:lnTo>
                    <a:pt x="2290" y="3318"/>
                  </a:lnTo>
                  <a:lnTo>
                    <a:pt x="2290" y="13607"/>
                  </a:lnTo>
                  <a:lnTo>
                    <a:pt x="2316" y="13864"/>
                  </a:lnTo>
                  <a:lnTo>
                    <a:pt x="2393" y="14096"/>
                  </a:lnTo>
                  <a:lnTo>
                    <a:pt x="2522" y="14327"/>
                  </a:lnTo>
                  <a:lnTo>
                    <a:pt x="2676" y="14533"/>
                  </a:lnTo>
                  <a:lnTo>
                    <a:pt x="2882" y="14688"/>
                  </a:lnTo>
                  <a:lnTo>
                    <a:pt x="3087" y="14790"/>
                  </a:lnTo>
                  <a:lnTo>
                    <a:pt x="3345" y="14868"/>
                  </a:lnTo>
                  <a:lnTo>
                    <a:pt x="3602" y="14893"/>
                  </a:lnTo>
                  <a:lnTo>
                    <a:pt x="6174" y="14893"/>
                  </a:lnTo>
                  <a:lnTo>
                    <a:pt x="6251" y="14842"/>
                  </a:lnTo>
                  <a:lnTo>
                    <a:pt x="6303" y="14765"/>
                  </a:lnTo>
                  <a:lnTo>
                    <a:pt x="6303" y="14688"/>
                  </a:lnTo>
                  <a:lnTo>
                    <a:pt x="6303" y="14610"/>
                  </a:lnTo>
                  <a:lnTo>
                    <a:pt x="6251" y="14533"/>
                  </a:lnTo>
                  <a:lnTo>
                    <a:pt x="6174" y="14482"/>
                  </a:lnTo>
                  <a:lnTo>
                    <a:pt x="6097" y="14456"/>
                  </a:lnTo>
                  <a:lnTo>
                    <a:pt x="4579" y="14456"/>
                  </a:lnTo>
                  <a:lnTo>
                    <a:pt x="4708" y="14276"/>
                  </a:lnTo>
                  <a:lnTo>
                    <a:pt x="4811" y="14070"/>
                  </a:lnTo>
                  <a:lnTo>
                    <a:pt x="4888" y="13839"/>
                  </a:lnTo>
                  <a:lnTo>
                    <a:pt x="4914" y="13607"/>
                  </a:lnTo>
                  <a:lnTo>
                    <a:pt x="4914" y="12861"/>
                  </a:lnTo>
                  <a:lnTo>
                    <a:pt x="12785" y="12861"/>
                  </a:lnTo>
                  <a:lnTo>
                    <a:pt x="12785" y="13067"/>
                  </a:lnTo>
                  <a:lnTo>
                    <a:pt x="12759" y="13350"/>
                  </a:lnTo>
                  <a:lnTo>
                    <a:pt x="12682" y="13607"/>
                  </a:lnTo>
                  <a:lnTo>
                    <a:pt x="12553" y="13839"/>
                  </a:lnTo>
                  <a:lnTo>
                    <a:pt x="12373" y="14044"/>
                  </a:lnTo>
                  <a:lnTo>
                    <a:pt x="12167" y="14225"/>
                  </a:lnTo>
                  <a:lnTo>
                    <a:pt x="11936" y="14353"/>
                  </a:lnTo>
                  <a:lnTo>
                    <a:pt x="11679" y="14430"/>
                  </a:lnTo>
                  <a:lnTo>
                    <a:pt x="11396" y="14456"/>
                  </a:lnTo>
                  <a:lnTo>
                    <a:pt x="7023" y="14456"/>
                  </a:lnTo>
                  <a:lnTo>
                    <a:pt x="6920" y="14482"/>
                  </a:lnTo>
                  <a:lnTo>
                    <a:pt x="6869" y="14533"/>
                  </a:lnTo>
                  <a:lnTo>
                    <a:pt x="6817" y="14610"/>
                  </a:lnTo>
                  <a:lnTo>
                    <a:pt x="6791" y="14688"/>
                  </a:lnTo>
                  <a:lnTo>
                    <a:pt x="6817" y="14765"/>
                  </a:lnTo>
                  <a:lnTo>
                    <a:pt x="6869" y="14842"/>
                  </a:lnTo>
                  <a:lnTo>
                    <a:pt x="6920" y="14893"/>
                  </a:lnTo>
                  <a:lnTo>
                    <a:pt x="11576" y="14893"/>
                  </a:lnTo>
                  <a:lnTo>
                    <a:pt x="11756" y="14868"/>
                  </a:lnTo>
                  <a:lnTo>
                    <a:pt x="11936" y="14816"/>
                  </a:lnTo>
                  <a:lnTo>
                    <a:pt x="12090" y="14765"/>
                  </a:lnTo>
                  <a:lnTo>
                    <a:pt x="12270" y="14688"/>
                  </a:lnTo>
                  <a:lnTo>
                    <a:pt x="12399" y="14585"/>
                  </a:lnTo>
                  <a:lnTo>
                    <a:pt x="12553" y="14482"/>
                  </a:lnTo>
                  <a:lnTo>
                    <a:pt x="12682" y="14353"/>
                  </a:lnTo>
                  <a:lnTo>
                    <a:pt x="12810" y="14225"/>
                  </a:lnTo>
                  <a:lnTo>
                    <a:pt x="12913" y="14096"/>
                  </a:lnTo>
                  <a:lnTo>
                    <a:pt x="12991" y="13942"/>
                  </a:lnTo>
                  <a:lnTo>
                    <a:pt x="13068" y="13787"/>
                  </a:lnTo>
                  <a:lnTo>
                    <a:pt x="13145" y="13607"/>
                  </a:lnTo>
                  <a:lnTo>
                    <a:pt x="13196" y="13427"/>
                  </a:lnTo>
                  <a:lnTo>
                    <a:pt x="13222" y="13247"/>
                  </a:lnTo>
                  <a:lnTo>
                    <a:pt x="13222" y="13067"/>
                  </a:lnTo>
                  <a:lnTo>
                    <a:pt x="13222" y="12655"/>
                  </a:lnTo>
                  <a:lnTo>
                    <a:pt x="13196" y="12553"/>
                  </a:lnTo>
                  <a:lnTo>
                    <a:pt x="13145" y="12501"/>
                  </a:lnTo>
                  <a:lnTo>
                    <a:pt x="13093" y="12450"/>
                  </a:lnTo>
                  <a:lnTo>
                    <a:pt x="12991" y="12424"/>
                  </a:lnTo>
                  <a:lnTo>
                    <a:pt x="11396" y="12424"/>
                  </a:lnTo>
                  <a:lnTo>
                    <a:pt x="11396" y="9800"/>
                  </a:lnTo>
                  <a:lnTo>
                    <a:pt x="11756" y="10160"/>
                  </a:lnTo>
                  <a:lnTo>
                    <a:pt x="11833" y="10238"/>
                  </a:lnTo>
                  <a:lnTo>
                    <a:pt x="11910" y="10263"/>
                  </a:lnTo>
                  <a:lnTo>
                    <a:pt x="12013" y="10289"/>
                  </a:lnTo>
                  <a:lnTo>
                    <a:pt x="12116" y="10315"/>
                  </a:lnTo>
                  <a:lnTo>
                    <a:pt x="12193" y="10289"/>
                  </a:lnTo>
                  <a:lnTo>
                    <a:pt x="12296" y="10263"/>
                  </a:lnTo>
                  <a:lnTo>
                    <a:pt x="12373" y="10238"/>
                  </a:lnTo>
                  <a:lnTo>
                    <a:pt x="12450" y="10160"/>
                  </a:lnTo>
                  <a:lnTo>
                    <a:pt x="12733" y="9877"/>
                  </a:lnTo>
                  <a:lnTo>
                    <a:pt x="12836" y="9775"/>
                  </a:lnTo>
                  <a:lnTo>
                    <a:pt x="12888" y="9646"/>
                  </a:lnTo>
                  <a:lnTo>
                    <a:pt x="13042" y="9003"/>
                  </a:lnTo>
                  <a:lnTo>
                    <a:pt x="13042" y="8874"/>
                  </a:lnTo>
                  <a:lnTo>
                    <a:pt x="13042" y="8746"/>
                  </a:lnTo>
                  <a:lnTo>
                    <a:pt x="12991" y="8643"/>
                  </a:lnTo>
                  <a:lnTo>
                    <a:pt x="12913" y="8540"/>
                  </a:lnTo>
                  <a:lnTo>
                    <a:pt x="12193" y="7820"/>
                  </a:lnTo>
                  <a:lnTo>
                    <a:pt x="13351" y="6842"/>
                  </a:lnTo>
                  <a:lnTo>
                    <a:pt x="13402" y="6816"/>
                  </a:lnTo>
                  <a:lnTo>
                    <a:pt x="13454" y="6816"/>
                  </a:lnTo>
                  <a:lnTo>
                    <a:pt x="13736" y="6791"/>
                  </a:lnTo>
                  <a:lnTo>
                    <a:pt x="14019" y="6714"/>
                  </a:lnTo>
                  <a:lnTo>
                    <a:pt x="14277" y="6585"/>
                  </a:lnTo>
                  <a:lnTo>
                    <a:pt x="14508" y="6405"/>
                  </a:lnTo>
                  <a:lnTo>
                    <a:pt x="14611" y="6276"/>
                  </a:lnTo>
                  <a:lnTo>
                    <a:pt x="14688" y="6173"/>
                  </a:lnTo>
                  <a:lnTo>
                    <a:pt x="14817" y="5916"/>
                  </a:lnTo>
                  <a:lnTo>
                    <a:pt x="14894" y="5633"/>
                  </a:lnTo>
                  <a:lnTo>
                    <a:pt x="14920" y="5350"/>
                  </a:lnTo>
                  <a:lnTo>
                    <a:pt x="14868" y="5067"/>
                  </a:lnTo>
                  <a:lnTo>
                    <a:pt x="14791" y="4810"/>
                  </a:lnTo>
                  <a:lnTo>
                    <a:pt x="14714" y="4682"/>
                  </a:lnTo>
                  <a:lnTo>
                    <a:pt x="14637" y="4553"/>
                  </a:lnTo>
                  <a:lnTo>
                    <a:pt x="14534" y="4424"/>
                  </a:lnTo>
                  <a:lnTo>
                    <a:pt x="14431" y="4321"/>
                  </a:lnTo>
                  <a:lnTo>
                    <a:pt x="14225" y="4193"/>
                  </a:lnTo>
                  <a:lnTo>
                    <a:pt x="13994" y="4064"/>
                  </a:lnTo>
                  <a:lnTo>
                    <a:pt x="13736" y="4013"/>
                  </a:lnTo>
                  <a:lnTo>
                    <a:pt x="13479" y="3987"/>
                  </a:lnTo>
                  <a:lnTo>
                    <a:pt x="13402" y="4013"/>
                  </a:lnTo>
                  <a:lnTo>
                    <a:pt x="13325" y="4064"/>
                  </a:lnTo>
                  <a:lnTo>
                    <a:pt x="13299" y="4116"/>
                  </a:lnTo>
                  <a:lnTo>
                    <a:pt x="13273" y="4219"/>
                  </a:lnTo>
                  <a:lnTo>
                    <a:pt x="13299" y="4296"/>
                  </a:lnTo>
                  <a:lnTo>
                    <a:pt x="13325" y="4373"/>
                  </a:lnTo>
                  <a:lnTo>
                    <a:pt x="13402" y="4399"/>
                  </a:lnTo>
                  <a:lnTo>
                    <a:pt x="13479" y="4424"/>
                  </a:lnTo>
                  <a:lnTo>
                    <a:pt x="13505" y="4424"/>
                  </a:lnTo>
                  <a:lnTo>
                    <a:pt x="13659" y="4450"/>
                  </a:lnTo>
                  <a:lnTo>
                    <a:pt x="13839" y="4476"/>
                  </a:lnTo>
                  <a:lnTo>
                    <a:pt x="13994" y="4553"/>
                  </a:lnTo>
                  <a:lnTo>
                    <a:pt x="14122" y="4656"/>
                  </a:lnTo>
                  <a:lnTo>
                    <a:pt x="14277" y="4810"/>
                  </a:lnTo>
                  <a:lnTo>
                    <a:pt x="14380" y="4990"/>
                  </a:lnTo>
                  <a:lnTo>
                    <a:pt x="14457" y="5170"/>
                  </a:lnTo>
                  <a:lnTo>
                    <a:pt x="14482" y="5376"/>
                  </a:lnTo>
                  <a:lnTo>
                    <a:pt x="14457" y="5556"/>
                  </a:lnTo>
                  <a:lnTo>
                    <a:pt x="14405" y="5736"/>
                  </a:lnTo>
                  <a:lnTo>
                    <a:pt x="14328" y="5916"/>
                  </a:lnTo>
                  <a:lnTo>
                    <a:pt x="14199" y="6096"/>
                  </a:lnTo>
                  <a:lnTo>
                    <a:pt x="14045" y="6225"/>
                  </a:lnTo>
                  <a:lnTo>
                    <a:pt x="13865" y="6302"/>
                  </a:lnTo>
                  <a:lnTo>
                    <a:pt x="13659" y="6353"/>
                  </a:lnTo>
                  <a:lnTo>
                    <a:pt x="13479" y="6379"/>
                  </a:lnTo>
                  <a:lnTo>
                    <a:pt x="13351" y="6379"/>
                  </a:lnTo>
                  <a:lnTo>
                    <a:pt x="13248" y="6405"/>
                  </a:lnTo>
                  <a:lnTo>
                    <a:pt x="13145" y="6456"/>
                  </a:lnTo>
                  <a:lnTo>
                    <a:pt x="13068" y="6508"/>
                  </a:lnTo>
                  <a:lnTo>
                    <a:pt x="11884" y="7511"/>
                  </a:lnTo>
                  <a:lnTo>
                    <a:pt x="11396" y="7022"/>
                  </a:lnTo>
                  <a:lnTo>
                    <a:pt x="12399" y="5839"/>
                  </a:lnTo>
                  <a:lnTo>
                    <a:pt x="12450" y="5736"/>
                  </a:lnTo>
                  <a:lnTo>
                    <a:pt x="12502" y="5659"/>
                  </a:lnTo>
                  <a:lnTo>
                    <a:pt x="12528" y="5556"/>
                  </a:lnTo>
                  <a:lnTo>
                    <a:pt x="12528" y="5427"/>
                  </a:lnTo>
                  <a:lnTo>
                    <a:pt x="12553" y="5222"/>
                  </a:lnTo>
                  <a:lnTo>
                    <a:pt x="12605" y="5042"/>
                  </a:lnTo>
                  <a:lnTo>
                    <a:pt x="12708" y="4862"/>
                  </a:lnTo>
                  <a:lnTo>
                    <a:pt x="12836" y="4707"/>
                  </a:lnTo>
                  <a:lnTo>
                    <a:pt x="12888" y="4630"/>
                  </a:lnTo>
                  <a:lnTo>
                    <a:pt x="12888" y="4553"/>
                  </a:lnTo>
                  <a:lnTo>
                    <a:pt x="12888" y="4450"/>
                  </a:lnTo>
                  <a:lnTo>
                    <a:pt x="12836" y="4399"/>
                  </a:lnTo>
                  <a:lnTo>
                    <a:pt x="12759" y="4347"/>
                  </a:lnTo>
                  <a:lnTo>
                    <a:pt x="12682" y="4321"/>
                  </a:lnTo>
                  <a:lnTo>
                    <a:pt x="12605" y="4321"/>
                  </a:lnTo>
                  <a:lnTo>
                    <a:pt x="12528" y="4373"/>
                  </a:lnTo>
                  <a:lnTo>
                    <a:pt x="12425" y="4476"/>
                  </a:lnTo>
                  <a:lnTo>
                    <a:pt x="12347" y="4604"/>
                  </a:lnTo>
                  <a:lnTo>
                    <a:pt x="12270" y="4733"/>
                  </a:lnTo>
                  <a:lnTo>
                    <a:pt x="12193" y="4862"/>
                  </a:lnTo>
                  <a:lnTo>
                    <a:pt x="12142" y="5016"/>
                  </a:lnTo>
                  <a:lnTo>
                    <a:pt x="12116" y="5145"/>
                  </a:lnTo>
                  <a:lnTo>
                    <a:pt x="12090" y="5299"/>
                  </a:lnTo>
                  <a:lnTo>
                    <a:pt x="12090" y="5453"/>
                  </a:lnTo>
                  <a:lnTo>
                    <a:pt x="12090" y="5505"/>
                  </a:lnTo>
                  <a:lnTo>
                    <a:pt x="12065" y="5556"/>
                  </a:lnTo>
                  <a:lnTo>
                    <a:pt x="11396" y="6328"/>
                  </a:lnTo>
                  <a:lnTo>
                    <a:pt x="11396" y="1132"/>
                  </a:lnTo>
                  <a:lnTo>
                    <a:pt x="11370" y="900"/>
                  </a:lnTo>
                  <a:lnTo>
                    <a:pt x="11293" y="695"/>
                  </a:lnTo>
                  <a:lnTo>
                    <a:pt x="11190" y="489"/>
                  </a:lnTo>
                  <a:lnTo>
                    <a:pt x="11061" y="334"/>
                  </a:lnTo>
                  <a:lnTo>
                    <a:pt x="10907" y="206"/>
                  </a:lnTo>
                  <a:lnTo>
                    <a:pt x="10701" y="103"/>
                  </a:lnTo>
                  <a:lnTo>
                    <a:pt x="10495" y="26"/>
                  </a:lnTo>
                  <a:lnTo>
                    <a:pt x="10264" y="0"/>
                  </a:lnTo>
                  <a:lnTo>
                    <a:pt x="4296" y="0"/>
                  </a:lnTo>
                  <a:lnTo>
                    <a:pt x="4219" y="26"/>
                  </a:lnTo>
                  <a:lnTo>
                    <a:pt x="4142" y="77"/>
                  </a:lnTo>
                  <a:lnTo>
                    <a:pt x="4091" y="129"/>
                  </a:lnTo>
                  <a:lnTo>
                    <a:pt x="4065" y="232"/>
                  </a:lnTo>
                  <a:lnTo>
                    <a:pt x="4091" y="309"/>
                  </a:lnTo>
                  <a:lnTo>
                    <a:pt x="4142" y="386"/>
                  </a:lnTo>
                  <a:lnTo>
                    <a:pt x="4219" y="412"/>
                  </a:lnTo>
                  <a:lnTo>
                    <a:pt x="4296" y="437"/>
                  </a:lnTo>
                  <a:lnTo>
                    <a:pt x="10264" y="437"/>
                  </a:lnTo>
                  <a:lnTo>
                    <a:pt x="10418" y="463"/>
                  </a:lnTo>
                  <a:lnTo>
                    <a:pt x="10547" y="489"/>
                  </a:lnTo>
                  <a:lnTo>
                    <a:pt x="10650" y="566"/>
                  </a:lnTo>
                  <a:lnTo>
                    <a:pt x="10753" y="643"/>
                  </a:lnTo>
                  <a:lnTo>
                    <a:pt x="10830" y="746"/>
                  </a:lnTo>
                  <a:lnTo>
                    <a:pt x="10907" y="849"/>
                  </a:lnTo>
                  <a:lnTo>
                    <a:pt x="10933" y="1003"/>
                  </a:lnTo>
                  <a:lnTo>
                    <a:pt x="10958" y="1132"/>
                  </a:lnTo>
                  <a:lnTo>
                    <a:pt x="10958" y="6585"/>
                  </a:lnTo>
                  <a:lnTo>
                    <a:pt x="10367" y="5993"/>
                  </a:lnTo>
                  <a:lnTo>
                    <a:pt x="10264" y="5916"/>
                  </a:lnTo>
                  <a:lnTo>
                    <a:pt x="10161" y="5865"/>
                  </a:lnTo>
                  <a:lnTo>
                    <a:pt x="9904" y="5865"/>
                  </a:lnTo>
                  <a:lnTo>
                    <a:pt x="9261" y="6019"/>
                  </a:lnTo>
                  <a:lnTo>
                    <a:pt x="9132" y="6071"/>
                  </a:lnTo>
                  <a:lnTo>
                    <a:pt x="9029" y="6148"/>
                  </a:lnTo>
                  <a:lnTo>
                    <a:pt x="8746" y="6456"/>
                  </a:lnTo>
                  <a:lnTo>
                    <a:pt x="8669" y="6508"/>
                  </a:lnTo>
                  <a:lnTo>
                    <a:pt x="8618" y="6611"/>
                  </a:lnTo>
                  <a:lnTo>
                    <a:pt x="8592" y="6688"/>
                  </a:lnTo>
                  <a:lnTo>
                    <a:pt x="8592" y="6791"/>
                  </a:lnTo>
                  <a:lnTo>
                    <a:pt x="8592" y="6894"/>
                  </a:lnTo>
                  <a:lnTo>
                    <a:pt x="8618" y="6971"/>
                  </a:lnTo>
                  <a:lnTo>
                    <a:pt x="8669" y="7074"/>
                  </a:lnTo>
                  <a:lnTo>
                    <a:pt x="8746" y="7151"/>
                  </a:lnTo>
                  <a:lnTo>
                    <a:pt x="10958" y="9363"/>
                  </a:lnTo>
                  <a:lnTo>
                    <a:pt x="10958" y="12424"/>
                  </a:lnTo>
                  <a:lnTo>
                    <a:pt x="4682" y="12424"/>
                  </a:lnTo>
                  <a:lnTo>
                    <a:pt x="4605" y="12450"/>
                  </a:lnTo>
                  <a:lnTo>
                    <a:pt x="4528" y="12501"/>
                  </a:lnTo>
                  <a:lnTo>
                    <a:pt x="4476" y="12553"/>
                  </a:lnTo>
                  <a:lnTo>
                    <a:pt x="4476" y="12655"/>
                  </a:lnTo>
                  <a:lnTo>
                    <a:pt x="4476" y="13607"/>
                  </a:lnTo>
                  <a:lnTo>
                    <a:pt x="4451" y="13762"/>
                  </a:lnTo>
                  <a:lnTo>
                    <a:pt x="4399" y="13916"/>
                  </a:lnTo>
                  <a:lnTo>
                    <a:pt x="4322" y="14070"/>
                  </a:lnTo>
                  <a:lnTo>
                    <a:pt x="4245" y="14199"/>
                  </a:lnTo>
                  <a:lnTo>
                    <a:pt x="4116" y="14302"/>
                  </a:lnTo>
                  <a:lnTo>
                    <a:pt x="3988" y="14379"/>
                  </a:lnTo>
                  <a:lnTo>
                    <a:pt x="3833" y="14430"/>
                  </a:lnTo>
                  <a:lnTo>
                    <a:pt x="3653" y="14456"/>
                  </a:lnTo>
                  <a:lnTo>
                    <a:pt x="3473" y="14430"/>
                  </a:lnTo>
                  <a:lnTo>
                    <a:pt x="3293" y="14379"/>
                  </a:lnTo>
                  <a:lnTo>
                    <a:pt x="3139" y="14276"/>
                  </a:lnTo>
                  <a:lnTo>
                    <a:pt x="3010" y="14147"/>
                  </a:lnTo>
                  <a:lnTo>
                    <a:pt x="2882" y="14019"/>
                  </a:lnTo>
                  <a:lnTo>
                    <a:pt x="2804" y="13839"/>
                  </a:lnTo>
                  <a:lnTo>
                    <a:pt x="2753" y="13659"/>
                  </a:lnTo>
                  <a:lnTo>
                    <a:pt x="2727" y="13479"/>
                  </a:lnTo>
                  <a:lnTo>
                    <a:pt x="2727" y="1363"/>
                  </a:lnTo>
                  <a:lnTo>
                    <a:pt x="2702" y="1106"/>
                  </a:lnTo>
                  <a:lnTo>
                    <a:pt x="2650" y="875"/>
                  </a:lnTo>
                  <a:lnTo>
                    <a:pt x="2522" y="643"/>
                  </a:lnTo>
                  <a:lnTo>
                    <a:pt x="2367" y="437"/>
                  </a:lnTo>
                  <a:lnTo>
                    <a:pt x="3422" y="437"/>
                  </a:lnTo>
                  <a:lnTo>
                    <a:pt x="3499" y="412"/>
                  </a:lnTo>
                  <a:lnTo>
                    <a:pt x="3576" y="386"/>
                  </a:lnTo>
                  <a:lnTo>
                    <a:pt x="3628" y="309"/>
                  </a:lnTo>
                  <a:lnTo>
                    <a:pt x="3653" y="232"/>
                  </a:lnTo>
                  <a:lnTo>
                    <a:pt x="3628" y="129"/>
                  </a:lnTo>
                  <a:lnTo>
                    <a:pt x="3576" y="77"/>
                  </a:lnTo>
                  <a:lnTo>
                    <a:pt x="3499" y="26"/>
                  </a:lnTo>
                  <a:lnTo>
                    <a:pt x="3422"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353;p54">
            <a:extLst>
              <a:ext uri="{FF2B5EF4-FFF2-40B4-BE49-F238E27FC236}">
                <a16:creationId xmlns:a16="http://schemas.microsoft.com/office/drawing/2014/main" id="{95B933D4-DD6F-2744-3DD7-4FB95DC292B2}"/>
              </a:ext>
            </a:extLst>
          </p:cNvPr>
          <p:cNvGrpSpPr/>
          <p:nvPr/>
        </p:nvGrpSpPr>
        <p:grpSpPr>
          <a:xfrm>
            <a:off x="7640179" y="5760844"/>
            <a:ext cx="373000" cy="313200"/>
            <a:chOff x="2049600" y="3447475"/>
            <a:chExt cx="373000" cy="313200"/>
          </a:xfrm>
        </p:grpSpPr>
        <p:sp>
          <p:nvSpPr>
            <p:cNvPr id="209" name="Google Shape;2354;p54">
              <a:extLst>
                <a:ext uri="{FF2B5EF4-FFF2-40B4-BE49-F238E27FC236}">
                  <a16:creationId xmlns:a16="http://schemas.microsoft.com/office/drawing/2014/main" id="{59DBF647-0D4B-1CFF-4723-4AA6AC93995E}"/>
                </a:ext>
              </a:extLst>
            </p:cNvPr>
            <p:cNvSpPr/>
            <p:nvPr/>
          </p:nvSpPr>
          <p:spPr>
            <a:xfrm>
              <a:off x="2055400" y="3511150"/>
              <a:ext cx="288750" cy="216725"/>
            </a:xfrm>
            <a:custGeom>
              <a:avLst/>
              <a:gdLst/>
              <a:ahLst/>
              <a:cxnLst/>
              <a:rect l="l" t="t" r="r" b="b"/>
              <a:pathLst>
                <a:path w="11550" h="8669" extrusionOk="0">
                  <a:moveTo>
                    <a:pt x="566" y="0"/>
                  </a:moveTo>
                  <a:lnTo>
                    <a:pt x="0" y="592"/>
                  </a:lnTo>
                  <a:lnTo>
                    <a:pt x="0" y="8231"/>
                  </a:lnTo>
                  <a:lnTo>
                    <a:pt x="0" y="8309"/>
                  </a:lnTo>
                  <a:lnTo>
                    <a:pt x="26" y="8411"/>
                  </a:lnTo>
                  <a:lnTo>
                    <a:pt x="78" y="8489"/>
                  </a:lnTo>
                  <a:lnTo>
                    <a:pt x="129" y="8540"/>
                  </a:lnTo>
                  <a:lnTo>
                    <a:pt x="206" y="8591"/>
                  </a:lnTo>
                  <a:lnTo>
                    <a:pt x="283" y="8643"/>
                  </a:lnTo>
                  <a:lnTo>
                    <a:pt x="361" y="8669"/>
                  </a:lnTo>
                  <a:lnTo>
                    <a:pt x="11190" y="8669"/>
                  </a:lnTo>
                  <a:lnTo>
                    <a:pt x="11293" y="8643"/>
                  </a:lnTo>
                  <a:lnTo>
                    <a:pt x="11370" y="8591"/>
                  </a:lnTo>
                  <a:lnTo>
                    <a:pt x="11421" y="8540"/>
                  </a:lnTo>
                  <a:lnTo>
                    <a:pt x="11473" y="8489"/>
                  </a:lnTo>
                  <a:lnTo>
                    <a:pt x="11524" y="8411"/>
                  </a:lnTo>
                  <a:lnTo>
                    <a:pt x="11550" y="8309"/>
                  </a:lnTo>
                  <a:lnTo>
                    <a:pt x="11550" y="8231"/>
                  </a:lnTo>
                  <a:lnTo>
                    <a:pt x="11550" y="592"/>
                  </a:lnTo>
                  <a:lnTo>
                    <a:pt x="10932"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355;p54">
              <a:extLst>
                <a:ext uri="{FF2B5EF4-FFF2-40B4-BE49-F238E27FC236}">
                  <a16:creationId xmlns:a16="http://schemas.microsoft.com/office/drawing/2014/main" id="{7947CD14-1CF6-A5F0-EA9F-3708759629C1}"/>
                </a:ext>
              </a:extLst>
            </p:cNvPr>
            <p:cNvSpPr/>
            <p:nvPr/>
          </p:nvSpPr>
          <p:spPr>
            <a:xfrm>
              <a:off x="2319700" y="3525925"/>
              <a:ext cx="24450" cy="201950"/>
            </a:xfrm>
            <a:custGeom>
              <a:avLst/>
              <a:gdLst/>
              <a:ahLst/>
              <a:cxnLst/>
              <a:rect l="l" t="t" r="r" b="b"/>
              <a:pathLst>
                <a:path w="978" h="8078" extrusionOk="0">
                  <a:moveTo>
                    <a:pt x="360" y="1"/>
                  </a:moveTo>
                  <a:lnTo>
                    <a:pt x="360" y="7640"/>
                  </a:lnTo>
                  <a:lnTo>
                    <a:pt x="335" y="7718"/>
                  </a:lnTo>
                  <a:lnTo>
                    <a:pt x="309" y="7820"/>
                  </a:lnTo>
                  <a:lnTo>
                    <a:pt x="283" y="7898"/>
                  </a:lnTo>
                  <a:lnTo>
                    <a:pt x="232" y="7949"/>
                  </a:lnTo>
                  <a:lnTo>
                    <a:pt x="155" y="8000"/>
                  </a:lnTo>
                  <a:lnTo>
                    <a:pt x="78" y="8052"/>
                  </a:lnTo>
                  <a:lnTo>
                    <a:pt x="0" y="8078"/>
                  </a:lnTo>
                  <a:lnTo>
                    <a:pt x="618" y="8078"/>
                  </a:lnTo>
                  <a:lnTo>
                    <a:pt x="721" y="8052"/>
                  </a:lnTo>
                  <a:lnTo>
                    <a:pt x="798" y="8000"/>
                  </a:lnTo>
                  <a:lnTo>
                    <a:pt x="849" y="7949"/>
                  </a:lnTo>
                  <a:lnTo>
                    <a:pt x="901" y="7898"/>
                  </a:lnTo>
                  <a:lnTo>
                    <a:pt x="952" y="7820"/>
                  </a:lnTo>
                  <a:lnTo>
                    <a:pt x="978" y="7718"/>
                  </a:lnTo>
                  <a:lnTo>
                    <a:pt x="978" y="7640"/>
                  </a:lnTo>
                  <a:lnTo>
                    <a:pt x="97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356;p54">
              <a:extLst>
                <a:ext uri="{FF2B5EF4-FFF2-40B4-BE49-F238E27FC236}">
                  <a16:creationId xmlns:a16="http://schemas.microsoft.com/office/drawing/2014/main" id="{BE18E2B3-F8C0-7C8E-55F8-B5A40AFB00C3}"/>
                </a:ext>
              </a:extLst>
            </p:cNvPr>
            <p:cNvSpPr/>
            <p:nvPr/>
          </p:nvSpPr>
          <p:spPr>
            <a:xfrm>
              <a:off x="2055400" y="3473850"/>
              <a:ext cx="288750" cy="52100"/>
            </a:xfrm>
            <a:custGeom>
              <a:avLst/>
              <a:gdLst/>
              <a:ahLst/>
              <a:cxnLst/>
              <a:rect l="l" t="t" r="r" b="b"/>
              <a:pathLst>
                <a:path w="11550" h="2084" extrusionOk="0">
                  <a:moveTo>
                    <a:pt x="361" y="0"/>
                  </a:moveTo>
                  <a:lnTo>
                    <a:pt x="283" y="26"/>
                  </a:lnTo>
                  <a:lnTo>
                    <a:pt x="206" y="77"/>
                  </a:lnTo>
                  <a:lnTo>
                    <a:pt x="129" y="129"/>
                  </a:lnTo>
                  <a:lnTo>
                    <a:pt x="78" y="206"/>
                  </a:lnTo>
                  <a:lnTo>
                    <a:pt x="26" y="283"/>
                  </a:lnTo>
                  <a:lnTo>
                    <a:pt x="0" y="360"/>
                  </a:lnTo>
                  <a:lnTo>
                    <a:pt x="0" y="463"/>
                  </a:lnTo>
                  <a:lnTo>
                    <a:pt x="0" y="2084"/>
                  </a:lnTo>
                  <a:lnTo>
                    <a:pt x="11550" y="2084"/>
                  </a:lnTo>
                  <a:lnTo>
                    <a:pt x="11550" y="463"/>
                  </a:lnTo>
                  <a:lnTo>
                    <a:pt x="11550" y="360"/>
                  </a:lnTo>
                  <a:lnTo>
                    <a:pt x="11524" y="283"/>
                  </a:lnTo>
                  <a:lnTo>
                    <a:pt x="11473" y="206"/>
                  </a:lnTo>
                  <a:lnTo>
                    <a:pt x="11421" y="129"/>
                  </a:lnTo>
                  <a:lnTo>
                    <a:pt x="11370" y="77"/>
                  </a:lnTo>
                  <a:lnTo>
                    <a:pt x="11293" y="26"/>
                  </a:lnTo>
                  <a:lnTo>
                    <a:pt x="1119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357;p54">
              <a:extLst>
                <a:ext uri="{FF2B5EF4-FFF2-40B4-BE49-F238E27FC236}">
                  <a16:creationId xmlns:a16="http://schemas.microsoft.com/office/drawing/2014/main" id="{A56179A9-ADFF-D152-89F6-CF76BDEC64DC}"/>
                </a:ext>
              </a:extLst>
            </p:cNvPr>
            <p:cNvSpPr/>
            <p:nvPr/>
          </p:nvSpPr>
          <p:spPr>
            <a:xfrm>
              <a:off x="2261175" y="3671275"/>
              <a:ext cx="155650" cy="83600"/>
            </a:xfrm>
            <a:custGeom>
              <a:avLst/>
              <a:gdLst/>
              <a:ahLst/>
              <a:cxnLst/>
              <a:rect l="l" t="t" r="r" b="b"/>
              <a:pathLst>
                <a:path w="6226" h="3344" extrusionOk="0">
                  <a:moveTo>
                    <a:pt x="3345" y="0"/>
                  </a:moveTo>
                  <a:lnTo>
                    <a:pt x="3164" y="51"/>
                  </a:lnTo>
                  <a:lnTo>
                    <a:pt x="2984" y="26"/>
                  </a:lnTo>
                  <a:lnTo>
                    <a:pt x="1" y="540"/>
                  </a:lnTo>
                  <a:lnTo>
                    <a:pt x="1" y="2984"/>
                  </a:lnTo>
                  <a:lnTo>
                    <a:pt x="26" y="3112"/>
                  </a:lnTo>
                  <a:lnTo>
                    <a:pt x="104" y="3241"/>
                  </a:lnTo>
                  <a:lnTo>
                    <a:pt x="232" y="3318"/>
                  </a:lnTo>
                  <a:lnTo>
                    <a:pt x="361" y="3344"/>
                  </a:lnTo>
                  <a:lnTo>
                    <a:pt x="5865" y="3344"/>
                  </a:lnTo>
                  <a:lnTo>
                    <a:pt x="6020" y="3318"/>
                  </a:lnTo>
                  <a:lnTo>
                    <a:pt x="6123" y="3241"/>
                  </a:lnTo>
                  <a:lnTo>
                    <a:pt x="6200" y="3112"/>
                  </a:lnTo>
                  <a:lnTo>
                    <a:pt x="6225" y="2984"/>
                  </a:lnTo>
                  <a:lnTo>
                    <a:pt x="6225" y="540"/>
                  </a:lnTo>
                  <a:lnTo>
                    <a:pt x="3345"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358;p54">
              <a:extLst>
                <a:ext uri="{FF2B5EF4-FFF2-40B4-BE49-F238E27FC236}">
                  <a16:creationId xmlns:a16="http://schemas.microsoft.com/office/drawing/2014/main" id="{1E3D6FC8-819C-21CA-BC05-AD62D4F6AF19}"/>
                </a:ext>
              </a:extLst>
            </p:cNvPr>
            <p:cNvSpPr/>
            <p:nvPr/>
          </p:nvSpPr>
          <p:spPr>
            <a:xfrm>
              <a:off x="2387225" y="3680900"/>
              <a:ext cx="29600" cy="73975"/>
            </a:xfrm>
            <a:custGeom>
              <a:avLst/>
              <a:gdLst/>
              <a:ahLst/>
              <a:cxnLst/>
              <a:rect l="l" t="t" r="r" b="b"/>
              <a:pathLst>
                <a:path w="1184" h="2959" extrusionOk="0">
                  <a:moveTo>
                    <a:pt x="360" y="1"/>
                  </a:moveTo>
                  <a:lnTo>
                    <a:pt x="360" y="2599"/>
                  </a:lnTo>
                  <a:lnTo>
                    <a:pt x="335" y="2727"/>
                  </a:lnTo>
                  <a:lnTo>
                    <a:pt x="257" y="2856"/>
                  </a:lnTo>
                  <a:lnTo>
                    <a:pt x="155" y="2933"/>
                  </a:lnTo>
                  <a:lnTo>
                    <a:pt x="0" y="2959"/>
                  </a:lnTo>
                  <a:lnTo>
                    <a:pt x="823" y="2959"/>
                  </a:lnTo>
                  <a:lnTo>
                    <a:pt x="978" y="2933"/>
                  </a:lnTo>
                  <a:lnTo>
                    <a:pt x="1081" y="2856"/>
                  </a:lnTo>
                  <a:lnTo>
                    <a:pt x="1158" y="2727"/>
                  </a:lnTo>
                  <a:lnTo>
                    <a:pt x="1183" y="2599"/>
                  </a:lnTo>
                  <a:lnTo>
                    <a:pt x="1183" y="155"/>
                  </a:lnTo>
                  <a:lnTo>
                    <a:pt x="360" y="1"/>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359;p54">
              <a:extLst>
                <a:ext uri="{FF2B5EF4-FFF2-40B4-BE49-F238E27FC236}">
                  <a16:creationId xmlns:a16="http://schemas.microsoft.com/office/drawing/2014/main" id="{3A02FBC2-98DB-0659-6375-3660CEB07BA3}"/>
                </a:ext>
              </a:extLst>
            </p:cNvPr>
            <p:cNvSpPr/>
            <p:nvPr/>
          </p:nvSpPr>
          <p:spPr>
            <a:xfrm>
              <a:off x="2261175" y="3642325"/>
              <a:ext cx="155650" cy="69475"/>
            </a:xfrm>
            <a:custGeom>
              <a:avLst/>
              <a:gdLst/>
              <a:ahLst/>
              <a:cxnLst/>
              <a:rect l="l" t="t" r="r" b="b"/>
              <a:pathLst>
                <a:path w="6226" h="2779" extrusionOk="0">
                  <a:moveTo>
                    <a:pt x="361" y="1"/>
                  </a:moveTo>
                  <a:lnTo>
                    <a:pt x="232" y="26"/>
                  </a:lnTo>
                  <a:lnTo>
                    <a:pt x="104" y="103"/>
                  </a:lnTo>
                  <a:lnTo>
                    <a:pt x="26" y="232"/>
                  </a:lnTo>
                  <a:lnTo>
                    <a:pt x="1" y="361"/>
                  </a:lnTo>
                  <a:lnTo>
                    <a:pt x="1" y="1698"/>
                  </a:lnTo>
                  <a:lnTo>
                    <a:pt x="2984" y="2753"/>
                  </a:lnTo>
                  <a:lnTo>
                    <a:pt x="3164" y="2779"/>
                  </a:lnTo>
                  <a:lnTo>
                    <a:pt x="3345" y="2753"/>
                  </a:lnTo>
                  <a:lnTo>
                    <a:pt x="6225" y="1698"/>
                  </a:lnTo>
                  <a:lnTo>
                    <a:pt x="6225" y="361"/>
                  </a:lnTo>
                  <a:lnTo>
                    <a:pt x="6200" y="232"/>
                  </a:lnTo>
                  <a:lnTo>
                    <a:pt x="6123" y="103"/>
                  </a:lnTo>
                  <a:lnTo>
                    <a:pt x="6020" y="26"/>
                  </a:lnTo>
                  <a:lnTo>
                    <a:pt x="5865"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360;p54">
              <a:extLst>
                <a:ext uri="{FF2B5EF4-FFF2-40B4-BE49-F238E27FC236}">
                  <a16:creationId xmlns:a16="http://schemas.microsoft.com/office/drawing/2014/main" id="{2C949D0E-A756-69D7-E44F-34BCDFEBC13B}"/>
                </a:ext>
              </a:extLst>
            </p:cNvPr>
            <p:cNvSpPr/>
            <p:nvPr/>
          </p:nvSpPr>
          <p:spPr>
            <a:xfrm>
              <a:off x="2110050" y="3453275"/>
              <a:ext cx="30900" cy="38600"/>
            </a:xfrm>
            <a:custGeom>
              <a:avLst/>
              <a:gdLst/>
              <a:ahLst/>
              <a:cxnLst/>
              <a:rect l="l" t="t" r="r" b="b"/>
              <a:pathLst>
                <a:path w="1236" h="1544" extrusionOk="0">
                  <a:moveTo>
                    <a:pt x="155" y="0"/>
                  </a:moveTo>
                  <a:lnTo>
                    <a:pt x="78" y="77"/>
                  </a:lnTo>
                  <a:lnTo>
                    <a:pt x="1" y="155"/>
                  </a:lnTo>
                  <a:lnTo>
                    <a:pt x="1" y="283"/>
                  </a:lnTo>
                  <a:lnTo>
                    <a:pt x="1" y="1261"/>
                  </a:lnTo>
                  <a:lnTo>
                    <a:pt x="1" y="1363"/>
                  </a:lnTo>
                  <a:lnTo>
                    <a:pt x="78" y="1466"/>
                  </a:lnTo>
                  <a:lnTo>
                    <a:pt x="155" y="1544"/>
                  </a:lnTo>
                  <a:lnTo>
                    <a:pt x="1055" y="1544"/>
                  </a:lnTo>
                  <a:lnTo>
                    <a:pt x="1158" y="1466"/>
                  </a:lnTo>
                  <a:lnTo>
                    <a:pt x="1210" y="1363"/>
                  </a:lnTo>
                  <a:lnTo>
                    <a:pt x="1236" y="1261"/>
                  </a:lnTo>
                  <a:lnTo>
                    <a:pt x="1236" y="283"/>
                  </a:lnTo>
                  <a:lnTo>
                    <a:pt x="1210" y="155"/>
                  </a:lnTo>
                  <a:lnTo>
                    <a:pt x="1158" y="77"/>
                  </a:lnTo>
                  <a:lnTo>
                    <a:pt x="1055"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361;p54">
              <a:extLst>
                <a:ext uri="{FF2B5EF4-FFF2-40B4-BE49-F238E27FC236}">
                  <a16:creationId xmlns:a16="http://schemas.microsoft.com/office/drawing/2014/main" id="{794D1DF4-9BDE-1C79-E7C9-9A48DE716497}"/>
                </a:ext>
              </a:extLst>
            </p:cNvPr>
            <p:cNvSpPr/>
            <p:nvPr/>
          </p:nvSpPr>
          <p:spPr>
            <a:xfrm>
              <a:off x="2258600" y="3453275"/>
              <a:ext cx="31550" cy="38600"/>
            </a:xfrm>
            <a:custGeom>
              <a:avLst/>
              <a:gdLst/>
              <a:ahLst/>
              <a:cxnLst/>
              <a:rect l="l" t="t" r="r" b="b"/>
              <a:pathLst>
                <a:path w="1262" h="1544" extrusionOk="0">
                  <a:moveTo>
                    <a:pt x="181" y="0"/>
                  </a:moveTo>
                  <a:lnTo>
                    <a:pt x="78" y="77"/>
                  </a:lnTo>
                  <a:lnTo>
                    <a:pt x="26" y="155"/>
                  </a:lnTo>
                  <a:lnTo>
                    <a:pt x="1" y="283"/>
                  </a:lnTo>
                  <a:lnTo>
                    <a:pt x="1" y="1261"/>
                  </a:lnTo>
                  <a:lnTo>
                    <a:pt x="26" y="1363"/>
                  </a:lnTo>
                  <a:lnTo>
                    <a:pt x="78" y="1466"/>
                  </a:lnTo>
                  <a:lnTo>
                    <a:pt x="181" y="1544"/>
                  </a:lnTo>
                  <a:lnTo>
                    <a:pt x="1081" y="1544"/>
                  </a:lnTo>
                  <a:lnTo>
                    <a:pt x="1158" y="1466"/>
                  </a:lnTo>
                  <a:lnTo>
                    <a:pt x="1235" y="1363"/>
                  </a:lnTo>
                  <a:lnTo>
                    <a:pt x="1261" y="1261"/>
                  </a:lnTo>
                  <a:lnTo>
                    <a:pt x="1261" y="283"/>
                  </a:lnTo>
                  <a:lnTo>
                    <a:pt x="1235" y="155"/>
                  </a:lnTo>
                  <a:lnTo>
                    <a:pt x="1158" y="77"/>
                  </a:lnTo>
                  <a:lnTo>
                    <a:pt x="1081"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362;p54">
              <a:extLst>
                <a:ext uri="{FF2B5EF4-FFF2-40B4-BE49-F238E27FC236}">
                  <a16:creationId xmlns:a16="http://schemas.microsoft.com/office/drawing/2014/main" id="{3CF687A5-60B9-384A-F924-7601D6C969C9}"/>
                </a:ext>
              </a:extLst>
            </p:cNvPr>
            <p:cNvSpPr/>
            <p:nvPr/>
          </p:nvSpPr>
          <p:spPr>
            <a:xfrm>
              <a:off x="2049600" y="3447475"/>
              <a:ext cx="373000" cy="313200"/>
            </a:xfrm>
            <a:custGeom>
              <a:avLst/>
              <a:gdLst/>
              <a:ahLst/>
              <a:cxnLst/>
              <a:rect l="l" t="t" r="r" b="b"/>
              <a:pathLst>
                <a:path w="14920" h="12528" extrusionOk="0">
                  <a:moveTo>
                    <a:pt x="3371" y="438"/>
                  </a:moveTo>
                  <a:lnTo>
                    <a:pt x="3422" y="464"/>
                  </a:lnTo>
                  <a:lnTo>
                    <a:pt x="3448" y="515"/>
                  </a:lnTo>
                  <a:lnTo>
                    <a:pt x="3448" y="1493"/>
                  </a:lnTo>
                  <a:lnTo>
                    <a:pt x="3422" y="1544"/>
                  </a:lnTo>
                  <a:lnTo>
                    <a:pt x="3371" y="1570"/>
                  </a:lnTo>
                  <a:lnTo>
                    <a:pt x="2702" y="1570"/>
                  </a:lnTo>
                  <a:lnTo>
                    <a:pt x="2650" y="1544"/>
                  </a:lnTo>
                  <a:lnTo>
                    <a:pt x="2625" y="1493"/>
                  </a:lnTo>
                  <a:lnTo>
                    <a:pt x="2625" y="515"/>
                  </a:lnTo>
                  <a:lnTo>
                    <a:pt x="2650" y="464"/>
                  </a:lnTo>
                  <a:lnTo>
                    <a:pt x="2702" y="438"/>
                  </a:lnTo>
                  <a:close/>
                  <a:moveTo>
                    <a:pt x="9312" y="438"/>
                  </a:moveTo>
                  <a:lnTo>
                    <a:pt x="9364" y="464"/>
                  </a:lnTo>
                  <a:lnTo>
                    <a:pt x="9390" y="515"/>
                  </a:lnTo>
                  <a:lnTo>
                    <a:pt x="9390" y="1493"/>
                  </a:lnTo>
                  <a:lnTo>
                    <a:pt x="9364" y="1544"/>
                  </a:lnTo>
                  <a:lnTo>
                    <a:pt x="9312" y="1570"/>
                  </a:lnTo>
                  <a:lnTo>
                    <a:pt x="8644" y="1570"/>
                  </a:lnTo>
                  <a:lnTo>
                    <a:pt x="8592" y="1544"/>
                  </a:lnTo>
                  <a:lnTo>
                    <a:pt x="8592" y="1493"/>
                  </a:lnTo>
                  <a:lnTo>
                    <a:pt x="8592" y="515"/>
                  </a:lnTo>
                  <a:lnTo>
                    <a:pt x="8592" y="464"/>
                  </a:lnTo>
                  <a:lnTo>
                    <a:pt x="8644" y="438"/>
                  </a:lnTo>
                  <a:close/>
                  <a:moveTo>
                    <a:pt x="11576" y="6894"/>
                  </a:moveTo>
                  <a:lnTo>
                    <a:pt x="11576" y="7563"/>
                  </a:lnTo>
                  <a:lnTo>
                    <a:pt x="10496" y="7563"/>
                  </a:lnTo>
                  <a:lnTo>
                    <a:pt x="10496" y="7126"/>
                  </a:lnTo>
                  <a:lnTo>
                    <a:pt x="10496" y="7023"/>
                  </a:lnTo>
                  <a:lnTo>
                    <a:pt x="10547" y="6946"/>
                  </a:lnTo>
                  <a:lnTo>
                    <a:pt x="10624" y="6894"/>
                  </a:lnTo>
                  <a:close/>
                  <a:moveTo>
                    <a:pt x="12528" y="6894"/>
                  </a:moveTo>
                  <a:lnTo>
                    <a:pt x="12605" y="6946"/>
                  </a:lnTo>
                  <a:lnTo>
                    <a:pt x="12656" y="7023"/>
                  </a:lnTo>
                  <a:lnTo>
                    <a:pt x="12682" y="7126"/>
                  </a:lnTo>
                  <a:lnTo>
                    <a:pt x="12682" y="7563"/>
                  </a:lnTo>
                  <a:lnTo>
                    <a:pt x="12013" y="7563"/>
                  </a:lnTo>
                  <a:lnTo>
                    <a:pt x="12013" y="6894"/>
                  </a:lnTo>
                  <a:close/>
                  <a:moveTo>
                    <a:pt x="14328" y="8000"/>
                  </a:moveTo>
                  <a:lnTo>
                    <a:pt x="14380" y="8026"/>
                  </a:lnTo>
                  <a:lnTo>
                    <a:pt x="14431" y="8052"/>
                  </a:lnTo>
                  <a:lnTo>
                    <a:pt x="14457" y="8103"/>
                  </a:lnTo>
                  <a:lnTo>
                    <a:pt x="14483" y="8155"/>
                  </a:lnTo>
                  <a:lnTo>
                    <a:pt x="14483" y="9338"/>
                  </a:lnTo>
                  <a:lnTo>
                    <a:pt x="13428" y="9724"/>
                  </a:lnTo>
                  <a:lnTo>
                    <a:pt x="13351" y="9775"/>
                  </a:lnTo>
                  <a:lnTo>
                    <a:pt x="13299" y="9852"/>
                  </a:lnTo>
                  <a:lnTo>
                    <a:pt x="13274" y="9930"/>
                  </a:lnTo>
                  <a:lnTo>
                    <a:pt x="13299" y="10007"/>
                  </a:lnTo>
                  <a:lnTo>
                    <a:pt x="13325" y="10084"/>
                  </a:lnTo>
                  <a:lnTo>
                    <a:pt x="13402" y="10135"/>
                  </a:lnTo>
                  <a:lnTo>
                    <a:pt x="13479" y="10161"/>
                  </a:lnTo>
                  <a:lnTo>
                    <a:pt x="13557" y="10135"/>
                  </a:lnTo>
                  <a:lnTo>
                    <a:pt x="14483" y="9801"/>
                  </a:lnTo>
                  <a:lnTo>
                    <a:pt x="14483" y="11936"/>
                  </a:lnTo>
                  <a:lnTo>
                    <a:pt x="14457" y="11987"/>
                  </a:lnTo>
                  <a:lnTo>
                    <a:pt x="14431" y="12039"/>
                  </a:lnTo>
                  <a:lnTo>
                    <a:pt x="14380" y="12064"/>
                  </a:lnTo>
                  <a:lnTo>
                    <a:pt x="14328" y="12090"/>
                  </a:lnTo>
                  <a:lnTo>
                    <a:pt x="8824" y="12090"/>
                  </a:lnTo>
                  <a:lnTo>
                    <a:pt x="8772" y="12064"/>
                  </a:lnTo>
                  <a:lnTo>
                    <a:pt x="8721" y="12039"/>
                  </a:lnTo>
                  <a:lnTo>
                    <a:pt x="8695" y="11987"/>
                  </a:lnTo>
                  <a:lnTo>
                    <a:pt x="8669" y="11936"/>
                  </a:lnTo>
                  <a:lnTo>
                    <a:pt x="8669" y="9801"/>
                  </a:lnTo>
                  <a:lnTo>
                    <a:pt x="11396" y="10753"/>
                  </a:lnTo>
                  <a:lnTo>
                    <a:pt x="11499" y="10778"/>
                  </a:lnTo>
                  <a:lnTo>
                    <a:pt x="11627" y="10804"/>
                  </a:lnTo>
                  <a:lnTo>
                    <a:pt x="11756" y="10778"/>
                  </a:lnTo>
                  <a:lnTo>
                    <a:pt x="11885" y="10753"/>
                  </a:lnTo>
                  <a:lnTo>
                    <a:pt x="12734" y="10444"/>
                  </a:lnTo>
                  <a:lnTo>
                    <a:pt x="12811" y="10393"/>
                  </a:lnTo>
                  <a:lnTo>
                    <a:pt x="12862" y="10341"/>
                  </a:lnTo>
                  <a:lnTo>
                    <a:pt x="12888" y="10238"/>
                  </a:lnTo>
                  <a:lnTo>
                    <a:pt x="12862" y="10161"/>
                  </a:lnTo>
                  <a:lnTo>
                    <a:pt x="12836" y="10084"/>
                  </a:lnTo>
                  <a:lnTo>
                    <a:pt x="12759" y="10032"/>
                  </a:lnTo>
                  <a:lnTo>
                    <a:pt x="12682" y="10007"/>
                  </a:lnTo>
                  <a:lnTo>
                    <a:pt x="12579" y="10032"/>
                  </a:lnTo>
                  <a:lnTo>
                    <a:pt x="11730" y="10341"/>
                  </a:lnTo>
                  <a:lnTo>
                    <a:pt x="11627" y="10367"/>
                  </a:lnTo>
                  <a:lnTo>
                    <a:pt x="11525" y="10341"/>
                  </a:lnTo>
                  <a:lnTo>
                    <a:pt x="8669" y="9338"/>
                  </a:lnTo>
                  <a:lnTo>
                    <a:pt x="8669" y="8155"/>
                  </a:lnTo>
                  <a:lnTo>
                    <a:pt x="8695" y="8103"/>
                  </a:lnTo>
                  <a:lnTo>
                    <a:pt x="8721" y="8052"/>
                  </a:lnTo>
                  <a:lnTo>
                    <a:pt x="8772" y="8026"/>
                  </a:lnTo>
                  <a:lnTo>
                    <a:pt x="8824" y="8000"/>
                  </a:lnTo>
                  <a:close/>
                  <a:moveTo>
                    <a:pt x="2599" y="1"/>
                  </a:moveTo>
                  <a:lnTo>
                    <a:pt x="2496" y="52"/>
                  </a:lnTo>
                  <a:lnTo>
                    <a:pt x="2419" y="78"/>
                  </a:lnTo>
                  <a:lnTo>
                    <a:pt x="2342" y="155"/>
                  </a:lnTo>
                  <a:lnTo>
                    <a:pt x="2265" y="232"/>
                  </a:lnTo>
                  <a:lnTo>
                    <a:pt x="2239" y="309"/>
                  </a:lnTo>
                  <a:lnTo>
                    <a:pt x="2187" y="412"/>
                  </a:lnTo>
                  <a:lnTo>
                    <a:pt x="2187" y="515"/>
                  </a:lnTo>
                  <a:lnTo>
                    <a:pt x="2187" y="850"/>
                  </a:lnTo>
                  <a:lnTo>
                    <a:pt x="541" y="850"/>
                  </a:lnTo>
                  <a:lnTo>
                    <a:pt x="413" y="901"/>
                  </a:lnTo>
                  <a:lnTo>
                    <a:pt x="310" y="952"/>
                  </a:lnTo>
                  <a:lnTo>
                    <a:pt x="207" y="1030"/>
                  </a:lnTo>
                  <a:lnTo>
                    <a:pt x="130" y="1132"/>
                  </a:lnTo>
                  <a:lnTo>
                    <a:pt x="52" y="1235"/>
                  </a:lnTo>
                  <a:lnTo>
                    <a:pt x="27" y="1364"/>
                  </a:lnTo>
                  <a:lnTo>
                    <a:pt x="1" y="1518"/>
                  </a:lnTo>
                  <a:lnTo>
                    <a:pt x="1" y="9081"/>
                  </a:lnTo>
                  <a:lnTo>
                    <a:pt x="27" y="9158"/>
                  </a:lnTo>
                  <a:lnTo>
                    <a:pt x="78" y="9235"/>
                  </a:lnTo>
                  <a:lnTo>
                    <a:pt x="155" y="9286"/>
                  </a:lnTo>
                  <a:lnTo>
                    <a:pt x="310" y="9286"/>
                  </a:lnTo>
                  <a:lnTo>
                    <a:pt x="387" y="9235"/>
                  </a:lnTo>
                  <a:lnTo>
                    <a:pt x="438" y="9158"/>
                  </a:lnTo>
                  <a:lnTo>
                    <a:pt x="438" y="9081"/>
                  </a:lnTo>
                  <a:lnTo>
                    <a:pt x="438" y="3370"/>
                  </a:lnTo>
                  <a:lnTo>
                    <a:pt x="11576" y="3370"/>
                  </a:lnTo>
                  <a:lnTo>
                    <a:pt x="11576" y="6457"/>
                  </a:lnTo>
                  <a:lnTo>
                    <a:pt x="10599" y="6457"/>
                  </a:lnTo>
                  <a:lnTo>
                    <a:pt x="10470" y="6508"/>
                  </a:lnTo>
                  <a:lnTo>
                    <a:pt x="10341" y="6560"/>
                  </a:lnTo>
                  <a:lnTo>
                    <a:pt x="10238" y="6637"/>
                  </a:lnTo>
                  <a:lnTo>
                    <a:pt x="10161" y="6740"/>
                  </a:lnTo>
                  <a:lnTo>
                    <a:pt x="10110" y="6869"/>
                  </a:lnTo>
                  <a:lnTo>
                    <a:pt x="10058" y="6997"/>
                  </a:lnTo>
                  <a:lnTo>
                    <a:pt x="10058" y="7126"/>
                  </a:lnTo>
                  <a:lnTo>
                    <a:pt x="10058" y="7563"/>
                  </a:lnTo>
                  <a:lnTo>
                    <a:pt x="8824" y="7563"/>
                  </a:lnTo>
                  <a:lnTo>
                    <a:pt x="8721" y="7589"/>
                  </a:lnTo>
                  <a:lnTo>
                    <a:pt x="8592" y="7614"/>
                  </a:lnTo>
                  <a:lnTo>
                    <a:pt x="8489" y="7666"/>
                  </a:lnTo>
                  <a:lnTo>
                    <a:pt x="8412" y="7743"/>
                  </a:lnTo>
                  <a:lnTo>
                    <a:pt x="8335" y="7820"/>
                  </a:lnTo>
                  <a:lnTo>
                    <a:pt x="8284" y="7923"/>
                  </a:lnTo>
                  <a:lnTo>
                    <a:pt x="8258" y="8052"/>
                  </a:lnTo>
                  <a:lnTo>
                    <a:pt x="8258" y="8155"/>
                  </a:lnTo>
                  <a:lnTo>
                    <a:pt x="8258" y="11010"/>
                  </a:lnTo>
                  <a:lnTo>
                    <a:pt x="670" y="11010"/>
                  </a:lnTo>
                  <a:lnTo>
                    <a:pt x="593" y="10984"/>
                  </a:lnTo>
                  <a:lnTo>
                    <a:pt x="515" y="10933"/>
                  </a:lnTo>
                  <a:lnTo>
                    <a:pt x="464" y="10856"/>
                  </a:lnTo>
                  <a:lnTo>
                    <a:pt x="438" y="10778"/>
                  </a:lnTo>
                  <a:lnTo>
                    <a:pt x="438" y="9955"/>
                  </a:lnTo>
                  <a:lnTo>
                    <a:pt x="438" y="9878"/>
                  </a:lnTo>
                  <a:lnTo>
                    <a:pt x="387" y="9801"/>
                  </a:lnTo>
                  <a:lnTo>
                    <a:pt x="310" y="9749"/>
                  </a:lnTo>
                  <a:lnTo>
                    <a:pt x="232" y="9724"/>
                  </a:lnTo>
                  <a:lnTo>
                    <a:pt x="155" y="9749"/>
                  </a:lnTo>
                  <a:lnTo>
                    <a:pt x="78" y="9801"/>
                  </a:lnTo>
                  <a:lnTo>
                    <a:pt x="27" y="9878"/>
                  </a:lnTo>
                  <a:lnTo>
                    <a:pt x="1" y="9955"/>
                  </a:lnTo>
                  <a:lnTo>
                    <a:pt x="1" y="10778"/>
                  </a:lnTo>
                  <a:lnTo>
                    <a:pt x="27" y="10907"/>
                  </a:lnTo>
                  <a:lnTo>
                    <a:pt x="52" y="11036"/>
                  </a:lnTo>
                  <a:lnTo>
                    <a:pt x="130" y="11138"/>
                  </a:lnTo>
                  <a:lnTo>
                    <a:pt x="207" y="11241"/>
                  </a:lnTo>
                  <a:lnTo>
                    <a:pt x="310" y="11319"/>
                  </a:lnTo>
                  <a:lnTo>
                    <a:pt x="413" y="11396"/>
                  </a:lnTo>
                  <a:lnTo>
                    <a:pt x="541" y="11421"/>
                  </a:lnTo>
                  <a:lnTo>
                    <a:pt x="670" y="11447"/>
                  </a:lnTo>
                  <a:lnTo>
                    <a:pt x="8258" y="11447"/>
                  </a:lnTo>
                  <a:lnTo>
                    <a:pt x="8258" y="11936"/>
                  </a:lnTo>
                  <a:lnTo>
                    <a:pt x="8258" y="12039"/>
                  </a:lnTo>
                  <a:lnTo>
                    <a:pt x="8284" y="12167"/>
                  </a:lnTo>
                  <a:lnTo>
                    <a:pt x="8335" y="12270"/>
                  </a:lnTo>
                  <a:lnTo>
                    <a:pt x="8412" y="12347"/>
                  </a:lnTo>
                  <a:lnTo>
                    <a:pt x="8489" y="12425"/>
                  </a:lnTo>
                  <a:lnTo>
                    <a:pt x="8592" y="12476"/>
                  </a:lnTo>
                  <a:lnTo>
                    <a:pt x="8721" y="12502"/>
                  </a:lnTo>
                  <a:lnTo>
                    <a:pt x="8824" y="12527"/>
                  </a:lnTo>
                  <a:lnTo>
                    <a:pt x="14328" y="12527"/>
                  </a:lnTo>
                  <a:lnTo>
                    <a:pt x="14457" y="12502"/>
                  </a:lnTo>
                  <a:lnTo>
                    <a:pt x="14560" y="12476"/>
                  </a:lnTo>
                  <a:lnTo>
                    <a:pt x="14663" y="12425"/>
                  </a:lnTo>
                  <a:lnTo>
                    <a:pt x="14740" y="12347"/>
                  </a:lnTo>
                  <a:lnTo>
                    <a:pt x="14817" y="12270"/>
                  </a:lnTo>
                  <a:lnTo>
                    <a:pt x="14869" y="12167"/>
                  </a:lnTo>
                  <a:lnTo>
                    <a:pt x="14894" y="12039"/>
                  </a:lnTo>
                  <a:lnTo>
                    <a:pt x="14920" y="11936"/>
                  </a:lnTo>
                  <a:lnTo>
                    <a:pt x="14920" y="8155"/>
                  </a:lnTo>
                  <a:lnTo>
                    <a:pt x="14894" y="8052"/>
                  </a:lnTo>
                  <a:lnTo>
                    <a:pt x="14869" y="7923"/>
                  </a:lnTo>
                  <a:lnTo>
                    <a:pt x="14817" y="7820"/>
                  </a:lnTo>
                  <a:lnTo>
                    <a:pt x="14740" y="7743"/>
                  </a:lnTo>
                  <a:lnTo>
                    <a:pt x="14663" y="7666"/>
                  </a:lnTo>
                  <a:lnTo>
                    <a:pt x="14560" y="7614"/>
                  </a:lnTo>
                  <a:lnTo>
                    <a:pt x="14457" y="7589"/>
                  </a:lnTo>
                  <a:lnTo>
                    <a:pt x="14328" y="7563"/>
                  </a:lnTo>
                  <a:lnTo>
                    <a:pt x="13119" y="7563"/>
                  </a:lnTo>
                  <a:lnTo>
                    <a:pt x="13119" y="7126"/>
                  </a:lnTo>
                  <a:lnTo>
                    <a:pt x="13094" y="6997"/>
                  </a:lnTo>
                  <a:lnTo>
                    <a:pt x="13068" y="6869"/>
                  </a:lnTo>
                  <a:lnTo>
                    <a:pt x="12991" y="6740"/>
                  </a:lnTo>
                  <a:lnTo>
                    <a:pt x="12914" y="6637"/>
                  </a:lnTo>
                  <a:lnTo>
                    <a:pt x="12811" y="6560"/>
                  </a:lnTo>
                  <a:lnTo>
                    <a:pt x="12682" y="6508"/>
                  </a:lnTo>
                  <a:lnTo>
                    <a:pt x="12553" y="6457"/>
                  </a:lnTo>
                  <a:lnTo>
                    <a:pt x="12013" y="6457"/>
                  </a:lnTo>
                  <a:lnTo>
                    <a:pt x="12013" y="1518"/>
                  </a:lnTo>
                  <a:lnTo>
                    <a:pt x="11988" y="1364"/>
                  </a:lnTo>
                  <a:lnTo>
                    <a:pt x="11962" y="1235"/>
                  </a:lnTo>
                  <a:lnTo>
                    <a:pt x="11885" y="1132"/>
                  </a:lnTo>
                  <a:lnTo>
                    <a:pt x="11808" y="1030"/>
                  </a:lnTo>
                  <a:lnTo>
                    <a:pt x="11705" y="952"/>
                  </a:lnTo>
                  <a:lnTo>
                    <a:pt x="11602" y="901"/>
                  </a:lnTo>
                  <a:lnTo>
                    <a:pt x="11473" y="850"/>
                  </a:lnTo>
                  <a:lnTo>
                    <a:pt x="9827" y="850"/>
                  </a:lnTo>
                  <a:lnTo>
                    <a:pt x="9827" y="515"/>
                  </a:lnTo>
                  <a:lnTo>
                    <a:pt x="9827" y="412"/>
                  </a:lnTo>
                  <a:lnTo>
                    <a:pt x="9801" y="309"/>
                  </a:lnTo>
                  <a:lnTo>
                    <a:pt x="9750" y="232"/>
                  </a:lnTo>
                  <a:lnTo>
                    <a:pt x="9673" y="155"/>
                  </a:lnTo>
                  <a:lnTo>
                    <a:pt x="9595" y="78"/>
                  </a:lnTo>
                  <a:lnTo>
                    <a:pt x="9518" y="52"/>
                  </a:lnTo>
                  <a:lnTo>
                    <a:pt x="9415" y="1"/>
                  </a:lnTo>
                  <a:lnTo>
                    <a:pt x="8541" y="1"/>
                  </a:lnTo>
                  <a:lnTo>
                    <a:pt x="8464" y="52"/>
                  </a:lnTo>
                  <a:lnTo>
                    <a:pt x="8361" y="78"/>
                  </a:lnTo>
                  <a:lnTo>
                    <a:pt x="8284" y="155"/>
                  </a:lnTo>
                  <a:lnTo>
                    <a:pt x="8232" y="232"/>
                  </a:lnTo>
                  <a:lnTo>
                    <a:pt x="8181" y="309"/>
                  </a:lnTo>
                  <a:lnTo>
                    <a:pt x="8155" y="412"/>
                  </a:lnTo>
                  <a:lnTo>
                    <a:pt x="8155" y="515"/>
                  </a:lnTo>
                  <a:lnTo>
                    <a:pt x="8155" y="850"/>
                  </a:lnTo>
                  <a:lnTo>
                    <a:pt x="7126" y="850"/>
                  </a:lnTo>
                  <a:lnTo>
                    <a:pt x="7049" y="901"/>
                  </a:lnTo>
                  <a:lnTo>
                    <a:pt x="6997" y="978"/>
                  </a:lnTo>
                  <a:lnTo>
                    <a:pt x="6997" y="1055"/>
                  </a:lnTo>
                  <a:lnTo>
                    <a:pt x="6997" y="1132"/>
                  </a:lnTo>
                  <a:lnTo>
                    <a:pt x="7049" y="1210"/>
                  </a:lnTo>
                  <a:lnTo>
                    <a:pt x="7126" y="1261"/>
                  </a:lnTo>
                  <a:lnTo>
                    <a:pt x="7203" y="1287"/>
                  </a:lnTo>
                  <a:lnTo>
                    <a:pt x="8155" y="1287"/>
                  </a:lnTo>
                  <a:lnTo>
                    <a:pt x="8155" y="1493"/>
                  </a:lnTo>
                  <a:lnTo>
                    <a:pt x="8155" y="1595"/>
                  </a:lnTo>
                  <a:lnTo>
                    <a:pt x="8181" y="1698"/>
                  </a:lnTo>
                  <a:lnTo>
                    <a:pt x="8232" y="1776"/>
                  </a:lnTo>
                  <a:lnTo>
                    <a:pt x="8284" y="1853"/>
                  </a:lnTo>
                  <a:lnTo>
                    <a:pt x="8361" y="1904"/>
                  </a:lnTo>
                  <a:lnTo>
                    <a:pt x="8464" y="1956"/>
                  </a:lnTo>
                  <a:lnTo>
                    <a:pt x="8541" y="1981"/>
                  </a:lnTo>
                  <a:lnTo>
                    <a:pt x="8644" y="2007"/>
                  </a:lnTo>
                  <a:lnTo>
                    <a:pt x="9312" y="2007"/>
                  </a:lnTo>
                  <a:lnTo>
                    <a:pt x="9415" y="1981"/>
                  </a:lnTo>
                  <a:lnTo>
                    <a:pt x="9518" y="1956"/>
                  </a:lnTo>
                  <a:lnTo>
                    <a:pt x="9595" y="1904"/>
                  </a:lnTo>
                  <a:lnTo>
                    <a:pt x="9673" y="1853"/>
                  </a:lnTo>
                  <a:lnTo>
                    <a:pt x="9750" y="1776"/>
                  </a:lnTo>
                  <a:lnTo>
                    <a:pt x="9801" y="1698"/>
                  </a:lnTo>
                  <a:lnTo>
                    <a:pt x="9827" y="1595"/>
                  </a:lnTo>
                  <a:lnTo>
                    <a:pt x="9827" y="1493"/>
                  </a:lnTo>
                  <a:lnTo>
                    <a:pt x="9827" y="1287"/>
                  </a:lnTo>
                  <a:lnTo>
                    <a:pt x="11422" y="1287"/>
                  </a:lnTo>
                  <a:lnTo>
                    <a:pt x="11499" y="1338"/>
                  </a:lnTo>
                  <a:lnTo>
                    <a:pt x="11550" y="1415"/>
                  </a:lnTo>
                  <a:lnTo>
                    <a:pt x="11576" y="1518"/>
                  </a:lnTo>
                  <a:lnTo>
                    <a:pt x="11576" y="2933"/>
                  </a:lnTo>
                  <a:lnTo>
                    <a:pt x="438" y="2933"/>
                  </a:lnTo>
                  <a:lnTo>
                    <a:pt x="438" y="1518"/>
                  </a:lnTo>
                  <a:lnTo>
                    <a:pt x="464" y="1415"/>
                  </a:lnTo>
                  <a:lnTo>
                    <a:pt x="515" y="1338"/>
                  </a:lnTo>
                  <a:lnTo>
                    <a:pt x="593" y="1287"/>
                  </a:lnTo>
                  <a:lnTo>
                    <a:pt x="2187" y="1287"/>
                  </a:lnTo>
                  <a:lnTo>
                    <a:pt x="2187" y="1493"/>
                  </a:lnTo>
                  <a:lnTo>
                    <a:pt x="2187" y="1595"/>
                  </a:lnTo>
                  <a:lnTo>
                    <a:pt x="2239" y="1698"/>
                  </a:lnTo>
                  <a:lnTo>
                    <a:pt x="2265" y="1776"/>
                  </a:lnTo>
                  <a:lnTo>
                    <a:pt x="2342" y="1853"/>
                  </a:lnTo>
                  <a:lnTo>
                    <a:pt x="2419" y="1904"/>
                  </a:lnTo>
                  <a:lnTo>
                    <a:pt x="2496" y="1956"/>
                  </a:lnTo>
                  <a:lnTo>
                    <a:pt x="2599" y="1981"/>
                  </a:lnTo>
                  <a:lnTo>
                    <a:pt x="2702" y="2007"/>
                  </a:lnTo>
                  <a:lnTo>
                    <a:pt x="3371" y="2007"/>
                  </a:lnTo>
                  <a:lnTo>
                    <a:pt x="3473" y="1981"/>
                  </a:lnTo>
                  <a:lnTo>
                    <a:pt x="3551" y="1956"/>
                  </a:lnTo>
                  <a:lnTo>
                    <a:pt x="3654" y="1904"/>
                  </a:lnTo>
                  <a:lnTo>
                    <a:pt x="3731" y="1853"/>
                  </a:lnTo>
                  <a:lnTo>
                    <a:pt x="3782" y="1776"/>
                  </a:lnTo>
                  <a:lnTo>
                    <a:pt x="3834" y="1698"/>
                  </a:lnTo>
                  <a:lnTo>
                    <a:pt x="3859" y="1595"/>
                  </a:lnTo>
                  <a:lnTo>
                    <a:pt x="3885" y="1493"/>
                  </a:lnTo>
                  <a:lnTo>
                    <a:pt x="3885" y="1287"/>
                  </a:lnTo>
                  <a:lnTo>
                    <a:pt x="6329" y="1287"/>
                  </a:lnTo>
                  <a:lnTo>
                    <a:pt x="6406" y="1261"/>
                  </a:lnTo>
                  <a:lnTo>
                    <a:pt x="6483" y="1210"/>
                  </a:lnTo>
                  <a:lnTo>
                    <a:pt x="6534" y="1132"/>
                  </a:lnTo>
                  <a:lnTo>
                    <a:pt x="6560" y="1055"/>
                  </a:lnTo>
                  <a:lnTo>
                    <a:pt x="6534" y="978"/>
                  </a:lnTo>
                  <a:lnTo>
                    <a:pt x="6483" y="901"/>
                  </a:lnTo>
                  <a:lnTo>
                    <a:pt x="6406" y="850"/>
                  </a:lnTo>
                  <a:lnTo>
                    <a:pt x="3885" y="850"/>
                  </a:lnTo>
                  <a:lnTo>
                    <a:pt x="3885" y="515"/>
                  </a:lnTo>
                  <a:lnTo>
                    <a:pt x="3859" y="412"/>
                  </a:lnTo>
                  <a:lnTo>
                    <a:pt x="3834" y="309"/>
                  </a:lnTo>
                  <a:lnTo>
                    <a:pt x="3782" y="232"/>
                  </a:lnTo>
                  <a:lnTo>
                    <a:pt x="3731" y="155"/>
                  </a:lnTo>
                  <a:lnTo>
                    <a:pt x="3654" y="78"/>
                  </a:lnTo>
                  <a:lnTo>
                    <a:pt x="3551" y="52"/>
                  </a:lnTo>
                  <a:lnTo>
                    <a:pt x="3473"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363;p54">
              <a:extLst>
                <a:ext uri="{FF2B5EF4-FFF2-40B4-BE49-F238E27FC236}">
                  <a16:creationId xmlns:a16="http://schemas.microsoft.com/office/drawing/2014/main" id="{3553EF71-CBA4-128C-581A-E5A3C56CBEFE}"/>
                </a:ext>
              </a:extLst>
            </p:cNvPr>
            <p:cNvSpPr/>
            <p:nvPr/>
          </p:nvSpPr>
          <p:spPr>
            <a:xfrm>
              <a:off x="2323550" y="3664200"/>
              <a:ext cx="30900" cy="10950"/>
            </a:xfrm>
            <a:custGeom>
              <a:avLst/>
              <a:gdLst/>
              <a:ahLst/>
              <a:cxnLst/>
              <a:rect l="l" t="t" r="r" b="b"/>
              <a:pathLst>
                <a:path w="1236" h="438" extrusionOk="0">
                  <a:moveTo>
                    <a:pt x="129" y="0"/>
                  </a:moveTo>
                  <a:lnTo>
                    <a:pt x="52" y="52"/>
                  </a:lnTo>
                  <a:lnTo>
                    <a:pt x="1" y="129"/>
                  </a:lnTo>
                  <a:lnTo>
                    <a:pt x="1" y="206"/>
                  </a:lnTo>
                  <a:lnTo>
                    <a:pt x="1" y="309"/>
                  </a:lnTo>
                  <a:lnTo>
                    <a:pt x="52" y="360"/>
                  </a:lnTo>
                  <a:lnTo>
                    <a:pt x="129" y="412"/>
                  </a:lnTo>
                  <a:lnTo>
                    <a:pt x="206" y="437"/>
                  </a:lnTo>
                  <a:lnTo>
                    <a:pt x="1030" y="437"/>
                  </a:lnTo>
                  <a:lnTo>
                    <a:pt x="1107" y="412"/>
                  </a:lnTo>
                  <a:lnTo>
                    <a:pt x="1184" y="360"/>
                  </a:lnTo>
                  <a:lnTo>
                    <a:pt x="1235" y="309"/>
                  </a:lnTo>
                  <a:lnTo>
                    <a:pt x="1235" y="206"/>
                  </a:lnTo>
                  <a:lnTo>
                    <a:pt x="1235" y="129"/>
                  </a:lnTo>
                  <a:lnTo>
                    <a:pt x="1184" y="52"/>
                  </a:lnTo>
                  <a:lnTo>
                    <a:pt x="1107"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364;p54">
              <a:extLst>
                <a:ext uri="{FF2B5EF4-FFF2-40B4-BE49-F238E27FC236}">
                  <a16:creationId xmlns:a16="http://schemas.microsoft.com/office/drawing/2014/main" id="{F02736C4-2B37-2CF8-34BD-CD37FCF8ED63}"/>
                </a:ext>
              </a:extLst>
            </p:cNvPr>
            <p:cNvSpPr/>
            <p:nvPr/>
          </p:nvSpPr>
          <p:spPr>
            <a:xfrm>
              <a:off x="2158925" y="3494425"/>
              <a:ext cx="81700" cy="10950"/>
            </a:xfrm>
            <a:custGeom>
              <a:avLst/>
              <a:gdLst/>
              <a:ahLst/>
              <a:cxnLst/>
              <a:rect l="l" t="t" r="r" b="b"/>
              <a:pathLst>
                <a:path w="3268" h="438" extrusionOk="0">
                  <a:moveTo>
                    <a:pt x="232" y="0"/>
                  </a:moveTo>
                  <a:lnTo>
                    <a:pt x="129" y="26"/>
                  </a:lnTo>
                  <a:lnTo>
                    <a:pt x="78" y="78"/>
                  </a:lnTo>
                  <a:lnTo>
                    <a:pt x="26" y="129"/>
                  </a:lnTo>
                  <a:lnTo>
                    <a:pt x="1" y="232"/>
                  </a:lnTo>
                  <a:lnTo>
                    <a:pt x="26" y="309"/>
                  </a:lnTo>
                  <a:lnTo>
                    <a:pt x="78" y="386"/>
                  </a:lnTo>
                  <a:lnTo>
                    <a:pt x="129" y="412"/>
                  </a:lnTo>
                  <a:lnTo>
                    <a:pt x="232" y="438"/>
                  </a:lnTo>
                  <a:lnTo>
                    <a:pt x="3062" y="438"/>
                  </a:lnTo>
                  <a:lnTo>
                    <a:pt x="3139" y="412"/>
                  </a:lnTo>
                  <a:lnTo>
                    <a:pt x="3216" y="386"/>
                  </a:lnTo>
                  <a:lnTo>
                    <a:pt x="3242" y="309"/>
                  </a:lnTo>
                  <a:lnTo>
                    <a:pt x="3268" y="232"/>
                  </a:lnTo>
                  <a:lnTo>
                    <a:pt x="3242" y="129"/>
                  </a:lnTo>
                  <a:lnTo>
                    <a:pt x="3216" y="78"/>
                  </a:lnTo>
                  <a:lnTo>
                    <a:pt x="3139" y="26"/>
                  </a:lnTo>
                  <a:lnTo>
                    <a:pt x="3062"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365;p54">
              <a:extLst>
                <a:ext uri="{FF2B5EF4-FFF2-40B4-BE49-F238E27FC236}">
                  <a16:creationId xmlns:a16="http://schemas.microsoft.com/office/drawing/2014/main" id="{1E6F8269-4930-5C84-3DA9-5DEDC242E6C7}"/>
                </a:ext>
              </a:extLst>
            </p:cNvPr>
            <p:cNvSpPr/>
            <p:nvPr/>
          </p:nvSpPr>
          <p:spPr>
            <a:xfrm>
              <a:off x="2102975" y="3561300"/>
              <a:ext cx="28325" cy="10950"/>
            </a:xfrm>
            <a:custGeom>
              <a:avLst/>
              <a:gdLst/>
              <a:ahLst/>
              <a:cxnLst/>
              <a:rect l="l" t="t" r="r" b="b"/>
              <a:pathLst>
                <a:path w="1133" h="438" extrusionOk="0">
                  <a:moveTo>
                    <a:pt x="155" y="1"/>
                  </a:moveTo>
                  <a:lnTo>
                    <a:pt x="78" y="52"/>
                  </a:lnTo>
                  <a:lnTo>
                    <a:pt x="27" y="129"/>
                  </a:lnTo>
                  <a:lnTo>
                    <a:pt x="1" y="206"/>
                  </a:lnTo>
                  <a:lnTo>
                    <a:pt x="27" y="283"/>
                  </a:lnTo>
                  <a:lnTo>
                    <a:pt x="78" y="361"/>
                  </a:lnTo>
                  <a:lnTo>
                    <a:pt x="155" y="412"/>
                  </a:lnTo>
                  <a:lnTo>
                    <a:pt x="232" y="438"/>
                  </a:lnTo>
                  <a:lnTo>
                    <a:pt x="901" y="438"/>
                  </a:lnTo>
                  <a:lnTo>
                    <a:pt x="1004" y="412"/>
                  </a:lnTo>
                  <a:lnTo>
                    <a:pt x="1056" y="361"/>
                  </a:lnTo>
                  <a:lnTo>
                    <a:pt x="1107" y="283"/>
                  </a:lnTo>
                  <a:lnTo>
                    <a:pt x="1133" y="206"/>
                  </a:lnTo>
                  <a:lnTo>
                    <a:pt x="1107" y="129"/>
                  </a:lnTo>
                  <a:lnTo>
                    <a:pt x="1056" y="52"/>
                  </a:lnTo>
                  <a:lnTo>
                    <a:pt x="1004"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366;p54">
              <a:extLst>
                <a:ext uri="{FF2B5EF4-FFF2-40B4-BE49-F238E27FC236}">
                  <a16:creationId xmlns:a16="http://schemas.microsoft.com/office/drawing/2014/main" id="{4D787EA2-19D5-476D-2CA6-8C3307E23A99}"/>
                </a:ext>
              </a:extLst>
            </p:cNvPr>
            <p:cNvSpPr/>
            <p:nvPr/>
          </p:nvSpPr>
          <p:spPr>
            <a:xfrm>
              <a:off x="2158300" y="3561300"/>
              <a:ext cx="27675" cy="10950"/>
            </a:xfrm>
            <a:custGeom>
              <a:avLst/>
              <a:gdLst/>
              <a:ahLst/>
              <a:cxnLst/>
              <a:rect l="l" t="t" r="r" b="b"/>
              <a:pathLst>
                <a:path w="1107" h="438" extrusionOk="0">
                  <a:moveTo>
                    <a:pt x="129" y="1"/>
                  </a:moveTo>
                  <a:lnTo>
                    <a:pt x="51" y="52"/>
                  </a:lnTo>
                  <a:lnTo>
                    <a:pt x="26" y="129"/>
                  </a:lnTo>
                  <a:lnTo>
                    <a:pt x="0" y="206"/>
                  </a:lnTo>
                  <a:lnTo>
                    <a:pt x="26" y="283"/>
                  </a:lnTo>
                  <a:lnTo>
                    <a:pt x="51" y="361"/>
                  </a:lnTo>
                  <a:lnTo>
                    <a:pt x="129" y="412"/>
                  </a:lnTo>
                  <a:lnTo>
                    <a:pt x="206" y="438"/>
                  </a:lnTo>
                  <a:lnTo>
                    <a:pt x="900" y="438"/>
                  </a:lnTo>
                  <a:lnTo>
                    <a:pt x="978" y="412"/>
                  </a:lnTo>
                  <a:lnTo>
                    <a:pt x="1055" y="361"/>
                  </a:lnTo>
                  <a:lnTo>
                    <a:pt x="1106" y="283"/>
                  </a:lnTo>
                  <a:lnTo>
                    <a:pt x="1106" y="206"/>
                  </a:lnTo>
                  <a:lnTo>
                    <a:pt x="1106" y="129"/>
                  </a:lnTo>
                  <a:lnTo>
                    <a:pt x="1055" y="52"/>
                  </a:lnTo>
                  <a:lnTo>
                    <a:pt x="978"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367;p54">
              <a:extLst>
                <a:ext uri="{FF2B5EF4-FFF2-40B4-BE49-F238E27FC236}">
                  <a16:creationId xmlns:a16="http://schemas.microsoft.com/office/drawing/2014/main" id="{5D6B0AF6-8B97-7374-904D-2CF33B843EF3}"/>
                </a:ext>
              </a:extLst>
            </p:cNvPr>
            <p:cNvSpPr/>
            <p:nvPr/>
          </p:nvSpPr>
          <p:spPr>
            <a:xfrm>
              <a:off x="2213600" y="3561300"/>
              <a:ext cx="27675" cy="10950"/>
            </a:xfrm>
            <a:custGeom>
              <a:avLst/>
              <a:gdLst/>
              <a:ahLst/>
              <a:cxnLst/>
              <a:rect l="l" t="t" r="r" b="b"/>
              <a:pathLst>
                <a:path w="1107" h="438" extrusionOk="0">
                  <a:moveTo>
                    <a:pt x="129" y="1"/>
                  </a:moveTo>
                  <a:lnTo>
                    <a:pt x="52" y="52"/>
                  </a:lnTo>
                  <a:lnTo>
                    <a:pt x="0" y="129"/>
                  </a:lnTo>
                  <a:lnTo>
                    <a:pt x="0" y="206"/>
                  </a:lnTo>
                  <a:lnTo>
                    <a:pt x="0" y="283"/>
                  </a:lnTo>
                  <a:lnTo>
                    <a:pt x="52" y="361"/>
                  </a:lnTo>
                  <a:lnTo>
                    <a:pt x="129" y="412"/>
                  </a:lnTo>
                  <a:lnTo>
                    <a:pt x="206" y="438"/>
                  </a:lnTo>
                  <a:lnTo>
                    <a:pt x="900" y="438"/>
                  </a:lnTo>
                  <a:lnTo>
                    <a:pt x="978" y="412"/>
                  </a:lnTo>
                  <a:lnTo>
                    <a:pt x="1055" y="361"/>
                  </a:lnTo>
                  <a:lnTo>
                    <a:pt x="1081" y="283"/>
                  </a:lnTo>
                  <a:lnTo>
                    <a:pt x="1106" y="206"/>
                  </a:lnTo>
                  <a:lnTo>
                    <a:pt x="1081" y="129"/>
                  </a:lnTo>
                  <a:lnTo>
                    <a:pt x="1055" y="52"/>
                  </a:lnTo>
                  <a:lnTo>
                    <a:pt x="978"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368;p54">
              <a:extLst>
                <a:ext uri="{FF2B5EF4-FFF2-40B4-BE49-F238E27FC236}">
                  <a16:creationId xmlns:a16="http://schemas.microsoft.com/office/drawing/2014/main" id="{201D1B23-9008-4711-EC99-BBF2D80B3021}"/>
                </a:ext>
              </a:extLst>
            </p:cNvPr>
            <p:cNvSpPr/>
            <p:nvPr/>
          </p:nvSpPr>
          <p:spPr>
            <a:xfrm>
              <a:off x="2268250" y="3561300"/>
              <a:ext cx="28325" cy="10950"/>
            </a:xfrm>
            <a:custGeom>
              <a:avLst/>
              <a:gdLst/>
              <a:ahLst/>
              <a:cxnLst/>
              <a:rect l="l" t="t" r="r" b="b"/>
              <a:pathLst>
                <a:path w="1133" h="438" extrusionOk="0">
                  <a:moveTo>
                    <a:pt x="155" y="1"/>
                  </a:moveTo>
                  <a:lnTo>
                    <a:pt x="78" y="52"/>
                  </a:lnTo>
                  <a:lnTo>
                    <a:pt x="26" y="129"/>
                  </a:lnTo>
                  <a:lnTo>
                    <a:pt x="1" y="206"/>
                  </a:lnTo>
                  <a:lnTo>
                    <a:pt x="26" y="283"/>
                  </a:lnTo>
                  <a:lnTo>
                    <a:pt x="78" y="361"/>
                  </a:lnTo>
                  <a:lnTo>
                    <a:pt x="155" y="412"/>
                  </a:lnTo>
                  <a:lnTo>
                    <a:pt x="232" y="438"/>
                  </a:lnTo>
                  <a:lnTo>
                    <a:pt x="901" y="438"/>
                  </a:lnTo>
                  <a:lnTo>
                    <a:pt x="1004" y="412"/>
                  </a:lnTo>
                  <a:lnTo>
                    <a:pt x="1055" y="361"/>
                  </a:lnTo>
                  <a:lnTo>
                    <a:pt x="1107" y="283"/>
                  </a:lnTo>
                  <a:lnTo>
                    <a:pt x="1132" y="206"/>
                  </a:lnTo>
                  <a:lnTo>
                    <a:pt x="1107" y="129"/>
                  </a:lnTo>
                  <a:lnTo>
                    <a:pt x="1055" y="52"/>
                  </a:lnTo>
                  <a:lnTo>
                    <a:pt x="1004"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369;p54">
              <a:extLst>
                <a:ext uri="{FF2B5EF4-FFF2-40B4-BE49-F238E27FC236}">
                  <a16:creationId xmlns:a16="http://schemas.microsoft.com/office/drawing/2014/main" id="{AF32264F-0D56-4996-7541-E017C1B34A20}"/>
                </a:ext>
              </a:extLst>
            </p:cNvPr>
            <p:cNvSpPr/>
            <p:nvPr/>
          </p:nvSpPr>
          <p:spPr>
            <a:xfrm>
              <a:off x="2102975" y="3610825"/>
              <a:ext cx="28325" cy="10950"/>
            </a:xfrm>
            <a:custGeom>
              <a:avLst/>
              <a:gdLst/>
              <a:ahLst/>
              <a:cxnLst/>
              <a:rect l="l" t="t" r="r" b="b"/>
              <a:pathLst>
                <a:path w="1133" h="438" extrusionOk="0">
                  <a:moveTo>
                    <a:pt x="232" y="0"/>
                  </a:moveTo>
                  <a:lnTo>
                    <a:pt x="155" y="26"/>
                  </a:lnTo>
                  <a:lnTo>
                    <a:pt x="78" y="77"/>
                  </a:lnTo>
                  <a:lnTo>
                    <a:pt x="27" y="129"/>
                  </a:lnTo>
                  <a:lnTo>
                    <a:pt x="1" y="232"/>
                  </a:lnTo>
                  <a:lnTo>
                    <a:pt x="27" y="309"/>
                  </a:lnTo>
                  <a:lnTo>
                    <a:pt x="78" y="386"/>
                  </a:lnTo>
                  <a:lnTo>
                    <a:pt x="155" y="412"/>
                  </a:lnTo>
                  <a:lnTo>
                    <a:pt x="232" y="437"/>
                  </a:lnTo>
                  <a:lnTo>
                    <a:pt x="901" y="437"/>
                  </a:lnTo>
                  <a:lnTo>
                    <a:pt x="1004" y="412"/>
                  </a:lnTo>
                  <a:lnTo>
                    <a:pt x="1056" y="386"/>
                  </a:lnTo>
                  <a:lnTo>
                    <a:pt x="1107" y="309"/>
                  </a:lnTo>
                  <a:lnTo>
                    <a:pt x="1133" y="232"/>
                  </a:lnTo>
                  <a:lnTo>
                    <a:pt x="1107" y="129"/>
                  </a:lnTo>
                  <a:lnTo>
                    <a:pt x="1056" y="77"/>
                  </a:lnTo>
                  <a:lnTo>
                    <a:pt x="1004" y="26"/>
                  </a:lnTo>
                  <a:lnTo>
                    <a:pt x="901"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370;p54">
              <a:extLst>
                <a:ext uri="{FF2B5EF4-FFF2-40B4-BE49-F238E27FC236}">
                  <a16:creationId xmlns:a16="http://schemas.microsoft.com/office/drawing/2014/main" id="{B22275F7-C533-D103-A073-12B2029144D3}"/>
                </a:ext>
              </a:extLst>
            </p:cNvPr>
            <p:cNvSpPr/>
            <p:nvPr/>
          </p:nvSpPr>
          <p:spPr>
            <a:xfrm>
              <a:off x="2158300" y="3610825"/>
              <a:ext cx="27675" cy="10950"/>
            </a:xfrm>
            <a:custGeom>
              <a:avLst/>
              <a:gdLst/>
              <a:ahLst/>
              <a:cxnLst/>
              <a:rect l="l" t="t" r="r" b="b"/>
              <a:pathLst>
                <a:path w="1107" h="438" extrusionOk="0">
                  <a:moveTo>
                    <a:pt x="206" y="0"/>
                  </a:moveTo>
                  <a:lnTo>
                    <a:pt x="129" y="26"/>
                  </a:lnTo>
                  <a:lnTo>
                    <a:pt x="51" y="77"/>
                  </a:lnTo>
                  <a:lnTo>
                    <a:pt x="26" y="129"/>
                  </a:lnTo>
                  <a:lnTo>
                    <a:pt x="0" y="232"/>
                  </a:lnTo>
                  <a:lnTo>
                    <a:pt x="26" y="309"/>
                  </a:lnTo>
                  <a:lnTo>
                    <a:pt x="51" y="386"/>
                  </a:lnTo>
                  <a:lnTo>
                    <a:pt x="129" y="412"/>
                  </a:lnTo>
                  <a:lnTo>
                    <a:pt x="206" y="437"/>
                  </a:lnTo>
                  <a:lnTo>
                    <a:pt x="900" y="437"/>
                  </a:lnTo>
                  <a:lnTo>
                    <a:pt x="978" y="412"/>
                  </a:lnTo>
                  <a:lnTo>
                    <a:pt x="1055" y="386"/>
                  </a:lnTo>
                  <a:lnTo>
                    <a:pt x="1106" y="309"/>
                  </a:lnTo>
                  <a:lnTo>
                    <a:pt x="1106" y="232"/>
                  </a:lnTo>
                  <a:lnTo>
                    <a:pt x="1106" y="129"/>
                  </a:lnTo>
                  <a:lnTo>
                    <a:pt x="1055" y="77"/>
                  </a:lnTo>
                  <a:lnTo>
                    <a:pt x="978" y="26"/>
                  </a:lnTo>
                  <a:lnTo>
                    <a:pt x="90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371;p54">
              <a:extLst>
                <a:ext uri="{FF2B5EF4-FFF2-40B4-BE49-F238E27FC236}">
                  <a16:creationId xmlns:a16="http://schemas.microsoft.com/office/drawing/2014/main" id="{1D75ECC2-0764-B522-8E4F-31F981DFEBC7}"/>
                </a:ext>
              </a:extLst>
            </p:cNvPr>
            <p:cNvSpPr/>
            <p:nvPr/>
          </p:nvSpPr>
          <p:spPr>
            <a:xfrm>
              <a:off x="2213600" y="3610825"/>
              <a:ext cx="27675" cy="10950"/>
            </a:xfrm>
            <a:custGeom>
              <a:avLst/>
              <a:gdLst/>
              <a:ahLst/>
              <a:cxnLst/>
              <a:rect l="l" t="t" r="r" b="b"/>
              <a:pathLst>
                <a:path w="1107" h="438" extrusionOk="0">
                  <a:moveTo>
                    <a:pt x="206" y="0"/>
                  </a:moveTo>
                  <a:lnTo>
                    <a:pt x="129" y="26"/>
                  </a:lnTo>
                  <a:lnTo>
                    <a:pt x="52" y="77"/>
                  </a:lnTo>
                  <a:lnTo>
                    <a:pt x="0" y="129"/>
                  </a:lnTo>
                  <a:lnTo>
                    <a:pt x="0" y="232"/>
                  </a:lnTo>
                  <a:lnTo>
                    <a:pt x="0" y="309"/>
                  </a:lnTo>
                  <a:lnTo>
                    <a:pt x="52" y="386"/>
                  </a:lnTo>
                  <a:lnTo>
                    <a:pt x="129" y="412"/>
                  </a:lnTo>
                  <a:lnTo>
                    <a:pt x="206" y="437"/>
                  </a:lnTo>
                  <a:lnTo>
                    <a:pt x="900" y="437"/>
                  </a:lnTo>
                  <a:lnTo>
                    <a:pt x="978" y="412"/>
                  </a:lnTo>
                  <a:lnTo>
                    <a:pt x="1055" y="386"/>
                  </a:lnTo>
                  <a:lnTo>
                    <a:pt x="1081" y="309"/>
                  </a:lnTo>
                  <a:lnTo>
                    <a:pt x="1106" y="232"/>
                  </a:lnTo>
                  <a:lnTo>
                    <a:pt x="1081" y="129"/>
                  </a:lnTo>
                  <a:lnTo>
                    <a:pt x="1055" y="77"/>
                  </a:lnTo>
                  <a:lnTo>
                    <a:pt x="978" y="26"/>
                  </a:lnTo>
                  <a:lnTo>
                    <a:pt x="90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372;p54">
              <a:extLst>
                <a:ext uri="{FF2B5EF4-FFF2-40B4-BE49-F238E27FC236}">
                  <a16:creationId xmlns:a16="http://schemas.microsoft.com/office/drawing/2014/main" id="{3C430F04-81D2-2B67-D2AA-3BBAF8ADC6EA}"/>
                </a:ext>
              </a:extLst>
            </p:cNvPr>
            <p:cNvSpPr/>
            <p:nvPr/>
          </p:nvSpPr>
          <p:spPr>
            <a:xfrm>
              <a:off x="2268250" y="3610825"/>
              <a:ext cx="28325" cy="10950"/>
            </a:xfrm>
            <a:custGeom>
              <a:avLst/>
              <a:gdLst/>
              <a:ahLst/>
              <a:cxnLst/>
              <a:rect l="l" t="t" r="r" b="b"/>
              <a:pathLst>
                <a:path w="1133" h="438" extrusionOk="0">
                  <a:moveTo>
                    <a:pt x="232" y="0"/>
                  </a:moveTo>
                  <a:lnTo>
                    <a:pt x="155" y="26"/>
                  </a:lnTo>
                  <a:lnTo>
                    <a:pt x="78" y="77"/>
                  </a:lnTo>
                  <a:lnTo>
                    <a:pt x="26" y="129"/>
                  </a:lnTo>
                  <a:lnTo>
                    <a:pt x="1" y="232"/>
                  </a:lnTo>
                  <a:lnTo>
                    <a:pt x="26" y="309"/>
                  </a:lnTo>
                  <a:lnTo>
                    <a:pt x="78" y="386"/>
                  </a:lnTo>
                  <a:lnTo>
                    <a:pt x="155" y="412"/>
                  </a:lnTo>
                  <a:lnTo>
                    <a:pt x="232" y="437"/>
                  </a:lnTo>
                  <a:lnTo>
                    <a:pt x="901" y="437"/>
                  </a:lnTo>
                  <a:lnTo>
                    <a:pt x="1004" y="412"/>
                  </a:lnTo>
                  <a:lnTo>
                    <a:pt x="1055" y="386"/>
                  </a:lnTo>
                  <a:lnTo>
                    <a:pt x="1107" y="309"/>
                  </a:lnTo>
                  <a:lnTo>
                    <a:pt x="1132" y="232"/>
                  </a:lnTo>
                  <a:lnTo>
                    <a:pt x="1107" y="129"/>
                  </a:lnTo>
                  <a:lnTo>
                    <a:pt x="1055" y="77"/>
                  </a:lnTo>
                  <a:lnTo>
                    <a:pt x="1004" y="26"/>
                  </a:lnTo>
                  <a:lnTo>
                    <a:pt x="901"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373;p54">
              <a:extLst>
                <a:ext uri="{FF2B5EF4-FFF2-40B4-BE49-F238E27FC236}">
                  <a16:creationId xmlns:a16="http://schemas.microsoft.com/office/drawing/2014/main" id="{6ABE0F36-54BD-10AC-A733-9195344EC3FD}"/>
                </a:ext>
              </a:extLst>
            </p:cNvPr>
            <p:cNvSpPr/>
            <p:nvPr/>
          </p:nvSpPr>
          <p:spPr>
            <a:xfrm>
              <a:off x="2102975" y="3660325"/>
              <a:ext cx="28325" cy="10975"/>
            </a:xfrm>
            <a:custGeom>
              <a:avLst/>
              <a:gdLst/>
              <a:ahLst/>
              <a:cxnLst/>
              <a:rect l="l" t="t" r="r" b="b"/>
              <a:pathLst>
                <a:path w="1133" h="439" extrusionOk="0">
                  <a:moveTo>
                    <a:pt x="232" y="1"/>
                  </a:moveTo>
                  <a:lnTo>
                    <a:pt x="155" y="26"/>
                  </a:lnTo>
                  <a:lnTo>
                    <a:pt x="78" y="78"/>
                  </a:lnTo>
                  <a:lnTo>
                    <a:pt x="27" y="155"/>
                  </a:lnTo>
                  <a:lnTo>
                    <a:pt x="1" y="232"/>
                  </a:lnTo>
                  <a:lnTo>
                    <a:pt x="27" y="309"/>
                  </a:lnTo>
                  <a:lnTo>
                    <a:pt x="78" y="387"/>
                  </a:lnTo>
                  <a:lnTo>
                    <a:pt x="155" y="438"/>
                  </a:lnTo>
                  <a:lnTo>
                    <a:pt x="1004" y="438"/>
                  </a:lnTo>
                  <a:lnTo>
                    <a:pt x="1056" y="387"/>
                  </a:lnTo>
                  <a:lnTo>
                    <a:pt x="1107" y="309"/>
                  </a:lnTo>
                  <a:lnTo>
                    <a:pt x="1133" y="232"/>
                  </a:lnTo>
                  <a:lnTo>
                    <a:pt x="1107" y="155"/>
                  </a:lnTo>
                  <a:lnTo>
                    <a:pt x="1056" y="78"/>
                  </a:lnTo>
                  <a:lnTo>
                    <a:pt x="1004" y="26"/>
                  </a:lnTo>
                  <a:lnTo>
                    <a:pt x="901"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374;p54">
              <a:extLst>
                <a:ext uri="{FF2B5EF4-FFF2-40B4-BE49-F238E27FC236}">
                  <a16:creationId xmlns:a16="http://schemas.microsoft.com/office/drawing/2014/main" id="{3D33B009-346D-0B38-D8FD-1675C1EE2501}"/>
                </a:ext>
              </a:extLst>
            </p:cNvPr>
            <p:cNvSpPr/>
            <p:nvPr/>
          </p:nvSpPr>
          <p:spPr>
            <a:xfrm>
              <a:off x="2158300" y="3660325"/>
              <a:ext cx="27675" cy="10975"/>
            </a:xfrm>
            <a:custGeom>
              <a:avLst/>
              <a:gdLst/>
              <a:ahLst/>
              <a:cxnLst/>
              <a:rect l="l" t="t" r="r" b="b"/>
              <a:pathLst>
                <a:path w="1107" h="439" extrusionOk="0">
                  <a:moveTo>
                    <a:pt x="206" y="1"/>
                  </a:moveTo>
                  <a:lnTo>
                    <a:pt x="129" y="26"/>
                  </a:lnTo>
                  <a:lnTo>
                    <a:pt x="51" y="78"/>
                  </a:lnTo>
                  <a:lnTo>
                    <a:pt x="26" y="155"/>
                  </a:lnTo>
                  <a:lnTo>
                    <a:pt x="0" y="232"/>
                  </a:lnTo>
                  <a:lnTo>
                    <a:pt x="26" y="309"/>
                  </a:lnTo>
                  <a:lnTo>
                    <a:pt x="51" y="387"/>
                  </a:lnTo>
                  <a:lnTo>
                    <a:pt x="129" y="438"/>
                  </a:lnTo>
                  <a:lnTo>
                    <a:pt x="978" y="438"/>
                  </a:lnTo>
                  <a:lnTo>
                    <a:pt x="1055" y="387"/>
                  </a:lnTo>
                  <a:lnTo>
                    <a:pt x="1106" y="309"/>
                  </a:lnTo>
                  <a:lnTo>
                    <a:pt x="1106" y="232"/>
                  </a:lnTo>
                  <a:lnTo>
                    <a:pt x="1106" y="155"/>
                  </a:lnTo>
                  <a:lnTo>
                    <a:pt x="1055" y="78"/>
                  </a:lnTo>
                  <a:lnTo>
                    <a:pt x="978" y="26"/>
                  </a:lnTo>
                  <a:lnTo>
                    <a:pt x="900"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75;p54">
              <a:extLst>
                <a:ext uri="{FF2B5EF4-FFF2-40B4-BE49-F238E27FC236}">
                  <a16:creationId xmlns:a16="http://schemas.microsoft.com/office/drawing/2014/main" id="{A63523AE-3531-8F12-15B0-5421CF32429B}"/>
                </a:ext>
              </a:extLst>
            </p:cNvPr>
            <p:cNvSpPr/>
            <p:nvPr/>
          </p:nvSpPr>
          <p:spPr>
            <a:xfrm>
              <a:off x="2213600" y="3660325"/>
              <a:ext cx="27675" cy="10975"/>
            </a:xfrm>
            <a:custGeom>
              <a:avLst/>
              <a:gdLst/>
              <a:ahLst/>
              <a:cxnLst/>
              <a:rect l="l" t="t" r="r" b="b"/>
              <a:pathLst>
                <a:path w="1107" h="439" extrusionOk="0">
                  <a:moveTo>
                    <a:pt x="206" y="1"/>
                  </a:moveTo>
                  <a:lnTo>
                    <a:pt x="129" y="26"/>
                  </a:lnTo>
                  <a:lnTo>
                    <a:pt x="52" y="78"/>
                  </a:lnTo>
                  <a:lnTo>
                    <a:pt x="0" y="155"/>
                  </a:lnTo>
                  <a:lnTo>
                    <a:pt x="0" y="232"/>
                  </a:lnTo>
                  <a:lnTo>
                    <a:pt x="0" y="309"/>
                  </a:lnTo>
                  <a:lnTo>
                    <a:pt x="52" y="387"/>
                  </a:lnTo>
                  <a:lnTo>
                    <a:pt x="129" y="438"/>
                  </a:lnTo>
                  <a:lnTo>
                    <a:pt x="978" y="438"/>
                  </a:lnTo>
                  <a:lnTo>
                    <a:pt x="1055" y="387"/>
                  </a:lnTo>
                  <a:lnTo>
                    <a:pt x="1081" y="309"/>
                  </a:lnTo>
                  <a:lnTo>
                    <a:pt x="1106" y="232"/>
                  </a:lnTo>
                  <a:lnTo>
                    <a:pt x="1081" y="155"/>
                  </a:lnTo>
                  <a:lnTo>
                    <a:pt x="1055" y="78"/>
                  </a:lnTo>
                  <a:lnTo>
                    <a:pt x="978" y="26"/>
                  </a:lnTo>
                  <a:lnTo>
                    <a:pt x="900"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1" name="Google Shape;2240;p54">
            <a:extLst>
              <a:ext uri="{FF2B5EF4-FFF2-40B4-BE49-F238E27FC236}">
                <a16:creationId xmlns:a16="http://schemas.microsoft.com/office/drawing/2014/main" id="{567488CD-EA47-43CB-9243-77CA540CE391}"/>
              </a:ext>
            </a:extLst>
          </p:cNvPr>
          <p:cNvGrpSpPr/>
          <p:nvPr/>
        </p:nvGrpSpPr>
        <p:grpSpPr>
          <a:xfrm>
            <a:off x="4469090" y="5738019"/>
            <a:ext cx="361425" cy="372350"/>
            <a:chOff x="5497700" y="2514400"/>
            <a:chExt cx="361425" cy="372350"/>
          </a:xfrm>
        </p:grpSpPr>
        <p:sp>
          <p:nvSpPr>
            <p:cNvPr id="232" name="Google Shape;2241;p54">
              <a:extLst>
                <a:ext uri="{FF2B5EF4-FFF2-40B4-BE49-F238E27FC236}">
                  <a16:creationId xmlns:a16="http://schemas.microsoft.com/office/drawing/2014/main" id="{DC978560-A4E2-0EFF-D14E-A1A16AF97840}"/>
                </a:ext>
              </a:extLst>
            </p:cNvPr>
            <p:cNvSpPr/>
            <p:nvPr/>
          </p:nvSpPr>
          <p:spPr>
            <a:xfrm>
              <a:off x="5522125" y="2765850"/>
              <a:ext cx="49550" cy="49525"/>
            </a:xfrm>
            <a:custGeom>
              <a:avLst/>
              <a:gdLst/>
              <a:ahLst/>
              <a:cxnLst/>
              <a:rect l="l" t="t" r="r" b="b"/>
              <a:pathLst>
                <a:path w="1982" h="1981" extrusionOk="0">
                  <a:moveTo>
                    <a:pt x="1" y="0"/>
                  </a:moveTo>
                  <a:lnTo>
                    <a:pt x="1" y="1003"/>
                  </a:lnTo>
                  <a:lnTo>
                    <a:pt x="27" y="1183"/>
                  </a:lnTo>
                  <a:lnTo>
                    <a:pt x="78" y="1389"/>
                  </a:lnTo>
                  <a:lnTo>
                    <a:pt x="155" y="1543"/>
                  </a:lnTo>
                  <a:lnTo>
                    <a:pt x="284" y="1698"/>
                  </a:lnTo>
                  <a:lnTo>
                    <a:pt x="438" y="1801"/>
                  </a:lnTo>
                  <a:lnTo>
                    <a:pt x="592" y="1904"/>
                  </a:lnTo>
                  <a:lnTo>
                    <a:pt x="773" y="1955"/>
                  </a:lnTo>
                  <a:lnTo>
                    <a:pt x="978" y="1981"/>
                  </a:lnTo>
                  <a:lnTo>
                    <a:pt x="1184" y="1955"/>
                  </a:lnTo>
                  <a:lnTo>
                    <a:pt x="1364" y="1904"/>
                  </a:lnTo>
                  <a:lnTo>
                    <a:pt x="1544" y="1801"/>
                  </a:lnTo>
                  <a:lnTo>
                    <a:pt x="1673" y="1698"/>
                  </a:lnTo>
                  <a:lnTo>
                    <a:pt x="1801" y="1543"/>
                  </a:lnTo>
                  <a:lnTo>
                    <a:pt x="1904" y="1389"/>
                  </a:lnTo>
                  <a:lnTo>
                    <a:pt x="1956" y="1183"/>
                  </a:lnTo>
                  <a:lnTo>
                    <a:pt x="1981" y="1003"/>
                  </a:lnTo>
                  <a:lnTo>
                    <a:pt x="1981"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242;p54">
              <a:extLst>
                <a:ext uri="{FF2B5EF4-FFF2-40B4-BE49-F238E27FC236}">
                  <a16:creationId xmlns:a16="http://schemas.microsoft.com/office/drawing/2014/main" id="{50CEB761-763A-D15F-88DF-F1E3A55E3159}"/>
                </a:ext>
              </a:extLst>
            </p:cNvPr>
            <p:cNvSpPr/>
            <p:nvPr/>
          </p:nvSpPr>
          <p:spPr>
            <a:xfrm>
              <a:off x="5506700" y="2808925"/>
              <a:ext cx="79775" cy="72700"/>
            </a:xfrm>
            <a:custGeom>
              <a:avLst/>
              <a:gdLst/>
              <a:ahLst/>
              <a:cxnLst/>
              <a:rect l="l" t="t" r="r" b="b"/>
              <a:pathLst>
                <a:path w="3191" h="2908" extrusionOk="0">
                  <a:moveTo>
                    <a:pt x="1107" y="0"/>
                  </a:moveTo>
                  <a:lnTo>
                    <a:pt x="901" y="26"/>
                  </a:lnTo>
                  <a:lnTo>
                    <a:pt x="695" y="78"/>
                  </a:lnTo>
                  <a:lnTo>
                    <a:pt x="489" y="181"/>
                  </a:lnTo>
                  <a:lnTo>
                    <a:pt x="335" y="309"/>
                  </a:lnTo>
                  <a:lnTo>
                    <a:pt x="206" y="489"/>
                  </a:lnTo>
                  <a:lnTo>
                    <a:pt x="103" y="669"/>
                  </a:lnTo>
                  <a:lnTo>
                    <a:pt x="26" y="875"/>
                  </a:lnTo>
                  <a:lnTo>
                    <a:pt x="1" y="1107"/>
                  </a:lnTo>
                  <a:lnTo>
                    <a:pt x="1" y="2650"/>
                  </a:lnTo>
                  <a:lnTo>
                    <a:pt x="26" y="2753"/>
                  </a:lnTo>
                  <a:lnTo>
                    <a:pt x="78" y="2830"/>
                  </a:lnTo>
                  <a:lnTo>
                    <a:pt x="181" y="2881"/>
                  </a:lnTo>
                  <a:lnTo>
                    <a:pt x="283" y="2907"/>
                  </a:lnTo>
                  <a:lnTo>
                    <a:pt x="2933" y="2907"/>
                  </a:lnTo>
                  <a:lnTo>
                    <a:pt x="3036" y="2881"/>
                  </a:lnTo>
                  <a:lnTo>
                    <a:pt x="3113" y="2830"/>
                  </a:lnTo>
                  <a:lnTo>
                    <a:pt x="3164" y="2753"/>
                  </a:lnTo>
                  <a:lnTo>
                    <a:pt x="3190" y="2650"/>
                  </a:lnTo>
                  <a:lnTo>
                    <a:pt x="3190" y="1107"/>
                  </a:lnTo>
                  <a:lnTo>
                    <a:pt x="3164" y="875"/>
                  </a:lnTo>
                  <a:lnTo>
                    <a:pt x="3113" y="669"/>
                  </a:lnTo>
                  <a:lnTo>
                    <a:pt x="3010" y="489"/>
                  </a:lnTo>
                  <a:lnTo>
                    <a:pt x="2856" y="309"/>
                  </a:lnTo>
                  <a:lnTo>
                    <a:pt x="2701" y="181"/>
                  </a:lnTo>
                  <a:lnTo>
                    <a:pt x="2521" y="78"/>
                  </a:lnTo>
                  <a:lnTo>
                    <a:pt x="2316" y="26"/>
                  </a:lnTo>
                  <a:lnTo>
                    <a:pt x="2084"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243;p54">
              <a:extLst>
                <a:ext uri="{FF2B5EF4-FFF2-40B4-BE49-F238E27FC236}">
                  <a16:creationId xmlns:a16="http://schemas.microsoft.com/office/drawing/2014/main" id="{19B97652-0A37-1EB5-FAE7-4E974F69FFDE}"/>
                </a:ext>
              </a:extLst>
            </p:cNvPr>
            <p:cNvSpPr/>
            <p:nvPr/>
          </p:nvSpPr>
          <p:spPr>
            <a:xfrm>
              <a:off x="5544000" y="2808925"/>
              <a:ext cx="42475" cy="72700"/>
            </a:xfrm>
            <a:custGeom>
              <a:avLst/>
              <a:gdLst/>
              <a:ahLst/>
              <a:cxnLst/>
              <a:rect l="l" t="t" r="r" b="b"/>
              <a:pathLst>
                <a:path w="1699" h="2908" extrusionOk="0">
                  <a:moveTo>
                    <a:pt x="0" y="0"/>
                  </a:moveTo>
                  <a:lnTo>
                    <a:pt x="206" y="26"/>
                  </a:lnTo>
                  <a:lnTo>
                    <a:pt x="412" y="78"/>
                  </a:lnTo>
                  <a:lnTo>
                    <a:pt x="618" y="181"/>
                  </a:lnTo>
                  <a:lnTo>
                    <a:pt x="772" y="309"/>
                  </a:lnTo>
                  <a:lnTo>
                    <a:pt x="901" y="489"/>
                  </a:lnTo>
                  <a:lnTo>
                    <a:pt x="1004" y="669"/>
                  </a:lnTo>
                  <a:lnTo>
                    <a:pt x="1081" y="875"/>
                  </a:lnTo>
                  <a:lnTo>
                    <a:pt x="1106" y="1107"/>
                  </a:lnTo>
                  <a:lnTo>
                    <a:pt x="1106" y="2907"/>
                  </a:lnTo>
                  <a:lnTo>
                    <a:pt x="1441" y="2907"/>
                  </a:lnTo>
                  <a:lnTo>
                    <a:pt x="1544" y="2881"/>
                  </a:lnTo>
                  <a:lnTo>
                    <a:pt x="1621" y="2830"/>
                  </a:lnTo>
                  <a:lnTo>
                    <a:pt x="1672" y="2753"/>
                  </a:lnTo>
                  <a:lnTo>
                    <a:pt x="1698" y="2650"/>
                  </a:lnTo>
                  <a:lnTo>
                    <a:pt x="1698" y="1107"/>
                  </a:lnTo>
                  <a:lnTo>
                    <a:pt x="1672" y="875"/>
                  </a:lnTo>
                  <a:lnTo>
                    <a:pt x="1621" y="669"/>
                  </a:lnTo>
                  <a:lnTo>
                    <a:pt x="1518" y="489"/>
                  </a:lnTo>
                  <a:lnTo>
                    <a:pt x="1364" y="309"/>
                  </a:lnTo>
                  <a:lnTo>
                    <a:pt x="1209" y="181"/>
                  </a:lnTo>
                  <a:lnTo>
                    <a:pt x="1029" y="78"/>
                  </a:lnTo>
                  <a:lnTo>
                    <a:pt x="824" y="26"/>
                  </a:lnTo>
                  <a:lnTo>
                    <a:pt x="592"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244;p54">
              <a:extLst>
                <a:ext uri="{FF2B5EF4-FFF2-40B4-BE49-F238E27FC236}">
                  <a16:creationId xmlns:a16="http://schemas.microsoft.com/office/drawing/2014/main" id="{E820BD77-D252-2030-F9D4-FCD80A753FFD}"/>
                </a:ext>
              </a:extLst>
            </p:cNvPr>
            <p:cNvSpPr/>
            <p:nvPr/>
          </p:nvSpPr>
          <p:spPr>
            <a:xfrm>
              <a:off x="5509925" y="2725325"/>
              <a:ext cx="73975" cy="62400"/>
            </a:xfrm>
            <a:custGeom>
              <a:avLst/>
              <a:gdLst/>
              <a:ahLst/>
              <a:cxnLst/>
              <a:rect l="l" t="t" r="r" b="b"/>
              <a:pathLst>
                <a:path w="2959" h="2496" extrusionOk="0">
                  <a:moveTo>
                    <a:pt x="1158" y="1"/>
                  </a:moveTo>
                  <a:lnTo>
                    <a:pt x="926" y="26"/>
                  </a:lnTo>
                  <a:lnTo>
                    <a:pt x="695" y="78"/>
                  </a:lnTo>
                  <a:lnTo>
                    <a:pt x="515" y="206"/>
                  </a:lnTo>
                  <a:lnTo>
                    <a:pt x="335" y="335"/>
                  </a:lnTo>
                  <a:lnTo>
                    <a:pt x="180" y="515"/>
                  </a:lnTo>
                  <a:lnTo>
                    <a:pt x="77" y="721"/>
                  </a:lnTo>
                  <a:lnTo>
                    <a:pt x="26" y="927"/>
                  </a:lnTo>
                  <a:lnTo>
                    <a:pt x="0" y="1158"/>
                  </a:lnTo>
                  <a:lnTo>
                    <a:pt x="0" y="1750"/>
                  </a:lnTo>
                  <a:lnTo>
                    <a:pt x="26" y="1904"/>
                  </a:lnTo>
                  <a:lnTo>
                    <a:pt x="77" y="2058"/>
                  </a:lnTo>
                  <a:lnTo>
                    <a:pt x="206" y="2187"/>
                  </a:lnTo>
                  <a:lnTo>
                    <a:pt x="335" y="2264"/>
                  </a:lnTo>
                  <a:lnTo>
                    <a:pt x="617" y="2367"/>
                  </a:lnTo>
                  <a:lnTo>
                    <a:pt x="900" y="2444"/>
                  </a:lnTo>
                  <a:lnTo>
                    <a:pt x="1183" y="2496"/>
                  </a:lnTo>
                  <a:lnTo>
                    <a:pt x="1749" y="2496"/>
                  </a:lnTo>
                  <a:lnTo>
                    <a:pt x="2032" y="2444"/>
                  </a:lnTo>
                  <a:lnTo>
                    <a:pt x="2315" y="2367"/>
                  </a:lnTo>
                  <a:lnTo>
                    <a:pt x="2598" y="2264"/>
                  </a:lnTo>
                  <a:lnTo>
                    <a:pt x="2752" y="2187"/>
                  </a:lnTo>
                  <a:lnTo>
                    <a:pt x="2855" y="2058"/>
                  </a:lnTo>
                  <a:lnTo>
                    <a:pt x="2932" y="1904"/>
                  </a:lnTo>
                  <a:lnTo>
                    <a:pt x="2958" y="1750"/>
                  </a:lnTo>
                  <a:lnTo>
                    <a:pt x="2958" y="1158"/>
                  </a:lnTo>
                  <a:lnTo>
                    <a:pt x="2932" y="927"/>
                  </a:lnTo>
                  <a:lnTo>
                    <a:pt x="2855" y="721"/>
                  </a:lnTo>
                  <a:lnTo>
                    <a:pt x="2752" y="515"/>
                  </a:lnTo>
                  <a:lnTo>
                    <a:pt x="2598" y="335"/>
                  </a:lnTo>
                  <a:lnTo>
                    <a:pt x="2444" y="206"/>
                  </a:lnTo>
                  <a:lnTo>
                    <a:pt x="2238" y="78"/>
                  </a:lnTo>
                  <a:lnTo>
                    <a:pt x="2006" y="26"/>
                  </a:lnTo>
                  <a:lnTo>
                    <a:pt x="1775"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245;p54">
              <a:extLst>
                <a:ext uri="{FF2B5EF4-FFF2-40B4-BE49-F238E27FC236}">
                  <a16:creationId xmlns:a16="http://schemas.microsoft.com/office/drawing/2014/main" id="{AFF3D3EF-B887-94E5-49FD-B6752CA2A513}"/>
                </a:ext>
              </a:extLst>
            </p:cNvPr>
            <p:cNvSpPr/>
            <p:nvPr/>
          </p:nvSpPr>
          <p:spPr>
            <a:xfrm>
              <a:off x="5538200" y="2725325"/>
              <a:ext cx="45700" cy="62400"/>
            </a:xfrm>
            <a:custGeom>
              <a:avLst/>
              <a:gdLst/>
              <a:ahLst/>
              <a:cxnLst/>
              <a:rect l="l" t="t" r="r" b="b"/>
              <a:pathLst>
                <a:path w="1828" h="2496" extrusionOk="0">
                  <a:moveTo>
                    <a:pt x="1" y="1"/>
                  </a:moveTo>
                  <a:lnTo>
                    <a:pt x="232" y="26"/>
                  </a:lnTo>
                  <a:lnTo>
                    <a:pt x="464" y="103"/>
                  </a:lnTo>
                  <a:lnTo>
                    <a:pt x="644" y="206"/>
                  </a:lnTo>
                  <a:lnTo>
                    <a:pt x="824" y="361"/>
                  </a:lnTo>
                  <a:lnTo>
                    <a:pt x="953" y="515"/>
                  </a:lnTo>
                  <a:lnTo>
                    <a:pt x="1056" y="721"/>
                  </a:lnTo>
                  <a:lnTo>
                    <a:pt x="1133" y="927"/>
                  </a:lnTo>
                  <a:lnTo>
                    <a:pt x="1158" y="1158"/>
                  </a:lnTo>
                  <a:lnTo>
                    <a:pt x="1158" y="1750"/>
                  </a:lnTo>
                  <a:lnTo>
                    <a:pt x="1133" y="1904"/>
                  </a:lnTo>
                  <a:lnTo>
                    <a:pt x="1056" y="2058"/>
                  </a:lnTo>
                  <a:lnTo>
                    <a:pt x="953" y="2187"/>
                  </a:lnTo>
                  <a:lnTo>
                    <a:pt x="798" y="2264"/>
                  </a:lnTo>
                  <a:lnTo>
                    <a:pt x="412" y="2393"/>
                  </a:lnTo>
                  <a:lnTo>
                    <a:pt x="1" y="2470"/>
                  </a:lnTo>
                  <a:lnTo>
                    <a:pt x="361" y="2496"/>
                  </a:lnTo>
                  <a:lnTo>
                    <a:pt x="747" y="2470"/>
                  </a:lnTo>
                  <a:lnTo>
                    <a:pt x="1107" y="2393"/>
                  </a:lnTo>
                  <a:lnTo>
                    <a:pt x="1467" y="2264"/>
                  </a:lnTo>
                  <a:lnTo>
                    <a:pt x="1621" y="2187"/>
                  </a:lnTo>
                  <a:lnTo>
                    <a:pt x="1724" y="2058"/>
                  </a:lnTo>
                  <a:lnTo>
                    <a:pt x="1801" y="1904"/>
                  </a:lnTo>
                  <a:lnTo>
                    <a:pt x="1827" y="1750"/>
                  </a:lnTo>
                  <a:lnTo>
                    <a:pt x="1827" y="1158"/>
                  </a:lnTo>
                  <a:lnTo>
                    <a:pt x="1801" y="927"/>
                  </a:lnTo>
                  <a:lnTo>
                    <a:pt x="1724" y="721"/>
                  </a:lnTo>
                  <a:lnTo>
                    <a:pt x="1621" y="515"/>
                  </a:lnTo>
                  <a:lnTo>
                    <a:pt x="1467" y="335"/>
                  </a:lnTo>
                  <a:lnTo>
                    <a:pt x="1313" y="206"/>
                  </a:lnTo>
                  <a:lnTo>
                    <a:pt x="1107" y="78"/>
                  </a:lnTo>
                  <a:lnTo>
                    <a:pt x="875" y="26"/>
                  </a:lnTo>
                  <a:lnTo>
                    <a:pt x="644"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246;p54">
              <a:extLst>
                <a:ext uri="{FF2B5EF4-FFF2-40B4-BE49-F238E27FC236}">
                  <a16:creationId xmlns:a16="http://schemas.microsoft.com/office/drawing/2014/main" id="{8B1616F3-699A-8587-F4A1-04B1E2C6D9EE}"/>
                </a:ext>
              </a:extLst>
            </p:cNvPr>
            <p:cNvSpPr/>
            <p:nvPr/>
          </p:nvSpPr>
          <p:spPr>
            <a:xfrm>
              <a:off x="5652675" y="2765850"/>
              <a:ext cx="49550" cy="49525"/>
            </a:xfrm>
            <a:custGeom>
              <a:avLst/>
              <a:gdLst/>
              <a:ahLst/>
              <a:cxnLst/>
              <a:rect l="l" t="t" r="r" b="b"/>
              <a:pathLst>
                <a:path w="1982" h="1981" extrusionOk="0">
                  <a:moveTo>
                    <a:pt x="1" y="0"/>
                  </a:moveTo>
                  <a:lnTo>
                    <a:pt x="1" y="1003"/>
                  </a:lnTo>
                  <a:lnTo>
                    <a:pt x="26" y="1183"/>
                  </a:lnTo>
                  <a:lnTo>
                    <a:pt x="78" y="1389"/>
                  </a:lnTo>
                  <a:lnTo>
                    <a:pt x="181" y="1543"/>
                  </a:lnTo>
                  <a:lnTo>
                    <a:pt x="283" y="1698"/>
                  </a:lnTo>
                  <a:lnTo>
                    <a:pt x="438" y="1801"/>
                  </a:lnTo>
                  <a:lnTo>
                    <a:pt x="618" y="1904"/>
                  </a:lnTo>
                  <a:lnTo>
                    <a:pt x="798" y="1955"/>
                  </a:lnTo>
                  <a:lnTo>
                    <a:pt x="1004" y="1981"/>
                  </a:lnTo>
                  <a:lnTo>
                    <a:pt x="1184" y="1955"/>
                  </a:lnTo>
                  <a:lnTo>
                    <a:pt x="1364" y="1904"/>
                  </a:lnTo>
                  <a:lnTo>
                    <a:pt x="1544" y="1801"/>
                  </a:lnTo>
                  <a:lnTo>
                    <a:pt x="1698" y="1698"/>
                  </a:lnTo>
                  <a:lnTo>
                    <a:pt x="1801" y="1543"/>
                  </a:lnTo>
                  <a:lnTo>
                    <a:pt x="1904" y="1389"/>
                  </a:lnTo>
                  <a:lnTo>
                    <a:pt x="1955" y="1183"/>
                  </a:lnTo>
                  <a:lnTo>
                    <a:pt x="1981" y="1003"/>
                  </a:lnTo>
                  <a:lnTo>
                    <a:pt x="1981"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247;p54">
              <a:extLst>
                <a:ext uri="{FF2B5EF4-FFF2-40B4-BE49-F238E27FC236}">
                  <a16:creationId xmlns:a16="http://schemas.microsoft.com/office/drawing/2014/main" id="{9EE08CFE-A321-D397-4E12-1BF55B1A92FA}"/>
                </a:ext>
              </a:extLst>
            </p:cNvPr>
            <p:cNvSpPr/>
            <p:nvPr/>
          </p:nvSpPr>
          <p:spPr>
            <a:xfrm>
              <a:off x="5637875" y="2808925"/>
              <a:ext cx="79125" cy="72700"/>
            </a:xfrm>
            <a:custGeom>
              <a:avLst/>
              <a:gdLst/>
              <a:ahLst/>
              <a:cxnLst/>
              <a:rect l="l" t="t" r="r" b="b"/>
              <a:pathLst>
                <a:path w="3165" h="2908" extrusionOk="0">
                  <a:moveTo>
                    <a:pt x="1107" y="0"/>
                  </a:moveTo>
                  <a:lnTo>
                    <a:pt x="875" y="26"/>
                  </a:lnTo>
                  <a:lnTo>
                    <a:pt x="670" y="78"/>
                  </a:lnTo>
                  <a:lnTo>
                    <a:pt x="490" y="181"/>
                  </a:lnTo>
                  <a:lnTo>
                    <a:pt x="310" y="309"/>
                  </a:lnTo>
                  <a:lnTo>
                    <a:pt x="181" y="489"/>
                  </a:lnTo>
                  <a:lnTo>
                    <a:pt x="78" y="669"/>
                  </a:lnTo>
                  <a:lnTo>
                    <a:pt x="27" y="875"/>
                  </a:lnTo>
                  <a:lnTo>
                    <a:pt x="1" y="1107"/>
                  </a:lnTo>
                  <a:lnTo>
                    <a:pt x="1" y="2650"/>
                  </a:lnTo>
                  <a:lnTo>
                    <a:pt x="27" y="2753"/>
                  </a:lnTo>
                  <a:lnTo>
                    <a:pt x="78" y="2830"/>
                  </a:lnTo>
                  <a:lnTo>
                    <a:pt x="155" y="2881"/>
                  </a:lnTo>
                  <a:lnTo>
                    <a:pt x="258" y="2907"/>
                  </a:lnTo>
                  <a:lnTo>
                    <a:pt x="2933" y="2907"/>
                  </a:lnTo>
                  <a:lnTo>
                    <a:pt x="3010" y="2881"/>
                  </a:lnTo>
                  <a:lnTo>
                    <a:pt x="3088" y="2830"/>
                  </a:lnTo>
                  <a:lnTo>
                    <a:pt x="3165" y="2753"/>
                  </a:lnTo>
                  <a:lnTo>
                    <a:pt x="3165" y="2650"/>
                  </a:lnTo>
                  <a:lnTo>
                    <a:pt x="3165" y="1107"/>
                  </a:lnTo>
                  <a:lnTo>
                    <a:pt x="3139" y="875"/>
                  </a:lnTo>
                  <a:lnTo>
                    <a:pt x="3088" y="669"/>
                  </a:lnTo>
                  <a:lnTo>
                    <a:pt x="2985" y="489"/>
                  </a:lnTo>
                  <a:lnTo>
                    <a:pt x="2856" y="309"/>
                  </a:lnTo>
                  <a:lnTo>
                    <a:pt x="2676" y="181"/>
                  </a:lnTo>
                  <a:lnTo>
                    <a:pt x="2496" y="78"/>
                  </a:lnTo>
                  <a:lnTo>
                    <a:pt x="2290" y="26"/>
                  </a:lnTo>
                  <a:lnTo>
                    <a:pt x="2059"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248;p54">
              <a:extLst>
                <a:ext uri="{FF2B5EF4-FFF2-40B4-BE49-F238E27FC236}">
                  <a16:creationId xmlns:a16="http://schemas.microsoft.com/office/drawing/2014/main" id="{B485484C-B4D3-DE13-4EB6-CE212B6A638B}"/>
                </a:ext>
              </a:extLst>
            </p:cNvPr>
            <p:cNvSpPr/>
            <p:nvPr/>
          </p:nvSpPr>
          <p:spPr>
            <a:xfrm>
              <a:off x="5674550" y="2808925"/>
              <a:ext cx="42450" cy="72700"/>
            </a:xfrm>
            <a:custGeom>
              <a:avLst/>
              <a:gdLst/>
              <a:ahLst/>
              <a:cxnLst/>
              <a:rect l="l" t="t" r="r" b="b"/>
              <a:pathLst>
                <a:path w="1698" h="2908" extrusionOk="0">
                  <a:moveTo>
                    <a:pt x="0" y="0"/>
                  </a:moveTo>
                  <a:lnTo>
                    <a:pt x="232" y="26"/>
                  </a:lnTo>
                  <a:lnTo>
                    <a:pt x="437" y="78"/>
                  </a:lnTo>
                  <a:lnTo>
                    <a:pt x="617" y="181"/>
                  </a:lnTo>
                  <a:lnTo>
                    <a:pt x="772" y="309"/>
                  </a:lnTo>
                  <a:lnTo>
                    <a:pt x="926" y="489"/>
                  </a:lnTo>
                  <a:lnTo>
                    <a:pt x="1029" y="669"/>
                  </a:lnTo>
                  <a:lnTo>
                    <a:pt x="1080" y="875"/>
                  </a:lnTo>
                  <a:lnTo>
                    <a:pt x="1106" y="1107"/>
                  </a:lnTo>
                  <a:lnTo>
                    <a:pt x="1106" y="2907"/>
                  </a:lnTo>
                  <a:lnTo>
                    <a:pt x="1466" y="2907"/>
                  </a:lnTo>
                  <a:lnTo>
                    <a:pt x="1543" y="2881"/>
                  </a:lnTo>
                  <a:lnTo>
                    <a:pt x="1621" y="2830"/>
                  </a:lnTo>
                  <a:lnTo>
                    <a:pt x="1698" y="2753"/>
                  </a:lnTo>
                  <a:lnTo>
                    <a:pt x="1698" y="2650"/>
                  </a:lnTo>
                  <a:lnTo>
                    <a:pt x="1698" y="1107"/>
                  </a:lnTo>
                  <a:lnTo>
                    <a:pt x="1672" y="875"/>
                  </a:lnTo>
                  <a:lnTo>
                    <a:pt x="1621" y="669"/>
                  </a:lnTo>
                  <a:lnTo>
                    <a:pt x="1518" y="489"/>
                  </a:lnTo>
                  <a:lnTo>
                    <a:pt x="1389" y="309"/>
                  </a:lnTo>
                  <a:lnTo>
                    <a:pt x="1209" y="181"/>
                  </a:lnTo>
                  <a:lnTo>
                    <a:pt x="1029" y="78"/>
                  </a:lnTo>
                  <a:lnTo>
                    <a:pt x="823" y="26"/>
                  </a:lnTo>
                  <a:lnTo>
                    <a:pt x="592"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249;p54">
              <a:extLst>
                <a:ext uri="{FF2B5EF4-FFF2-40B4-BE49-F238E27FC236}">
                  <a16:creationId xmlns:a16="http://schemas.microsoft.com/office/drawing/2014/main" id="{CD35C741-753A-8466-E57D-4F1C4BCD6065}"/>
                </a:ext>
              </a:extLst>
            </p:cNvPr>
            <p:cNvSpPr/>
            <p:nvPr/>
          </p:nvSpPr>
          <p:spPr>
            <a:xfrm>
              <a:off x="5640450" y="2725325"/>
              <a:ext cx="73975" cy="62400"/>
            </a:xfrm>
            <a:custGeom>
              <a:avLst/>
              <a:gdLst/>
              <a:ahLst/>
              <a:cxnLst/>
              <a:rect l="l" t="t" r="r" b="b"/>
              <a:pathLst>
                <a:path w="2959" h="2496" extrusionOk="0">
                  <a:moveTo>
                    <a:pt x="1158" y="1"/>
                  </a:moveTo>
                  <a:lnTo>
                    <a:pt x="927" y="26"/>
                  </a:lnTo>
                  <a:lnTo>
                    <a:pt x="721" y="78"/>
                  </a:lnTo>
                  <a:lnTo>
                    <a:pt x="515" y="206"/>
                  </a:lnTo>
                  <a:lnTo>
                    <a:pt x="335" y="335"/>
                  </a:lnTo>
                  <a:lnTo>
                    <a:pt x="207" y="515"/>
                  </a:lnTo>
                  <a:lnTo>
                    <a:pt x="104" y="721"/>
                  </a:lnTo>
                  <a:lnTo>
                    <a:pt x="27" y="927"/>
                  </a:lnTo>
                  <a:lnTo>
                    <a:pt x="1" y="1158"/>
                  </a:lnTo>
                  <a:lnTo>
                    <a:pt x="1" y="1750"/>
                  </a:lnTo>
                  <a:lnTo>
                    <a:pt x="27" y="1904"/>
                  </a:lnTo>
                  <a:lnTo>
                    <a:pt x="104" y="2058"/>
                  </a:lnTo>
                  <a:lnTo>
                    <a:pt x="207" y="2187"/>
                  </a:lnTo>
                  <a:lnTo>
                    <a:pt x="361" y="2264"/>
                  </a:lnTo>
                  <a:lnTo>
                    <a:pt x="644" y="2367"/>
                  </a:lnTo>
                  <a:lnTo>
                    <a:pt x="927" y="2444"/>
                  </a:lnTo>
                  <a:lnTo>
                    <a:pt x="1210" y="2496"/>
                  </a:lnTo>
                  <a:lnTo>
                    <a:pt x="1776" y="2496"/>
                  </a:lnTo>
                  <a:lnTo>
                    <a:pt x="2059" y="2444"/>
                  </a:lnTo>
                  <a:lnTo>
                    <a:pt x="2316" y="2367"/>
                  </a:lnTo>
                  <a:lnTo>
                    <a:pt x="2599" y="2264"/>
                  </a:lnTo>
                  <a:lnTo>
                    <a:pt x="2753" y="2187"/>
                  </a:lnTo>
                  <a:lnTo>
                    <a:pt x="2856" y="2058"/>
                  </a:lnTo>
                  <a:lnTo>
                    <a:pt x="2933" y="1904"/>
                  </a:lnTo>
                  <a:lnTo>
                    <a:pt x="2959" y="1750"/>
                  </a:lnTo>
                  <a:lnTo>
                    <a:pt x="2959" y="1158"/>
                  </a:lnTo>
                  <a:lnTo>
                    <a:pt x="2933" y="927"/>
                  </a:lnTo>
                  <a:lnTo>
                    <a:pt x="2882" y="721"/>
                  </a:lnTo>
                  <a:lnTo>
                    <a:pt x="2753" y="515"/>
                  </a:lnTo>
                  <a:lnTo>
                    <a:pt x="2624" y="335"/>
                  </a:lnTo>
                  <a:lnTo>
                    <a:pt x="2444" y="206"/>
                  </a:lnTo>
                  <a:lnTo>
                    <a:pt x="2239" y="78"/>
                  </a:lnTo>
                  <a:lnTo>
                    <a:pt x="2033" y="26"/>
                  </a:lnTo>
                  <a:lnTo>
                    <a:pt x="1801"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250;p54">
              <a:extLst>
                <a:ext uri="{FF2B5EF4-FFF2-40B4-BE49-F238E27FC236}">
                  <a16:creationId xmlns:a16="http://schemas.microsoft.com/office/drawing/2014/main" id="{D7651233-2024-2987-72C1-DBD408731303}"/>
                </a:ext>
              </a:extLst>
            </p:cNvPr>
            <p:cNvSpPr/>
            <p:nvPr/>
          </p:nvSpPr>
          <p:spPr>
            <a:xfrm>
              <a:off x="5669400" y="2725325"/>
              <a:ext cx="45025" cy="62400"/>
            </a:xfrm>
            <a:custGeom>
              <a:avLst/>
              <a:gdLst/>
              <a:ahLst/>
              <a:cxnLst/>
              <a:rect l="l" t="t" r="r" b="b"/>
              <a:pathLst>
                <a:path w="1801" h="2496" extrusionOk="0">
                  <a:moveTo>
                    <a:pt x="0" y="1"/>
                  </a:moveTo>
                  <a:lnTo>
                    <a:pt x="232" y="26"/>
                  </a:lnTo>
                  <a:lnTo>
                    <a:pt x="438" y="103"/>
                  </a:lnTo>
                  <a:lnTo>
                    <a:pt x="643" y="206"/>
                  </a:lnTo>
                  <a:lnTo>
                    <a:pt x="798" y="361"/>
                  </a:lnTo>
                  <a:lnTo>
                    <a:pt x="952" y="515"/>
                  </a:lnTo>
                  <a:lnTo>
                    <a:pt x="1055" y="721"/>
                  </a:lnTo>
                  <a:lnTo>
                    <a:pt x="1106" y="927"/>
                  </a:lnTo>
                  <a:lnTo>
                    <a:pt x="1132" y="1158"/>
                  </a:lnTo>
                  <a:lnTo>
                    <a:pt x="1132" y="1750"/>
                  </a:lnTo>
                  <a:lnTo>
                    <a:pt x="1106" y="1904"/>
                  </a:lnTo>
                  <a:lnTo>
                    <a:pt x="1029" y="2058"/>
                  </a:lnTo>
                  <a:lnTo>
                    <a:pt x="926" y="2187"/>
                  </a:lnTo>
                  <a:lnTo>
                    <a:pt x="798" y="2264"/>
                  </a:lnTo>
                  <a:lnTo>
                    <a:pt x="386" y="2393"/>
                  </a:lnTo>
                  <a:lnTo>
                    <a:pt x="0" y="2470"/>
                  </a:lnTo>
                  <a:lnTo>
                    <a:pt x="360" y="2496"/>
                  </a:lnTo>
                  <a:lnTo>
                    <a:pt x="721" y="2470"/>
                  </a:lnTo>
                  <a:lnTo>
                    <a:pt x="1081" y="2393"/>
                  </a:lnTo>
                  <a:lnTo>
                    <a:pt x="1441" y="2264"/>
                  </a:lnTo>
                  <a:lnTo>
                    <a:pt x="1595" y="2187"/>
                  </a:lnTo>
                  <a:lnTo>
                    <a:pt x="1698" y="2058"/>
                  </a:lnTo>
                  <a:lnTo>
                    <a:pt x="1775" y="1904"/>
                  </a:lnTo>
                  <a:lnTo>
                    <a:pt x="1801" y="1750"/>
                  </a:lnTo>
                  <a:lnTo>
                    <a:pt x="1801" y="1158"/>
                  </a:lnTo>
                  <a:lnTo>
                    <a:pt x="1775" y="927"/>
                  </a:lnTo>
                  <a:lnTo>
                    <a:pt x="1724" y="721"/>
                  </a:lnTo>
                  <a:lnTo>
                    <a:pt x="1595" y="515"/>
                  </a:lnTo>
                  <a:lnTo>
                    <a:pt x="1466" y="335"/>
                  </a:lnTo>
                  <a:lnTo>
                    <a:pt x="1286" y="206"/>
                  </a:lnTo>
                  <a:lnTo>
                    <a:pt x="1081" y="78"/>
                  </a:lnTo>
                  <a:lnTo>
                    <a:pt x="875" y="26"/>
                  </a:lnTo>
                  <a:lnTo>
                    <a:pt x="643"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251;p54">
              <a:extLst>
                <a:ext uri="{FF2B5EF4-FFF2-40B4-BE49-F238E27FC236}">
                  <a16:creationId xmlns:a16="http://schemas.microsoft.com/office/drawing/2014/main" id="{97429D81-A142-B799-2B8C-18458B24619A}"/>
                </a:ext>
              </a:extLst>
            </p:cNvPr>
            <p:cNvSpPr/>
            <p:nvPr/>
          </p:nvSpPr>
          <p:spPr>
            <a:xfrm>
              <a:off x="5783850" y="2765850"/>
              <a:ext cx="48900" cy="49525"/>
            </a:xfrm>
            <a:custGeom>
              <a:avLst/>
              <a:gdLst/>
              <a:ahLst/>
              <a:cxnLst/>
              <a:rect l="l" t="t" r="r" b="b"/>
              <a:pathLst>
                <a:path w="1956" h="1981" extrusionOk="0">
                  <a:moveTo>
                    <a:pt x="1" y="0"/>
                  </a:moveTo>
                  <a:lnTo>
                    <a:pt x="1" y="1003"/>
                  </a:lnTo>
                  <a:lnTo>
                    <a:pt x="1" y="1183"/>
                  </a:lnTo>
                  <a:lnTo>
                    <a:pt x="78" y="1389"/>
                  </a:lnTo>
                  <a:lnTo>
                    <a:pt x="155" y="1543"/>
                  </a:lnTo>
                  <a:lnTo>
                    <a:pt x="284" y="1698"/>
                  </a:lnTo>
                  <a:lnTo>
                    <a:pt x="412" y="1801"/>
                  </a:lnTo>
                  <a:lnTo>
                    <a:pt x="592" y="1904"/>
                  </a:lnTo>
                  <a:lnTo>
                    <a:pt x="773" y="1955"/>
                  </a:lnTo>
                  <a:lnTo>
                    <a:pt x="978" y="1981"/>
                  </a:lnTo>
                  <a:lnTo>
                    <a:pt x="1184" y="1955"/>
                  </a:lnTo>
                  <a:lnTo>
                    <a:pt x="1364" y="1904"/>
                  </a:lnTo>
                  <a:lnTo>
                    <a:pt x="1518" y="1801"/>
                  </a:lnTo>
                  <a:lnTo>
                    <a:pt x="1673" y="1698"/>
                  </a:lnTo>
                  <a:lnTo>
                    <a:pt x="1801" y="1543"/>
                  </a:lnTo>
                  <a:lnTo>
                    <a:pt x="1879" y="1389"/>
                  </a:lnTo>
                  <a:lnTo>
                    <a:pt x="1956" y="1183"/>
                  </a:lnTo>
                  <a:lnTo>
                    <a:pt x="1956" y="1003"/>
                  </a:lnTo>
                  <a:lnTo>
                    <a:pt x="1956"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252;p54">
              <a:extLst>
                <a:ext uri="{FF2B5EF4-FFF2-40B4-BE49-F238E27FC236}">
                  <a16:creationId xmlns:a16="http://schemas.microsoft.com/office/drawing/2014/main" id="{4CFF8F81-E197-0EEA-1D86-370730AA34A8}"/>
                </a:ext>
              </a:extLst>
            </p:cNvPr>
            <p:cNvSpPr/>
            <p:nvPr/>
          </p:nvSpPr>
          <p:spPr>
            <a:xfrm>
              <a:off x="5768425" y="2808925"/>
              <a:ext cx="79775" cy="72700"/>
            </a:xfrm>
            <a:custGeom>
              <a:avLst/>
              <a:gdLst/>
              <a:ahLst/>
              <a:cxnLst/>
              <a:rect l="l" t="t" r="r" b="b"/>
              <a:pathLst>
                <a:path w="3191" h="2908" extrusionOk="0">
                  <a:moveTo>
                    <a:pt x="1107" y="0"/>
                  </a:moveTo>
                  <a:lnTo>
                    <a:pt x="875" y="26"/>
                  </a:lnTo>
                  <a:lnTo>
                    <a:pt x="669" y="78"/>
                  </a:lnTo>
                  <a:lnTo>
                    <a:pt x="489" y="181"/>
                  </a:lnTo>
                  <a:lnTo>
                    <a:pt x="335" y="309"/>
                  </a:lnTo>
                  <a:lnTo>
                    <a:pt x="181" y="489"/>
                  </a:lnTo>
                  <a:lnTo>
                    <a:pt x="103" y="669"/>
                  </a:lnTo>
                  <a:lnTo>
                    <a:pt x="26" y="875"/>
                  </a:lnTo>
                  <a:lnTo>
                    <a:pt x="1" y="1107"/>
                  </a:lnTo>
                  <a:lnTo>
                    <a:pt x="1" y="2650"/>
                  </a:lnTo>
                  <a:lnTo>
                    <a:pt x="26" y="2753"/>
                  </a:lnTo>
                  <a:lnTo>
                    <a:pt x="78" y="2830"/>
                  </a:lnTo>
                  <a:lnTo>
                    <a:pt x="155" y="2881"/>
                  </a:lnTo>
                  <a:lnTo>
                    <a:pt x="258" y="2907"/>
                  </a:lnTo>
                  <a:lnTo>
                    <a:pt x="2933" y="2907"/>
                  </a:lnTo>
                  <a:lnTo>
                    <a:pt x="3036" y="2881"/>
                  </a:lnTo>
                  <a:lnTo>
                    <a:pt x="3113" y="2830"/>
                  </a:lnTo>
                  <a:lnTo>
                    <a:pt x="3164" y="2753"/>
                  </a:lnTo>
                  <a:lnTo>
                    <a:pt x="3190" y="2650"/>
                  </a:lnTo>
                  <a:lnTo>
                    <a:pt x="3190" y="1107"/>
                  </a:lnTo>
                  <a:lnTo>
                    <a:pt x="3164" y="875"/>
                  </a:lnTo>
                  <a:lnTo>
                    <a:pt x="3087" y="669"/>
                  </a:lnTo>
                  <a:lnTo>
                    <a:pt x="2984" y="489"/>
                  </a:lnTo>
                  <a:lnTo>
                    <a:pt x="2856" y="309"/>
                  </a:lnTo>
                  <a:lnTo>
                    <a:pt x="2701" y="181"/>
                  </a:lnTo>
                  <a:lnTo>
                    <a:pt x="2521" y="78"/>
                  </a:lnTo>
                  <a:lnTo>
                    <a:pt x="2316" y="26"/>
                  </a:lnTo>
                  <a:lnTo>
                    <a:pt x="2084"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253;p54">
              <a:extLst>
                <a:ext uri="{FF2B5EF4-FFF2-40B4-BE49-F238E27FC236}">
                  <a16:creationId xmlns:a16="http://schemas.microsoft.com/office/drawing/2014/main" id="{4CCF8E9C-F19E-2FF0-3E1B-FA392F606E65}"/>
                </a:ext>
              </a:extLst>
            </p:cNvPr>
            <p:cNvSpPr/>
            <p:nvPr/>
          </p:nvSpPr>
          <p:spPr>
            <a:xfrm>
              <a:off x="5805075" y="2808925"/>
              <a:ext cx="43125" cy="72700"/>
            </a:xfrm>
            <a:custGeom>
              <a:avLst/>
              <a:gdLst/>
              <a:ahLst/>
              <a:cxnLst/>
              <a:rect l="l" t="t" r="r" b="b"/>
              <a:pathLst>
                <a:path w="1725" h="2908" extrusionOk="0">
                  <a:moveTo>
                    <a:pt x="1" y="0"/>
                  </a:moveTo>
                  <a:lnTo>
                    <a:pt x="232" y="26"/>
                  </a:lnTo>
                  <a:lnTo>
                    <a:pt x="438" y="78"/>
                  </a:lnTo>
                  <a:lnTo>
                    <a:pt x="618" y="181"/>
                  </a:lnTo>
                  <a:lnTo>
                    <a:pt x="798" y="309"/>
                  </a:lnTo>
                  <a:lnTo>
                    <a:pt x="927" y="489"/>
                  </a:lnTo>
                  <a:lnTo>
                    <a:pt x="1030" y="669"/>
                  </a:lnTo>
                  <a:lnTo>
                    <a:pt x="1081" y="875"/>
                  </a:lnTo>
                  <a:lnTo>
                    <a:pt x="1107" y="1107"/>
                  </a:lnTo>
                  <a:lnTo>
                    <a:pt x="1107" y="2907"/>
                  </a:lnTo>
                  <a:lnTo>
                    <a:pt x="1467" y="2907"/>
                  </a:lnTo>
                  <a:lnTo>
                    <a:pt x="1570" y="2881"/>
                  </a:lnTo>
                  <a:lnTo>
                    <a:pt x="1647" y="2830"/>
                  </a:lnTo>
                  <a:lnTo>
                    <a:pt x="1698" y="2753"/>
                  </a:lnTo>
                  <a:lnTo>
                    <a:pt x="1724" y="2650"/>
                  </a:lnTo>
                  <a:lnTo>
                    <a:pt x="1724" y="1107"/>
                  </a:lnTo>
                  <a:lnTo>
                    <a:pt x="1698" y="875"/>
                  </a:lnTo>
                  <a:lnTo>
                    <a:pt x="1621" y="669"/>
                  </a:lnTo>
                  <a:lnTo>
                    <a:pt x="1518" y="489"/>
                  </a:lnTo>
                  <a:lnTo>
                    <a:pt x="1390" y="309"/>
                  </a:lnTo>
                  <a:lnTo>
                    <a:pt x="1235" y="181"/>
                  </a:lnTo>
                  <a:lnTo>
                    <a:pt x="1055" y="78"/>
                  </a:lnTo>
                  <a:lnTo>
                    <a:pt x="850" y="26"/>
                  </a:lnTo>
                  <a:lnTo>
                    <a:pt x="618"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254;p54">
              <a:extLst>
                <a:ext uri="{FF2B5EF4-FFF2-40B4-BE49-F238E27FC236}">
                  <a16:creationId xmlns:a16="http://schemas.microsoft.com/office/drawing/2014/main" id="{9B476956-4B13-5A7E-6E95-F252FB3E40F5}"/>
                </a:ext>
              </a:extLst>
            </p:cNvPr>
            <p:cNvSpPr/>
            <p:nvPr/>
          </p:nvSpPr>
          <p:spPr>
            <a:xfrm>
              <a:off x="5771000" y="2725325"/>
              <a:ext cx="74625" cy="62400"/>
            </a:xfrm>
            <a:custGeom>
              <a:avLst/>
              <a:gdLst/>
              <a:ahLst/>
              <a:cxnLst/>
              <a:rect l="l" t="t" r="r" b="b"/>
              <a:pathLst>
                <a:path w="2985" h="2496" extrusionOk="0">
                  <a:moveTo>
                    <a:pt x="1184" y="1"/>
                  </a:moveTo>
                  <a:lnTo>
                    <a:pt x="952" y="26"/>
                  </a:lnTo>
                  <a:lnTo>
                    <a:pt x="721" y="78"/>
                  </a:lnTo>
                  <a:lnTo>
                    <a:pt x="515" y="206"/>
                  </a:lnTo>
                  <a:lnTo>
                    <a:pt x="361" y="335"/>
                  </a:lnTo>
                  <a:lnTo>
                    <a:pt x="206" y="515"/>
                  </a:lnTo>
                  <a:lnTo>
                    <a:pt x="103" y="721"/>
                  </a:lnTo>
                  <a:lnTo>
                    <a:pt x="26" y="927"/>
                  </a:lnTo>
                  <a:lnTo>
                    <a:pt x="0" y="1158"/>
                  </a:lnTo>
                  <a:lnTo>
                    <a:pt x="0" y="1750"/>
                  </a:lnTo>
                  <a:lnTo>
                    <a:pt x="26" y="1904"/>
                  </a:lnTo>
                  <a:lnTo>
                    <a:pt x="103" y="2058"/>
                  </a:lnTo>
                  <a:lnTo>
                    <a:pt x="206" y="2187"/>
                  </a:lnTo>
                  <a:lnTo>
                    <a:pt x="361" y="2264"/>
                  </a:lnTo>
                  <a:lnTo>
                    <a:pt x="643" y="2367"/>
                  </a:lnTo>
                  <a:lnTo>
                    <a:pt x="926" y="2444"/>
                  </a:lnTo>
                  <a:lnTo>
                    <a:pt x="1209" y="2496"/>
                  </a:lnTo>
                  <a:lnTo>
                    <a:pt x="1775" y="2496"/>
                  </a:lnTo>
                  <a:lnTo>
                    <a:pt x="2058" y="2444"/>
                  </a:lnTo>
                  <a:lnTo>
                    <a:pt x="2341" y="2367"/>
                  </a:lnTo>
                  <a:lnTo>
                    <a:pt x="2624" y="2264"/>
                  </a:lnTo>
                  <a:lnTo>
                    <a:pt x="2753" y="2187"/>
                  </a:lnTo>
                  <a:lnTo>
                    <a:pt x="2881" y="2058"/>
                  </a:lnTo>
                  <a:lnTo>
                    <a:pt x="2959" y="1904"/>
                  </a:lnTo>
                  <a:lnTo>
                    <a:pt x="2984" y="1750"/>
                  </a:lnTo>
                  <a:lnTo>
                    <a:pt x="2984" y="1158"/>
                  </a:lnTo>
                  <a:lnTo>
                    <a:pt x="2959" y="927"/>
                  </a:lnTo>
                  <a:lnTo>
                    <a:pt x="2881" y="721"/>
                  </a:lnTo>
                  <a:lnTo>
                    <a:pt x="2778" y="515"/>
                  </a:lnTo>
                  <a:lnTo>
                    <a:pt x="2624" y="335"/>
                  </a:lnTo>
                  <a:lnTo>
                    <a:pt x="2444" y="206"/>
                  </a:lnTo>
                  <a:lnTo>
                    <a:pt x="2264" y="78"/>
                  </a:lnTo>
                  <a:lnTo>
                    <a:pt x="2032" y="26"/>
                  </a:lnTo>
                  <a:lnTo>
                    <a:pt x="1801"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255;p54">
              <a:extLst>
                <a:ext uri="{FF2B5EF4-FFF2-40B4-BE49-F238E27FC236}">
                  <a16:creationId xmlns:a16="http://schemas.microsoft.com/office/drawing/2014/main" id="{EF74B087-8324-A60A-CE09-EE4574725FEC}"/>
                </a:ext>
              </a:extLst>
            </p:cNvPr>
            <p:cNvSpPr/>
            <p:nvPr/>
          </p:nvSpPr>
          <p:spPr>
            <a:xfrm>
              <a:off x="5799925" y="2725325"/>
              <a:ext cx="45700" cy="62400"/>
            </a:xfrm>
            <a:custGeom>
              <a:avLst/>
              <a:gdLst/>
              <a:ahLst/>
              <a:cxnLst/>
              <a:rect l="l" t="t" r="r" b="b"/>
              <a:pathLst>
                <a:path w="1828" h="2496" extrusionOk="0">
                  <a:moveTo>
                    <a:pt x="1" y="1"/>
                  </a:moveTo>
                  <a:lnTo>
                    <a:pt x="232" y="26"/>
                  </a:lnTo>
                  <a:lnTo>
                    <a:pt x="438" y="103"/>
                  </a:lnTo>
                  <a:lnTo>
                    <a:pt x="644" y="206"/>
                  </a:lnTo>
                  <a:lnTo>
                    <a:pt x="824" y="361"/>
                  </a:lnTo>
                  <a:lnTo>
                    <a:pt x="953" y="515"/>
                  </a:lnTo>
                  <a:lnTo>
                    <a:pt x="1056" y="721"/>
                  </a:lnTo>
                  <a:lnTo>
                    <a:pt x="1133" y="927"/>
                  </a:lnTo>
                  <a:lnTo>
                    <a:pt x="1158" y="1158"/>
                  </a:lnTo>
                  <a:lnTo>
                    <a:pt x="1158" y="1750"/>
                  </a:lnTo>
                  <a:lnTo>
                    <a:pt x="1133" y="1904"/>
                  </a:lnTo>
                  <a:lnTo>
                    <a:pt x="1056" y="2058"/>
                  </a:lnTo>
                  <a:lnTo>
                    <a:pt x="953" y="2187"/>
                  </a:lnTo>
                  <a:lnTo>
                    <a:pt x="798" y="2264"/>
                  </a:lnTo>
                  <a:lnTo>
                    <a:pt x="387" y="2393"/>
                  </a:lnTo>
                  <a:lnTo>
                    <a:pt x="1" y="2470"/>
                  </a:lnTo>
                  <a:lnTo>
                    <a:pt x="361" y="2496"/>
                  </a:lnTo>
                  <a:lnTo>
                    <a:pt x="721" y="2470"/>
                  </a:lnTo>
                  <a:lnTo>
                    <a:pt x="1107" y="2393"/>
                  </a:lnTo>
                  <a:lnTo>
                    <a:pt x="1467" y="2264"/>
                  </a:lnTo>
                  <a:lnTo>
                    <a:pt x="1596" y="2187"/>
                  </a:lnTo>
                  <a:lnTo>
                    <a:pt x="1724" y="2058"/>
                  </a:lnTo>
                  <a:lnTo>
                    <a:pt x="1802" y="1904"/>
                  </a:lnTo>
                  <a:lnTo>
                    <a:pt x="1827" y="1750"/>
                  </a:lnTo>
                  <a:lnTo>
                    <a:pt x="1827" y="1158"/>
                  </a:lnTo>
                  <a:lnTo>
                    <a:pt x="1802" y="927"/>
                  </a:lnTo>
                  <a:lnTo>
                    <a:pt x="1724" y="721"/>
                  </a:lnTo>
                  <a:lnTo>
                    <a:pt x="1621" y="515"/>
                  </a:lnTo>
                  <a:lnTo>
                    <a:pt x="1467" y="335"/>
                  </a:lnTo>
                  <a:lnTo>
                    <a:pt x="1287" y="206"/>
                  </a:lnTo>
                  <a:lnTo>
                    <a:pt x="1107" y="78"/>
                  </a:lnTo>
                  <a:lnTo>
                    <a:pt x="875" y="26"/>
                  </a:lnTo>
                  <a:lnTo>
                    <a:pt x="644"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256;p54">
              <a:extLst>
                <a:ext uri="{FF2B5EF4-FFF2-40B4-BE49-F238E27FC236}">
                  <a16:creationId xmlns:a16="http://schemas.microsoft.com/office/drawing/2014/main" id="{BEF7E172-1C0B-AB60-5FED-2B1F81665A71}"/>
                </a:ext>
              </a:extLst>
            </p:cNvPr>
            <p:cNvSpPr/>
            <p:nvPr/>
          </p:nvSpPr>
          <p:spPr>
            <a:xfrm>
              <a:off x="5502850" y="2520200"/>
              <a:ext cx="109325" cy="97125"/>
            </a:xfrm>
            <a:custGeom>
              <a:avLst/>
              <a:gdLst/>
              <a:ahLst/>
              <a:cxnLst/>
              <a:rect l="l" t="t" r="r" b="b"/>
              <a:pathLst>
                <a:path w="4373" h="3885" extrusionOk="0">
                  <a:moveTo>
                    <a:pt x="1544" y="0"/>
                  </a:moveTo>
                  <a:lnTo>
                    <a:pt x="1415" y="26"/>
                  </a:lnTo>
                  <a:lnTo>
                    <a:pt x="1183" y="103"/>
                  </a:lnTo>
                  <a:lnTo>
                    <a:pt x="952" y="257"/>
                  </a:lnTo>
                  <a:lnTo>
                    <a:pt x="772" y="437"/>
                  </a:lnTo>
                  <a:lnTo>
                    <a:pt x="592" y="669"/>
                  </a:lnTo>
                  <a:lnTo>
                    <a:pt x="489" y="926"/>
                  </a:lnTo>
                  <a:lnTo>
                    <a:pt x="412" y="1209"/>
                  </a:lnTo>
                  <a:lnTo>
                    <a:pt x="360" y="1544"/>
                  </a:lnTo>
                  <a:lnTo>
                    <a:pt x="360" y="2109"/>
                  </a:lnTo>
                  <a:lnTo>
                    <a:pt x="283" y="2650"/>
                  </a:lnTo>
                  <a:lnTo>
                    <a:pt x="232" y="2907"/>
                  </a:lnTo>
                  <a:lnTo>
                    <a:pt x="180" y="3138"/>
                  </a:lnTo>
                  <a:lnTo>
                    <a:pt x="103" y="3344"/>
                  </a:lnTo>
                  <a:lnTo>
                    <a:pt x="0" y="3524"/>
                  </a:lnTo>
                  <a:lnTo>
                    <a:pt x="515" y="3678"/>
                  </a:lnTo>
                  <a:lnTo>
                    <a:pt x="1055" y="3807"/>
                  </a:lnTo>
                  <a:lnTo>
                    <a:pt x="1621" y="3859"/>
                  </a:lnTo>
                  <a:lnTo>
                    <a:pt x="2187" y="3884"/>
                  </a:lnTo>
                  <a:lnTo>
                    <a:pt x="2778" y="3859"/>
                  </a:lnTo>
                  <a:lnTo>
                    <a:pt x="3344" y="3807"/>
                  </a:lnTo>
                  <a:lnTo>
                    <a:pt x="3884" y="3678"/>
                  </a:lnTo>
                  <a:lnTo>
                    <a:pt x="4373" y="3524"/>
                  </a:lnTo>
                  <a:lnTo>
                    <a:pt x="4296" y="3344"/>
                  </a:lnTo>
                  <a:lnTo>
                    <a:pt x="4219" y="3138"/>
                  </a:lnTo>
                  <a:lnTo>
                    <a:pt x="4141" y="2907"/>
                  </a:lnTo>
                  <a:lnTo>
                    <a:pt x="4090" y="2650"/>
                  </a:lnTo>
                  <a:lnTo>
                    <a:pt x="4039" y="2109"/>
                  </a:lnTo>
                  <a:lnTo>
                    <a:pt x="4013" y="1544"/>
                  </a:lnTo>
                  <a:lnTo>
                    <a:pt x="3987" y="1209"/>
                  </a:lnTo>
                  <a:lnTo>
                    <a:pt x="3910" y="926"/>
                  </a:lnTo>
                  <a:lnTo>
                    <a:pt x="3781" y="669"/>
                  </a:lnTo>
                  <a:lnTo>
                    <a:pt x="3627" y="437"/>
                  </a:lnTo>
                  <a:lnTo>
                    <a:pt x="3421" y="257"/>
                  </a:lnTo>
                  <a:lnTo>
                    <a:pt x="3215" y="103"/>
                  </a:lnTo>
                  <a:lnTo>
                    <a:pt x="2958" y="26"/>
                  </a:lnTo>
                  <a:lnTo>
                    <a:pt x="2830"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257;p54">
              <a:extLst>
                <a:ext uri="{FF2B5EF4-FFF2-40B4-BE49-F238E27FC236}">
                  <a16:creationId xmlns:a16="http://schemas.microsoft.com/office/drawing/2014/main" id="{42A1525F-011D-7B52-D830-126156B69A3F}"/>
                </a:ext>
              </a:extLst>
            </p:cNvPr>
            <p:cNvSpPr/>
            <p:nvPr/>
          </p:nvSpPr>
          <p:spPr>
            <a:xfrm>
              <a:off x="5557500" y="2520200"/>
              <a:ext cx="54675" cy="93900"/>
            </a:xfrm>
            <a:custGeom>
              <a:avLst/>
              <a:gdLst/>
              <a:ahLst/>
              <a:cxnLst/>
              <a:rect l="l" t="t" r="r" b="b"/>
              <a:pathLst>
                <a:path w="2187" h="3756" extrusionOk="0">
                  <a:moveTo>
                    <a:pt x="1" y="0"/>
                  </a:moveTo>
                  <a:lnTo>
                    <a:pt x="129" y="26"/>
                  </a:lnTo>
                  <a:lnTo>
                    <a:pt x="258" y="77"/>
                  </a:lnTo>
                  <a:lnTo>
                    <a:pt x="386" y="129"/>
                  </a:lnTo>
                  <a:lnTo>
                    <a:pt x="618" y="283"/>
                  </a:lnTo>
                  <a:lnTo>
                    <a:pt x="798" y="489"/>
                  </a:lnTo>
                  <a:lnTo>
                    <a:pt x="952" y="772"/>
                  </a:lnTo>
                  <a:lnTo>
                    <a:pt x="1081" y="1055"/>
                  </a:lnTo>
                  <a:lnTo>
                    <a:pt x="1158" y="1389"/>
                  </a:lnTo>
                  <a:lnTo>
                    <a:pt x="1184" y="1749"/>
                  </a:lnTo>
                  <a:lnTo>
                    <a:pt x="1210" y="2289"/>
                  </a:lnTo>
                  <a:lnTo>
                    <a:pt x="1261" y="2830"/>
                  </a:lnTo>
                  <a:lnTo>
                    <a:pt x="1338" y="3318"/>
                  </a:lnTo>
                  <a:lnTo>
                    <a:pt x="1390" y="3550"/>
                  </a:lnTo>
                  <a:lnTo>
                    <a:pt x="1441" y="3756"/>
                  </a:lnTo>
                  <a:lnTo>
                    <a:pt x="1827" y="3653"/>
                  </a:lnTo>
                  <a:lnTo>
                    <a:pt x="2187" y="3524"/>
                  </a:lnTo>
                  <a:lnTo>
                    <a:pt x="2110" y="3344"/>
                  </a:lnTo>
                  <a:lnTo>
                    <a:pt x="2033" y="3138"/>
                  </a:lnTo>
                  <a:lnTo>
                    <a:pt x="1955" y="2907"/>
                  </a:lnTo>
                  <a:lnTo>
                    <a:pt x="1904" y="2650"/>
                  </a:lnTo>
                  <a:lnTo>
                    <a:pt x="1853" y="2109"/>
                  </a:lnTo>
                  <a:lnTo>
                    <a:pt x="1827" y="1544"/>
                  </a:lnTo>
                  <a:lnTo>
                    <a:pt x="1801" y="1209"/>
                  </a:lnTo>
                  <a:lnTo>
                    <a:pt x="1724" y="926"/>
                  </a:lnTo>
                  <a:lnTo>
                    <a:pt x="1595" y="669"/>
                  </a:lnTo>
                  <a:lnTo>
                    <a:pt x="1441" y="437"/>
                  </a:lnTo>
                  <a:lnTo>
                    <a:pt x="1235" y="257"/>
                  </a:lnTo>
                  <a:lnTo>
                    <a:pt x="1029" y="103"/>
                  </a:lnTo>
                  <a:lnTo>
                    <a:pt x="772" y="26"/>
                  </a:lnTo>
                  <a:lnTo>
                    <a:pt x="644"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258;p54">
              <a:extLst>
                <a:ext uri="{FF2B5EF4-FFF2-40B4-BE49-F238E27FC236}">
                  <a16:creationId xmlns:a16="http://schemas.microsoft.com/office/drawing/2014/main" id="{F42596C1-9E88-2430-6998-644FEAF0A5DB}"/>
                </a:ext>
              </a:extLst>
            </p:cNvPr>
            <p:cNvSpPr/>
            <p:nvPr/>
          </p:nvSpPr>
          <p:spPr>
            <a:xfrm>
              <a:off x="5511200" y="2617300"/>
              <a:ext cx="93275" cy="86200"/>
            </a:xfrm>
            <a:custGeom>
              <a:avLst/>
              <a:gdLst/>
              <a:ahLst/>
              <a:cxnLst/>
              <a:rect l="l" t="t" r="r" b="b"/>
              <a:pathLst>
                <a:path w="3731" h="3448" extrusionOk="0">
                  <a:moveTo>
                    <a:pt x="952" y="0"/>
                  </a:moveTo>
                  <a:lnTo>
                    <a:pt x="747" y="77"/>
                  </a:lnTo>
                  <a:lnTo>
                    <a:pt x="566" y="206"/>
                  </a:lnTo>
                  <a:lnTo>
                    <a:pt x="412" y="335"/>
                  </a:lnTo>
                  <a:lnTo>
                    <a:pt x="258" y="489"/>
                  </a:lnTo>
                  <a:lnTo>
                    <a:pt x="155" y="669"/>
                  </a:lnTo>
                  <a:lnTo>
                    <a:pt x="78" y="875"/>
                  </a:lnTo>
                  <a:lnTo>
                    <a:pt x="1" y="1081"/>
                  </a:lnTo>
                  <a:lnTo>
                    <a:pt x="1" y="1312"/>
                  </a:lnTo>
                  <a:lnTo>
                    <a:pt x="1" y="3190"/>
                  </a:lnTo>
                  <a:lnTo>
                    <a:pt x="26" y="3293"/>
                  </a:lnTo>
                  <a:lnTo>
                    <a:pt x="78" y="3370"/>
                  </a:lnTo>
                  <a:lnTo>
                    <a:pt x="155" y="3421"/>
                  </a:lnTo>
                  <a:lnTo>
                    <a:pt x="232" y="3447"/>
                  </a:lnTo>
                  <a:lnTo>
                    <a:pt x="3473" y="3447"/>
                  </a:lnTo>
                  <a:lnTo>
                    <a:pt x="3576" y="3421"/>
                  </a:lnTo>
                  <a:lnTo>
                    <a:pt x="3653" y="3370"/>
                  </a:lnTo>
                  <a:lnTo>
                    <a:pt x="3705" y="3293"/>
                  </a:lnTo>
                  <a:lnTo>
                    <a:pt x="3730" y="3190"/>
                  </a:lnTo>
                  <a:lnTo>
                    <a:pt x="3730" y="1312"/>
                  </a:lnTo>
                  <a:lnTo>
                    <a:pt x="3705" y="1081"/>
                  </a:lnTo>
                  <a:lnTo>
                    <a:pt x="3653" y="875"/>
                  </a:lnTo>
                  <a:lnTo>
                    <a:pt x="3576" y="669"/>
                  </a:lnTo>
                  <a:lnTo>
                    <a:pt x="3447" y="489"/>
                  </a:lnTo>
                  <a:lnTo>
                    <a:pt x="3319" y="335"/>
                  </a:lnTo>
                  <a:lnTo>
                    <a:pt x="3139" y="206"/>
                  </a:lnTo>
                  <a:lnTo>
                    <a:pt x="2959" y="77"/>
                  </a:lnTo>
                  <a:lnTo>
                    <a:pt x="2779"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259;p54">
              <a:extLst>
                <a:ext uri="{FF2B5EF4-FFF2-40B4-BE49-F238E27FC236}">
                  <a16:creationId xmlns:a16="http://schemas.microsoft.com/office/drawing/2014/main" id="{EAB429E3-D849-96BC-6BC2-D13B0B669999}"/>
                </a:ext>
              </a:extLst>
            </p:cNvPr>
            <p:cNvSpPr/>
            <p:nvPr/>
          </p:nvSpPr>
          <p:spPr>
            <a:xfrm>
              <a:off x="5565225" y="2617300"/>
              <a:ext cx="39250" cy="86200"/>
            </a:xfrm>
            <a:custGeom>
              <a:avLst/>
              <a:gdLst/>
              <a:ahLst/>
              <a:cxnLst/>
              <a:rect l="l" t="t" r="r" b="b"/>
              <a:pathLst>
                <a:path w="1570" h="3448" extrusionOk="0">
                  <a:moveTo>
                    <a:pt x="0" y="0"/>
                  </a:moveTo>
                  <a:lnTo>
                    <a:pt x="206" y="77"/>
                  </a:lnTo>
                  <a:lnTo>
                    <a:pt x="386" y="206"/>
                  </a:lnTo>
                  <a:lnTo>
                    <a:pt x="540" y="335"/>
                  </a:lnTo>
                  <a:lnTo>
                    <a:pt x="669" y="489"/>
                  </a:lnTo>
                  <a:lnTo>
                    <a:pt x="798" y="669"/>
                  </a:lnTo>
                  <a:lnTo>
                    <a:pt x="875" y="875"/>
                  </a:lnTo>
                  <a:lnTo>
                    <a:pt x="926" y="1081"/>
                  </a:lnTo>
                  <a:lnTo>
                    <a:pt x="952" y="1312"/>
                  </a:lnTo>
                  <a:lnTo>
                    <a:pt x="952" y="3447"/>
                  </a:lnTo>
                  <a:lnTo>
                    <a:pt x="1312" y="3447"/>
                  </a:lnTo>
                  <a:lnTo>
                    <a:pt x="1415" y="3421"/>
                  </a:lnTo>
                  <a:lnTo>
                    <a:pt x="1492" y="3370"/>
                  </a:lnTo>
                  <a:lnTo>
                    <a:pt x="1544" y="3293"/>
                  </a:lnTo>
                  <a:lnTo>
                    <a:pt x="1569" y="3190"/>
                  </a:lnTo>
                  <a:lnTo>
                    <a:pt x="1569" y="1312"/>
                  </a:lnTo>
                  <a:lnTo>
                    <a:pt x="1544" y="1081"/>
                  </a:lnTo>
                  <a:lnTo>
                    <a:pt x="1492" y="875"/>
                  </a:lnTo>
                  <a:lnTo>
                    <a:pt x="1415" y="669"/>
                  </a:lnTo>
                  <a:lnTo>
                    <a:pt x="1286" y="489"/>
                  </a:lnTo>
                  <a:lnTo>
                    <a:pt x="1158" y="335"/>
                  </a:lnTo>
                  <a:lnTo>
                    <a:pt x="978" y="206"/>
                  </a:lnTo>
                  <a:lnTo>
                    <a:pt x="798" y="77"/>
                  </a:lnTo>
                  <a:lnTo>
                    <a:pt x="618"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260;p54">
              <a:extLst>
                <a:ext uri="{FF2B5EF4-FFF2-40B4-BE49-F238E27FC236}">
                  <a16:creationId xmlns:a16="http://schemas.microsoft.com/office/drawing/2014/main" id="{AFF265FE-39E0-98B0-ED67-A5CC35A5F9E2}"/>
                </a:ext>
              </a:extLst>
            </p:cNvPr>
            <p:cNvSpPr/>
            <p:nvPr/>
          </p:nvSpPr>
          <p:spPr>
            <a:xfrm>
              <a:off x="5547850" y="2617925"/>
              <a:ext cx="19975" cy="28975"/>
            </a:xfrm>
            <a:custGeom>
              <a:avLst/>
              <a:gdLst/>
              <a:ahLst/>
              <a:cxnLst/>
              <a:rect l="l" t="t" r="r" b="b"/>
              <a:pathLst>
                <a:path w="799" h="1159" extrusionOk="0">
                  <a:moveTo>
                    <a:pt x="1" y="1"/>
                  </a:moveTo>
                  <a:lnTo>
                    <a:pt x="1" y="773"/>
                  </a:lnTo>
                  <a:lnTo>
                    <a:pt x="1" y="850"/>
                  </a:lnTo>
                  <a:lnTo>
                    <a:pt x="26" y="927"/>
                  </a:lnTo>
                  <a:lnTo>
                    <a:pt x="104" y="1056"/>
                  </a:lnTo>
                  <a:lnTo>
                    <a:pt x="232" y="1133"/>
                  </a:lnTo>
                  <a:lnTo>
                    <a:pt x="309" y="1158"/>
                  </a:lnTo>
                  <a:lnTo>
                    <a:pt x="464" y="1158"/>
                  </a:lnTo>
                  <a:lnTo>
                    <a:pt x="541" y="1133"/>
                  </a:lnTo>
                  <a:lnTo>
                    <a:pt x="670" y="1056"/>
                  </a:lnTo>
                  <a:lnTo>
                    <a:pt x="747" y="927"/>
                  </a:lnTo>
                  <a:lnTo>
                    <a:pt x="772" y="850"/>
                  </a:lnTo>
                  <a:lnTo>
                    <a:pt x="798" y="773"/>
                  </a:lnTo>
                  <a:lnTo>
                    <a:pt x="798"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261;p54">
              <a:extLst>
                <a:ext uri="{FF2B5EF4-FFF2-40B4-BE49-F238E27FC236}">
                  <a16:creationId xmlns:a16="http://schemas.microsoft.com/office/drawing/2014/main" id="{0F5E2004-D967-CD5E-68D6-473D6BFFCD1D}"/>
                </a:ext>
              </a:extLst>
            </p:cNvPr>
            <p:cNvSpPr/>
            <p:nvPr/>
          </p:nvSpPr>
          <p:spPr>
            <a:xfrm>
              <a:off x="5525350" y="2559425"/>
              <a:ext cx="64325" cy="67550"/>
            </a:xfrm>
            <a:custGeom>
              <a:avLst/>
              <a:gdLst/>
              <a:ahLst/>
              <a:cxnLst/>
              <a:rect l="l" t="t" r="r" b="b"/>
              <a:pathLst>
                <a:path w="2573" h="2702" extrusionOk="0">
                  <a:moveTo>
                    <a:pt x="1698" y="0"/>
                  </a:moveTo>
                  <a:lnTo>
                    <a:pt x="1647" y="26"/>
                  </a:lnTo>
                  <a:lnTo>
                    <a:pt x="1518" y="103"/>
                  </a:lnTo>
                  <a:lnTo>
                    <a:pt x="1338" y="180"/>
                  </a:lnTo>
                  <a:lnTo>
                    <a:pt x="1158" y="232"/>
                  </a:lnTo>
                  <a:lnTo>
                    <a:pt x="952" y="257"/>
                  </a:lnTo>
                  <a:lnTo>
                    <a:pt x="515" y="283"/>
                  </a:lnTo>
                  <a:lnTo>
                    <a:pt x="78" y="283"/>
                  </a:lnTo>
                  <a:lnTo>
                    <a:pt x="26" y="309"/>
                  </a:lnTo>
                  <a:lnTo>
                    <a:pt x="0" y="335"/>
                  </a:lnTo>
                  <a:lnTo>
                    <a:pt x="0" y="1415"/>
                  </a:lnTo>
                  <a:lnTo>
                    <a:pt x="26" y="1672"/>
                  </a:lnTo>
                  <a:lnTo>
                    <a:pt x="103" y="1904"/>
                  </a:lnTo>
                  <a:lnTo>
                    <a:pt x="232" y="2135"/>
                  </a:lnTo>
                  <a:lnTo>
                    <a:pt x="386" y="2315"/>
                  </a:lnTo>
                  <a:lnTo>
                    <a:pt x="566" y="2470"/>
                  </a:lnTo>
                  <a:lnTo>
                    <a:pt x="798" y="2598"/>
                  </a:lnTo>
                  <a:lnTo>
                    <a:pt x="1029" y="2675"/>
                  </a:lnTo>
                  <a:lnTo>
                    <a:pt x="1287" y="2701"/>
                  </a:lnTo>
                  <a:lnTo>
                    <a:pt x="1544" y="2675"/>
                  </a:lnTo>
                  <a:lnTo>
                    <a:pt x="1801" y="2598"/>
                  </a:lnTo>
                  <a:lnTo>
                    <a:pt x="2007" y="2470"/>
                  </a:lnTo>
                  <a:lnTo>
                    <a:pt x="2213" y="2315"/>
                  </a:lnTo>
                  <a:lnTo>
                    <a:pt x="2367" y="2135"/>
                  </a:lnTo>
                  <a:lnTo>
                    <a:pt x="2470" y="1904"/>
                  </a:lnTo>
                  <a:lnTo>
                    <a:pt x="2547" y="1672"/>
                  </a:lnTo>
                  <a:lnTo>
                    <a:pt x="2573" y="1415"/>
                  </a:lnTo>
                  <a:lnTo>
                    <a:pt x="2573" y="335"/>
                  </a:lnTo>
                  <a:lnTo>
                    <a:pt x="2547" y="309"/>
                  </a:lnTo>
                  <a:lnTo>
                    <a:pt x="2521" y="283"/>
                  </a:lnTo>
                  <a:lnTo>
                    <a:pt x="2264" y="283"/>
                  </a:lnTo>
                  <a:lnTo>
                    <a:pt x="2058" y="232"/>
                  </a:lnTo>
                  <a:lnTo>
                    <a:pt x="1878" y="155"/>
                  </a:lnTo>
                  <a:lnTo>
                    <a:pt x="1724" y="26"/>
                  </a:lnTo>
                  <a:lnTo>
                    <a:pt x="1698"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262;p54">
              <a:extLst>
                <a:ext uri="{FF2B5EF4-FFF2-40B4-BE49-F238E27FC236}">
                  <a16:creationId xmlns:a16="http://schemas.microsoft.com/office/drawing/2014/main" id="{C732967B-ECD0-2731-9A59-796CCC9C48A2}"/>
                </a:ext>
              </a:extLst>
            </p:cNvPr>
            <p:cNvSpPr/>
            <p:nvPr/>
          </p:nvSpPr>
          <p:spPr>
            <a:xfrm>
              <a:off x="5550425" y="2564575"/>
              <a:ext cx="39250" cy="62400"/>
            </a:xfrm>
            <a:custGeom>
              <a:avLst/>
              <a:gdLst/>
              <a:ahLst/>
              <a:cxnLst/>
              <a:rect l="l" t="t" r="r" b="b"/>
              <a:pathLst>
                <a:path w="1570" h="2496" extrusionOk="0">
                  <a:moveTo>
                    <a:pt x="1004" y="0"/>
                  </a:moveTo>
                  <a:lnTo>
                    <a:pt x="1004" y="1209"/>
                  </a:lnTo>
                  <a:lnTo>
                    <a:pt x="978" y="1440"/>
                  </a:lnTo>
                  <a:lnTo>
                    <a:pt x="927" y="1646"/>
                  </a:lnTo>
                  <a:lnTo>
                    <a:pt x="824" y="1826"/>
                  </a:lnTo>
                  <a:lnTo>
                    <a:pt x="721" y="2006"/>
                  </a:lnTo>
                  <a:lnTo>
                    <a:pt x="567" y="2161"/>
                  </a:lnTo>
                  <a:lnTo>
                    <a:pt x="386" y="2289"/>
                  </a:lnTo>
                  <a:lnTo>
                    <a:pt x="206" y="2392"/>
                  </a:lnTo>
                  <a:lnTo>
                    <a:pt x="1" y="2469"/>
                  </a:lnTo>
                  <a:lnTo>
                    <a:pt x="155" y="2495"/>
                  </a:lnTo>
                  <a:lnTo>
                    <a:pt x="284" y="2495"/>
                  </a:lnTo>
                  <a:lnTo>
                    <a:pt x="541" y="2469"/>
                  </a:lnTo>
                  <a:lnTo>
                    <a:pt x="798" y="2392"/>
                  </a:lnTo>
                  <a:lnTo>
                    <a:pt x="1004" y="2264"/>
                  </a:lnTo>
                  <a:lnTo>
                    <a:pt x="1210" y="2109"/>
                  </a:lnTo>
                  <a:lnTo>
                    <a:pt x="1364" y="1929"/>
                  </a:lnTo>
                  <a:lnTo>
                    <a:pt x="1467" y="1698"/>
                  </a:lnTo>
                  <a:lnTo>
                    <a:pt x="1544" y="1466"/>
                  </a:lnTo>
                  <a:lnTo>
                    <a:pt x="1570" y="1209"/>
                  </a:lnTo>
                  <a:lnTo>
                    <a:pt x="1570" y="129"/>
                  </a:lnTo>
                  <a:lnTo>
                    <a:pt x="1544" y="103"/>
                  </a:lnTo>
                  <a:lnTo>
                    <a:pt x="1518" y="77"/>
                  </a:lnTo>
                  <a:lnTo>
                    <a:pt x="1235" y="77"/>
                  </a:lnTo>
                  <a:lnTo>
                    <a:pt x="1107" y="51"/>
                  </a:lnTo>
                  <a:lnTo>
                    <a:pt x="1004"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263;p54">
              <a:extLst>
                <a:ext uri="{FF2B5EF4-FFF2-40B4-BE49-F238E27FC236}">
                  <a16:creationId xmlns:a16="http://schemas.microsoft.com/office/drawing/2014/main" id="{8F2A3C2D-30F7-F8B1-B4F2-7E4E150AA4C0}"/>
                </a:ext>
              </a:extLst>
            </p:cNvPr>
            <p:cNvSpPr/>
            <p:nvPr/>
          </p:nvSpPr>
          <p:spPr>
            <a:xfrm>
              <a:off x="5643025" y="2538850"/>
              <a:ext cx="196800" cy="145350"/>
            </a:xfrm>
            <a:custGeom>
              <a:avLst/>
              <a:gdLst/>
              <a:ahLst/>
              <a:cxnLst/>
              <a:rect l="l" t="t" r="r" b="b"/>
              <a:pathLst>
                <a:path w="7872" h="5814" extrusionOk="0">
                  <a:moveTo>
                    <a:pt x="1" y="0"/>
                  </a:moveTo>
                  <a:lnTo>
                    <a:pt x="1" y="5813"/>
                  </a:lnTo>
                  <a:lnTo>
                    <a:pt x="7872" y="5813"/>
                  </a:lnTo>
                  <a:lnTo>
                    <a:pt x="7872"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264;p54">
              <a:extLst>
                <a:ext uri="{FF2B5EF4-FFF2-40B4-BE49-F238E27FC236}">
                  <a16:creationId xmlns:a16="http://schemas.microsoft.com/office/drawing/2014/main" id="{DFD4AF91-A380-42B6-344A-C07620A28EE9}"/>
                </a:ext>
              </a:extLst>
            </p:cNvPr>
            <p:cNvSpPr/>
            <p:nvPr/>
          </p:nvSpPr>
          <p:spPr>
            <a:xfrm>
              <a:off x="5643025" y="2538850"/>
              <a:ext cx="196800" cy="12225"/>
            </a:xfrm>
            <a:custGeom>
              <a:avLst/>
              <a:gdLst/>
              <a:ahLst/>
              <a:cxnLst/>
              <a:rect l="l" t="t" r="r" b="b"/>
              <a:pathLst>
                <a:path w="7872" h="489" extrusionOk="0">
                  <a:moveTo>
                    <a:pt x="1" y="0"/>
                  </a:moveTo>
                  <a:lnTo>
                    <a:pt x="1" y="489"/>
                  </a:lnTo>
                  <a:lnTo>
                    <a:pt x="7872" y="489"/>
                  </a:lnTo>
                  <a:lnTo>
                    <a:pt x="78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265;p54">
              <a:extLst>
                <a:ext uri="{FF2B5EF4-FFF2-40B4-BE49-F238E27FC236}">
                  <a16:creationId xmlns:a16="http://schemas.microsoft.com/office/drawing/2014/main" id="{F11A5914-4B9D-95E7-11D8-7BDDBE9ED85B}"/>
                </a:ext>
              </a:extLst>
            </p:cNvPr>
            <p:cNvSpPr/>
            <p:nvPr/>
          </p:nvSpPr>
          <p:spPr>
            <a:xfrm>
              <a:off x="5643025" y="2672600"/>
              <a:ext cx="196800" cy="11600"/>
            </a:xfrm>
            <a:custGeom>
              <a:avLst/>
              <a:gdLst/>
              <a:ahLst/>
              <a:cxnLst/>
              <a:rect l="l" t="t" r="r" b="b"/>
              <a:pathLst>
                <a:path w="7872" h="464" extrusionOk="0">
                  <a:moveTo>
                    <a:pt x="1" y="0"/>
                  </a:moveTo>
                  <a:lnTo>
                    <a:pt x="1" y="463"/>
                  </a:lnTo>
                  <a:lnTo>
                    <a:pt x="7872" y="463"/>
                  </a:lnTo>
                  <a:lnTo>
                    <a:pt x="787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266;p54">
              <a:extLst>
                <a:ext uri="{FF2B5EF4-FFF2-40B4-BE49-F238E27FC236}">
                  <a16:creationId xmlns:a16="http://schemas.microsoft.com/office/drawing/2014/main" id="{6B3BF7A7-AF61-FFDD-C02E-9573CC4723A3}"/>
                </a:ext>
              </a:extLst>
            </p:cNvPr>
            <p:cNvSpPr/>
            <p:nvPr/>
          </p:nvSpPr>
          <p:spPr>
            <a:xfrm>
              <a:off x="5629525" y="2520200"/>
              <a:ext cx="224450" cy="18675"/>
            </a:xfrm>
            <a:custGeom>
              <a:avLst/>
              <a:gdLst/>
              <a:ahLst/>
              <a:cxnLst/>
              <a:rect l="l" t="t" r="r" b="b"/>
              <a:pathLst>
                <a:path w="8978" h="747" extrusionOk="0">
                  <a:moveTo>
                    <a:pt x="78" y="0"/>
                  </a:moveTo>
                  <a:lnTo>
                    <a:pt x="26" y="26"/>
                  </a:lnTo>
                  <a:lnTo>
                    <a:pt x="1" y="77"/>
                  </a:lnTo>
                  <a:lnTo>
                    <a:pt x="1" y="129"/>
                  </a:lnTo>
                  <a:lnTo>
                    <a:pt x="1" y="618"/>
                  </a:lnTo>
                  <a:lnTo>
                    <a:pt x="1" y="669"/>
                  </a:lnTo>
                  <a:lnTo>
                    <a:pt x="26" y="720"/>
                  </a:lnTo>
                  <a:lnTo>
                    <a:pt x="78" y="746"/>
                  </a:lnTo>
                  <a:lnTo>
                    <a:pt x="8900" y="746"/>
                  </a:lnTo>
                  <a:lnTo>
                    <a:pt x="8926" y="720"/>
                  </a:lnTo>
                  <a:lnTo>
                    <a:pt x="8952" y="669"/>
                  </a:lnTo>
                  <a:lnTo>
                    <a:pt x="8978" y="618"/>
                  </a:lnTo>
                  <a:lnTo>
                    <a:pt x="8978" y="129"/>
                  </a:lnTo>
                  <a:lnTo>
                    <a:pt x="8952" y="77"/>
                  </a:lnTo>
                  <a:lnTo>
                    <a:pt x="8926" y="26"/>
                  </a:lnTo>
                  <a:lnTo>
                    <a:pt x="8900"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267;p54">
              <a:extLst>
                <a:ext uri="{FF2B5EF4-FFF2-40B4-BE49-F238E27FC236}">
                  <a16:creationId xmlns:a16="http://schemas.microsoft.com/office/drawing/2014/main" id="{D5B372C9-0921-EEA0-2122-2928790FD595}"/>
                </a:ext>
              </a:extLst>
            </p:cNvPr>
            <p:cNvSpPr/>
            <p:nvPr/>
          </p:nvSpPr>
          <p:spPr>
            <a:xfrm>
              <a:off x="5629525" y="2684175"/>
              <a:ext cx="224450" cy="19325"/>
            </a:xfrm>
            <a:custGeom>
              <a:avLst/>
              <a:gdLst/>
              <a:ahLst/>
              <a:cxnLst/>
              <a:rect l="l" t="t" r="r" b="b"/>
              <a:pathLst>
                <a:path w="8978" h="773" extrusionOk="0">
                  <a:moveTo>
                    <a:pt x="129" y="0"/>
                  </a:moveTo>
                  <a:lnTo>
                    <a:pt x="78" y="26"/>
                  </a:lnTo>
                  <a:lnTo>
                    <a:pt x="26" y="52"/>
                  </a:lnTo>
                  <a:lnTo>
                    <a:pt x="1" y="103"/>
                  </a:lnTo>
                  <a:lnTo>
                    <a:pt x="1" y="155"/>
                  </a:lnTo>
                  <a:lnTo>
                    <a:pt x="1" y="643"/>
                  </a:lnTo>
                  <a:lnTo>
                    <a:pt x="1" y="695"/>
                  </a:lnTo>
                  <a:lnTo>
                    <a:pt x="26" y="721"/>
                  </a:lnTo>
                  <a:lnTo>
                    <a:pt x="78" y="772"/>
                  </a:lnTo>
                  <a:lnTo>
                    <a:pt x="8900" y="772"/>
                  </a:lnTo>
                  <a:lnTo>
                    <a:pt x="8926" y="721"/>
                  </a:lnTo>
                  <a:lnTo>
                    <a:pt x="8952" y="695"/>
                  </a:lnTo>
                  <a:lnTo>
                    <a:pt x="8978" y="643"/>
                  </a:lnTo>
                  <a:lnTo>
                    <a:pt x="8978" y="155"/>
                  </a:lnTo>
                  <a:lnTo>
                    <a:pt x="8952" y="103"/>
                  </a:lnTo>
                  <a:lnTo>
                    <a:pt x="8926" y="52"/>
                  </a:lnTo>
                  <a:lnTo>
                    <a:pt x="8900" y="26"/>
                  </a:lnTo>
                  <a:lnTo>
                    <a:pt x="8849"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268;p54">
              <a:extLst>
                <a:ext uri="{FF2B5EF4-FFF2-40B4-BE49-F238E27FC236}">
                  <a16:creationId xmlns:a16="http://schemas.microsoft.com/office/drawing/2014/main" id="{0517FC97-987C-410E-293C-6AA734C660F6}"/>
                </a:ext>
              </a:extLst>
            </p:cNvPr>
            <p:cNvSpPr/>
            <p:nvPr/>
          </p:nvSpPr>
          <p:spPr>
            <a:xfrm>
              <a:off x="5837875" y="2520200"/>
              <a:ext cx="16100" cy="18675"/>
            </a:xfrm>
            <a:custGeom>
              <a:avLst/>
              <a:gdLst/>
              <a:ahLst/>
              <a:cxnLst/>
              <a:rect l="l" t="t" r="r" b="b"/>
              <a:pathLst>
                <a:path w="644" h="747" extrusionOk="0">
                  <a:moveTo>
                    <a:pt x="1" y="0"/>
                  </a:moveTo>
                  <a:lnTo>
                    <a:pt x="52" y="26"/>
                  </a:lnTo>
                  <a:lnTo>
                    <a:pt x="78" y="77"/>
                  </a:lnTo>
                  <a:lnTo>
                    <a:pt x="78" y="129"/>
                  </a:lnTo>
                  <a:lnTo>
                    <a:pt x="78" y="618"/>
                  </a:lnTo>
                  <a:lnTo>
                    <a:pt x="78" y="669"/>
                  </a:lnTo>
                  <a:lnTo>
                    <a:pt x="52" y="720"/>
                  </a:lnTo>
                  <a:lnTo>
                    <a:pt x="1" y="746"/>
                  </a:lnTo>
                  <a:lnTo>
                    <a:pt x="566" y="746"/>
                  </a:lnTo>
                  <a:lnTo>
                    <a:pt x="592" y="720"/>
                  </a:lnTo>
                  <a:lnTo>
                    <a:pt x="618" y="669"/>
                  </a:lnTo>
                  <a:lnTo>
                    <a:pt x="644" y="618"/>
                  </a:lnTo>
                  <a:lnTo>
                    <a:pt x="644" y="129"/>
                  </a:lnTo>
                  <a:lnTo>
                    <a:pt x="618" y="77"/>
                  </a:lnTo>
                  <a:lnTo>
                    <a:pt x="592" y="26"/>
                  </a:lnTo>
                  <a:lnTo>
                    <a:pt x="56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269;p54">
              <a:extLst>
                <a:ext uri="{FF2B5EF4-FFF2-40B4-BE49-F238E27FC236}">
                  <a16:creationId xmlns:a16="http://schemas.microsoft.com/office/drawing/2014/main" id="{0B7051B2-6175-2093-9BAD-474278794905}"/>
                </a:ext>
              </a:extLst>
            </p:cNvPr>
            <p:cNvSpPr/>
            <p:nvPr/>
          </p:nvSpPr>
          <p:spPr>
            <a:xfrm>
              <a:off x="5836600" y="2684175"/>
              <a:ext cx="17375" cy="19325"/>
            </a:xfrm>
            <a:custGeom>
              <a:avLst/>
              <a:gdLst/>
              <a:ahLst/>
              <a:cxnLst/>
              <a:rect l="l" t="t" r="r" b="b"/>
              <a:pathLst>
                <a:path w="695" h="773" extrusionOk="0">
                  <a:moveTo>
                    <a:pt x="0" y="0"/>
                  </a:moveTo>
                  <a:lnTo>
                    <a:pt x="52" y="26"/>
                  </a:lnTo>
                  <a:lnTo>
                    <a:pt x="103" y="52"/>
                  </a:lnTo>
                  <a:lnTo>
                    <a:pt x="129" y="103"/>
                  </a:lnTo>
                  <a:lnTo>
                    <a:pt x="129" y="155"/>
                  </a:lnTo>
                  <a:lnTo>
                    <a:pt x="129" y="643"/>
                  </a:lnTo>
                  <a:lnTo>
                    <a:pt x="129" y="695"/>
                  </a:lnTo>
                  <a:lnTo>
                    <a:pt x="103" y="721"/>
                  </a:lnTo>
                  <a:lnTo>
                    <a:pt x="52" y="772"/>
                  </a:lnTo>
                  <a:lnTo>
                    <a:pt x="617" y="772"/>
                  </a:lnTo>
                  <a:lnTo>
                    <a:pt x="643" y="721"/>
                  </a:lnTo>
                  <a:lnTo>
                    <a:pt x="669" y="695"/>
                  </a:lnTo>
                  <a:lnTo>
                    <a:pt x="695" y="643"/>
                  </a:lnTo>
                  <a:lnTo>
                    <a:pt x="695" y="155"/>
                  </a:lnTo>
                  <a:lnTo>
                    <a:pt x="669" y="103"/>
                  </a:lnTo>
                  <a:lnTo>
                    <a:pt x="643" y="52"/>
                  </a:lnTo>
                  <a:lnTo>
                    <a:pt x="617" y="26"/>
                  </a:lnTo>
                  <a:lnTo>
                    <a:pt x="56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270;p54">
              <a:extLst>
                <a:ext uri="{FF2B5EF4-FFF2-40B4-BE49-F238E27FC236}">
                  <a16:creationId xmlns:a16="http://schemas.microsoft.com/office/drawing/2014/main" id="{705E4D2C-5E3C-4FE8-CF27-4F77E9DA9DE3}"/>
                </a:ext>
              </a:extLst>
            </p:cNvPr>
            <p:cNvSpPr/>
            <p:nvPr/>
          </p:nvSpPr>
          <p:spPr>
            <a:xfrm>
              <a:off x="5736925" y="2572925"/>
              <a:ext cx="38600" cy="46975"/>
            </a:xfrm>
            <a:custGeom>
              <a:avLst/>
              <a:gdLst/>
              <a:ahLst/>
              <a:cxnLst/>
              <a:rect l="l" t="t" r="r" b="b"/>
              <a:pathLst>
                <a:path w="1544" h="1879" extrusionOk="0">
                  <a:moveTo>
                    <a:pt x="1235" y="0"/>
                  </a:moveTo>
                  <a:lnTo>
                    <a:pt x="1080" y="26"/>
                  </a:lnTo>
                  <a:lnTo>
                    <a:pt x="900" y="103"/>
                  </a:lnTo>
                  <a:lnTo>
                    <a:pt x="746" y="155"/>
                  </a:lnTo>
                  <a:lnTo>
                    <a:pt x="592" y="258"/>
                  </a:lnTo>
                  <a:lnTo>
                    <a:pt x="463" y="361"/>
                  </a:lnTo>
                  <a:lnTo>
                    <a:pt x="335" y="489"/>
                  </a:lnTo>
                  <a:lnTo>
                    <a:pt x="232" y="643"/>
                  </a:lnTo>
                  <a:lnTo>
                    <a:pt x="129" y="798"/>
                  </a:lnTo>
                  <a:lnTo>
                    <a:pt x="52" y="1055"/>
                  </a:lnTo>
                  <a:lnTo>
                    <a:pt x="0" y="1338"/>
                  </a:lnTo>
                  <a:lnTo>
                    <a:pt x="0" y="1621"/>
                  </a:lnTo>
                  <a:lnTo>
                    <a:pt x="52" y="1878"/>
                  </a:lnTo>
                  <a:lnTo>
                    <a:pt x="1543" y="1441"/>
                  </a:lnTo>
                  <a:lnTo>
                    <a:pt x="1235"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271;p54">
              <a:extLst>
                <a:ext uri="{FF2B5EF4-FFF2-40B4-BE49-F238E27FC236}">
                  <a16:creationId xmlns:a16="http://schemas.microsoft.com/office/drawing/2014/main" id="{99E2FCDF-3679-A21A-B09B-1450E9BD245E}"/>
                </a:ext>
              </a:extLst>
            </p:cNvPr>
            <p:cNvSpPr/>
            <p:nvPr/>
          </p:nvSpPr>
          <p:spPr>
            <a:xfrm>
              <a:off x="5738200" y="2608925"/>
              <a:ext cx="44400" cy="35400"/>
            </a:xfrm>
            <a:custGeom>
              <a:avLst/>
              <a:gdLst/>
              <a:ahLst/>
              <a:cxnLst/>
              <a:rect l="l" t="t" r="r" b="b"/>
              <a:pathLst>
                <a:path w="1776" h="1416" extrusionOk="0">
                  <a:moveTo>
                    <a:pt x="1492" y="1"/>
                  </a:moveTo>
                  <a:lnTo>
                    <a:pt x="1" y="438"/>
                  </a:lnTo>
                  <a:lnTo>
                    <a:pt x="129" y="695"/>
                  </a:lnTo>
                  <a:lnTo>
                    <a:pt x="284" y="927"/>
                  </a:lnTo>
                  <a:lnTo>
                    <a:pt x="489" y="1133"/>
                  </a:lnTo>
                  <a:lnTo>
                    <a:pt x="618" y="1210"/>
                  </a:lnTo>
                  <a:lnTo>
                    <a:pt x="747" y="1287"/>
                  </a:lnTo>
                  <a:lnTo>
                    <a:pt x="1004" y="1390"/>
                  </a:lnTo>
                  <a:lnTo>
                    <a:pt x="1261" y="1416"/>
                  </a:lnTo>
                  <a:lnTo>
                    <a:pt x="1518" y="1416"/>
                  </a:lnTo>
                  <a:lnTo>
                    <a:pt x="1775" y="1390"/>
                  </a:lnTo>
                  <a:lnTo>
                    <a:pt x="1492" y="1"/>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272;p54">
              <a:extLst>
                <a:ext uri="{FF2B5EF4-FFF2-40B4-BE49-F238E27FC236}">
                  <a16:creationId xmlns:a16="http://schemas.microsoft.com/office/drawing/2014/main" id="{B933D57E-AC4E-80DD-107C-201AB43A24CD}"/>
                </a:ext>
              </a:extLst>
            </p:cNvPr>
            <p:cNvSpPr/>
            <p:nvPr/>
          </p:nvSpPr>
          <p:spPr>
            <a:xfrm>
              <a:off x="5767775" y="2572925"/>
              <a:ext cx="41200" cy="70750"/>
            </a:xfrm>
            <a:custGeom>
              <a:avLst/>
              <a:gdLst/>
              <a:ahLst/>
              <a:cxnLst/>
              <a:rect l="l" t="t" r="r" b="b"/>
              <a:pathLst>
                <a:path w="1648" h="2830" extrusionOk="0">
                  <a:moveTo>
                    <a:pt x="1" y="0"/>
                  </a:moveTo>
                  <a:lnTo>
                    <a:pt x="309" y="1441"/>
                  </a:lnTo>
                  <a:lnTo>
                    <a:pt x="592" y="2830"/>
                  </a:lnTo>
                  <a:lnTo>
                    <a:pt x="850" y="2701"/>
                  </a:lnTo>
                  <a:lnTo>
                    <a:pt x="978" y="2624"/>
                  </a:lnTo>
                  <a:lnTo>
                    <a:pt x="1107" y="2547"/>
                  </a:lnTo>
                  <a:lnTo>
                    <a:pt x="1210" y="2444"/>
                  </a:lnTo>
                  <a:lnTo>
                    <a:pt x="1313" y="2341"/>
                  </a:lnTo>
                  <a:lnTo>
                    <a:pt x="1416" y="2213"/>
                  </a:lnTo>
                  <a:lnTo>
                    <a:pt x="1493" y="2058"/>
                  </a:lnTo>
                  <a:lnTo>
                    <a:pt x="1596" y="1801"/>
                  </a:lnTo>
                  <a:lnTo>
                    <a:pt x="1647" y="1518"/>
                  </a:lnTo>
                  <a:lnTo>
                    <a:pt x="1621" y="1235"/>
                  </a:lnTo>
                  <a:lnTo>
                    <a:pt x="1570" y="952"/>
                  </a:lnTo>
                  <a:lnTo>
                    <a:pt x="1441" y="721"/>
                  </a:lnTo>
                  <a:lnTo>
                    <a:pt x="1287" y="489"/>
                  </a:lnTo>
                  <a:lnTo>
                    <a:pt x="1081" y="283"/>
                  </a:lnTo>
                  <a:lnTo>
                    <a:pt x="824" y="129"/>
                  </a:lnTo>
                  <a:lnTo>
                    <a:pt x="618" y="52"/>
                  </a:lnTo>
                  <a:lnTo>
                    <a:pt x="412"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273;p54">
              <a:extLst>
                <a:ext uri="{FF2B5EF4-FFF2-40B4-BE49-F238E27FC236}">
                  <a16:creationId xmlns:a16="http://schemas.microsoft.com/office/drawing/2014/main" id="{E1B77906-2B92-B706-94B7-9E673FBF1C7E}"/>
                </a:ext>
              </a:extLst>
            </p:cNvPr>
            <p:cNvSpPr/>
            <p:nvPr/>
          </p:nvSpPr>
          <p:spPr>
            <a:xfrm>
              <a:off x="5767775" y="2572925"/>
              <a:ext cx="41200" cy="70750"/>
            </a:xfrm>
            <a:custGeom>
              <a:avLst/>
              <a:gdLst/>
              <a:ahLst/>
              <a:cxnLst/>
              <a:rect l="l" t="t" r="r" b="b"/>
              <a:pathLst>
                <a:path w="1648" h="2830" extrusionOk="0">
                  <a:moveTo>
                    <a:pt x="1" y="0"/>
                  </a:moveTo>
                  <a:lnTo>
                    <a:pt x="27" y="52"/>
                  </a:lnTo>
                  <a:lnTo>
                    <a:pt x="155" y="103"/>
                  </a:lnTo>
                  <a:lnTo>
                    <a:pt x="309" y="155"/>
                  </a:lnTo>
                  <a:lnTo>
                    <a:pt x="541" y="309"/>
                  </a:lnTo>
                  <a:lnTo>
                    <a:pt x="747" y="515"/>
                  </a:lnTo>
                  <a:lnTo>
                    <a:pt x="927" y="746"/>
                  </a:lnTo>
                  <a:lnTo>
                    <a:pt x="1030" y="1004"/>
                  </a:lnTo>
                  <a:lnTo>
                    <a:pt x="1107" y="1261"/>
                  </a:lnTo>
                  <a:lnTo>
                    <a:pt x="1107" y="1544"/>
                  </a:lnTo>
                  <a:lnTo>
                    <a:pt x="1081" y="1827"/>
                  </a:lnTo>
                  <a:lnTo>
                    <a:pt x="978" y="2084"/>
                  </a:lnTo>
                  <a:lnTo>
                    <a:pt x="875" y="2238"/>
                  </a:lnTo>
                  <a:lnTo>
                    <a:pt x="772" y="2393"/>
                  </a:lnTo>
                  <a:lnTo>
                    <a:pt x="670" y="2495"/>
                  </a:lnTo>
                  <a:lnTo>
                    <a:pt x="541" y="2598"/>
                  </a:lnTo>
                  <a:lnTo>
                    <a:pt x="592" y="2830"/>
                  </a:lnTo>
                  <a:lnTo>
                    <a:pt x="850" y="2701"/>
                  </a:lnTo>
                  <a:lnTo>
                    <a:pt x="978" y="2624"/>
                  </a:lnTo>
                  <a:lnTo>
                    <a:pt x="1107" y="2547"/>
                  </a:lnTo>
                  <a:lnTo>
                    <a:pt x="1210" y="2444"/>
                  </a:lnTo>
                  <a:lnTo>
                    <a:pt x="1313" y="2341"/>
                  </a:lnTo>
                  <a:lnTo>
                    <a:pt x="1416" y="2213"/>
                  </a:lnTo>
                  <a:lnTo>
                    <a:pt x="1493" y="2058"/>
                  </a:lnTo>
                  <a:lnTo>
                    <a:pt x="1596" y="1801"/>
                  </a:lnTo>
                  <a:lnTo>
                    <a:pt x="1647" y="1518"/>
                  </a:lnTo>
                  <a:lnTo>
                    <a:pt x="1621" y="1235"/>
                  </a:lnTo>
                  <a:lnTo>
                    <a:pt x="1570" y="952"/>
                  </a:lnTo>
                  <a:lnTo>
                    <a:pt x="1441" y="721"/>
                  </a:lnTo>
                  <a:lnTo>
                    <a:pt x="1287" y="489"/>
                  </a:lnTo>
                  <a:lnTo>
                    <a:pt x="1081" y="283"/>
                  </a:lnTo>
                  <a:lnTo>
                    <a:pt x="824" y="129"/>
                  </a:lnTo>
                  <a:lnTo>
                    <a:pt x="618" y="52"/>
                  </a:lnTo>
                  <a:lnTo>
                    <a:pt x="412"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274;p54">
              <a:extLst>
                <a:ext uri="{FF2B5EF4-FFF2-40B4-BE49-F238E27FC236}">
                  <a16:creationId xmlns:a16="http://schemas.microsoft.com/office/drawing/2014/main" id="{19E1193C-9864-4509-3462-308334E02DE6}"/>
                </a:ext>
              </a:extLst>
            </p:cNvPr>
            <p:cNvSpPr/>
            <p:nvPr/>
          </p:nvSpPr>
          <p:spPr>
            <a:xfrm>
              <a:off x="5501550" y="2719550"/>
              <a:ext cx="90050" cy="167200"/>
            </a:xfrm>
            <a:custGeom>
              <a:avLst/>
              <a:gdLst/>
              <a:ahLst/>
              <a:cxnLst/>
              <a:rect l="l" t="t" r="r" b="b"/>
              <a:pathLst>
                <a:path w="3602" h="6688" extrusionOk="0">
                  <a:moveTo>
                    <a:pt x="2110" y="437"/>
                  </a:moveTo>
                  <a:lnTo>
                    <a:pt x="2316" y="463"/>
                  </a:lnTo>
                  <a:lnTo>
                    <a:pt x="2496" y="515"/>
                  </a:lnTo>
                  <a:lnTo>
                    <a:pt x="2650" y="617"/>
                  </a:lnTo>
                  <a:lnTo>
                    <a:pt x="2779" y="720"/>
                  </a:lnTo>
                  <a:lnTo>
                    <a:pt x="2907" y="875"/>
                  </a:lnTo>
                  <a:lnTo>
                    <a:pt x="2985" y="1029"/>
                  </a:lnTo>
                  <a:lnTo>
                    <a:pt x="3062" y="1209"/>
                  </a:lnTo>
                  <a:lnTo>
                    <a:pt x="3062" y="1389"/>
                  </a:lnTo>
                  <a:lnTo>
                    <a:pt x="3062" y="1981"/>
                  </a:lnTo>
                  <a:lnTo>
                    <a:pt x="3062" y="2084"/>
                  </a:lnTo>
                  <a:lnTo>
                    <a:pt x="3010" y="2161"/>
                  </a:lnTo>
                  <a:lnTo>
                    <a:pt x="2933" y="2238"/>
                  </a:lnTo>
                  <a:lnTo>
                    <a:pt x="2856" y="2289"/>
                  </a:lnTo>
                  <a:lnTo>
                    <a:pt x="2599" y="2392"/>
                  </a:lnTo>
                  <a:lnTo>
                    <a:pt x="2316" y="2469"/>
                  </a:lnTo>
                  <a:lnTo>
                    <a:pt x="2059" y="2495"/>
                  </a:lnTo>
                  <a:lnTo>
                    <a:pt x="1801" y="2521"/>
                  </a:lnTo>
                  <a:lnTo>
                    <a:pt x="1544" y="2495"/>
                  </a:lnTo>
                  <a:lnTo>
                    <a:pt x="1287" y="2469"/>
                  </a:lnTo>
                  <a:lnTo>
                    <a:pt x="1030" y="2392"/>
                  </a:lnTo>
                  <a:lnTo>
                    <a:pt x="772" y="2289"/>
                  </a:lnTo>
                  <a:lnTo>
                    <a:pt x="670" y="2238"/>
                  </a:lnTo>
                  <a:lnTo>
                    <a:pt x="592" y="2161"/>
                  </a:lnTo>
                  <a:lnTo>
                    <a:pt x="567" y="2084"/>
                  </a:lnTo>
                  <a:lnTo>
                    <a:pt x="541" y="1981"/>
                  </a:lnTo>
                  <a:lnTo>
                    <a:pt x="541" y="1389"/>
                  </a:lnTo>
                  <a:lnTo>
                    <a:pt x="567" y="1209"/>
                  </a:lnTo>
                  <a:lnTo>
                    <a:pt x="618" y="1029"/>
                  </a:lnTo>
                  <a:lnTo>
                    <a:pt x="695" y="875"/>
                  </a:lnTo>
                  <a:lnTo>
                    <a:pt x="824" y="720"/>
                  </a:lnTo>
                  <a:lnTo>
                    <a:pt x="952" y="617"/>
                  </a:lnTo>
                  <a:lnTo>
                    <a:pt x="1133" y="515"/>
                  </a:lnTo>
                  <a:lnTo>
                    <a:pt x="1313" y="463"/>
                  </a:lnTo>
                  <a:lnTo>
                    <a:pt x="1493" y="437"/>
                  </a:lnTo>
                  <a:close/>
                  <a:moveTo>
                    <a:pt x="2573" y="2855"/>
                  </a:moveTo>
                  <a:lnTo>
                    <a:pt x="2573" y="2984"/>
                  </a:lnTo>
                  <a:lnTo>
                    <a:pt x="2522" y="3112"/>
                  </a:lnTo>
                  <a:lnTo>
                    <a:pt x="2470" y="3241"/>
                  </a:lnTo>
                  <a:lnTo>
                    <a:pt x="2393" y="3344"/>
                  </a:lnTo>
                  <a:lnTo>
                    <a:pt x="1235" y="3344"/>
                  </a:lnTo>
                  <a:lnTo>
                    <a:pt x="1158" y="3241"/>
                  </a:lnTo>
                  <a:lnTo>
                    <a:pt x="1081" y="3112"/>
                  </a:lnTo>
                  <a:lnTo>
                    <a:pt x="1055" y="2984"/>
                  </a:lnTo>
                  <a:lnTo>
                    <a:pt x="1030" y="2855"/>
                  </a:lnTo>
                  <a:lnTo>
                    <a:pt x="1415" y="2932"/>
                  </a:lnTo>
                  <a:lnTo>
                    <a:pt x="1801" y="2958"/>
                  </a:lnTo>
                  <a:lnTo>
                    <a:pt x="2187" y="2932"/>
                  </a:lnTo>
                  <a:lnTo>
                    <a:pt x="2573" y="2855"/>
                  </a:lnTo>
                  <a:close/>
                  <a:moveTo>
                    <a:pt x="1493" y="0"/>
                  </a:moveTo>
                  <a:lnTo>
                    <a:pt x="1210" y="26"/>
                  </a:lnTo>
                  <a:lnTo>
                    <a:pt x="952" y="129"/>
                  </a:lnTo>
                  <a:lnTo>
                    <a:pt x="721" y="257"/>
                  </a:lnTo>
                  <a:lnTo>
                    <a:pt x="515" y="412"/>
                  </a:lnTo>
                  <a:lnTo>
                    <a:pt x="335" y="617"/>
                  </a:lnTo>
                  <a:lnTo>
                    <a:pt x="207" y="849"/>
                  </a:lnTo>
                  <a:lnTo>
                    <a:pt x="129" y="1132"/>
                  </a:lnTo>
                  <a:lnTo>
                    <a:pt x="104" y="1389"/>
                  </a:lnTo>
                  <a:lnTo>
                    <a:pt x="104" y="1981"/>
                  </a:lnTo>
                  <a:lnTo>
                    <a:pt x="104" y="2109"/>
                  </a:lnTo>
                  <a:lnTo>
                    <a:pt x="129" y="2212"/>
                  </a:lnTo>
                  <a:lnTo>
                    <a:pt x="181" y="2315"/>
                  </a:lnTo>
                  <a:lnTo>
                    <a:pt x="232" y="2418"/>
                  </a:lnTo>
                  <a:lnTo>
                    <a:pt x="309" y="2495"/>
                  </a:lnTo>
                  <a:lnTo>
                    <a:pt x="387" y="2598"/>
                  </a:lnTo>
                  <a:lnTo>
                    <a:pt x="489" y="2649"/>
                  </a:lnTo>
                  <a:lnTo>
                    <a:pt x="592" y="2701"/>
                  </a:lnTo>
                  <a:lnTo>
                    <a:pt x="592" y="2855"/>
                  </a:lnTo>
                  <a:lnTo>
                    <a:pt x="618" y="3010"/>
                  </a:lnTo>
                  <a:lnTo>
                    <a:pt x="644" y="3164"/>
                  </a:lnTo>
                  <a:lnTo>
                    <a:pt x="695" y="3318"/>
                  </a:lnTo>
                  <a:lnTo>
                    <a:pt x="772" y="3473"/>
                  </a:lnTo>
                  <a:lnTo>
                    <a:pt x="618" y="3550"/>
                  </a:lnTo>
                  <a:lnTo>
                    <a:pt x="464" y="3678"/>
                  </a:lnTo>
                  <a:lnTo>
                    <a:pt x="335" y="3807"/>
                  </a:lnTo>
                  <a:lnTo>
                    <a:pt x="207" y="3936"/>
                  </a:lnTo>
                  <a:lnTo>
                    <a:pt x="129" y="4116"/>
                  </a:lnTo>
                  <a:lnTo>
                    <a:pt x="52" y="4296"/>
                  </a:lnTo>
                  <a:lnTo>
                    <a:pt x="1" y="4476"/>
                  </a:lnTo>
                  <a:lnTo>
                    <a:pt x="1" y="4682"/>
                  </a:lnTo>
                  <a:lnTo>
                    <a:pt x="1" y="4887"/>
                  </a:lnTo>
                  <a:lnTo>
                    <a:pt x="26" y="4990"/>
                  </a:lnTo>
                  <a:lnTo>
                    <a:pt x="52" y="5042"/>
                  </a:lnTo>
                  <a:lnTo>
                    <a:pt x="129" y="5093"/>
                  </a:lnTo>
                  <a:lnTo>
                    <a:pt x="207" y="5119"/>
                  </a:lnTo>
                  <a:lnTo>
                    <a:pt x="309" y="5093"/>
                  </a:lnTo>
                  <a:lnTo>
                    <a:pt x="361" y="5042"/>
                  </a:lnTo>
                  <a:lnTo>
                    <a:pt x="412" y="4990"/>
                  </a:lnTo>
                  <a:lnTo>
                    <a:pt x="438" y="4887"/>
                  </a:lnTo>
                  <a:lnTo>
                    <a:pt x="438" y="4682"/>
                  </a:lnTo>
                  <a:lnTo>
                    <a:pt x="464" y="4501"/>
                  </a:lnTo>
                  <a:lnTo>
                    <a:pt x="515" y="4321"/>
                  </a:lnTo>
                  <a:lnTo>
                    <a:pt x="592" y="4167"/>
                  </a:lnTo>
                  <a:lnTo>
                    <a:pt x="695" y="4038"/>
                  </a:lnTo>
                  <a:lnTo>
                    <a:pt x="824" y="3936"/>
                  </a:lnTo>
                  <a:lnTo>
                    <a:pt x="978" y="3858"/>
                  </a:lnTo>
                  <a:lnTo>
                    <a:pt x="1133" y="3807"/>
                  </a:lnTo>
                  <a:lnTo>
                    <a:pt x="1313" y="3781"/>
                  </a:lnTo>
                  <a:lnTo>
                    <a:pt x="2290" y="3781"/>
                  </a:lnTo>
                  <a:lnTo>
                    <a:pt x="2470" y="3807"/>
                  </a:lnTo>
                  <a:lnTo>
                    <a:pt x="2624" y="3858"/>
                  </a:lnTo>
                  <a:lnTo>
                    <a:pt x="2779" y="3936"/>
                  </a:lnTo>
                  <a:lnTo>
                    <a:pt x="2907" y="4038"/>
                  </a:lnTo>
                  <a:lnTo>
                    <a:pt x="3036" y="4167"/>
                  </a:lnTo>
                  <a:lnTo>
                    <a:pt x="3113" y="4321"/>
                  </a:lnTo>
                  <a:lnTo>
                    <a:pt x="3165" y="4501"/>
                  </a:lnTo>
                  <a:lnTo>
                    <a:pt x="3190" y="4682"/>
                  </a:lnTo>
                  <a:lnTo>
                    <a:pt x="3190" y="6225"/>
                  </a:lnTo>
                  <a:lnTo>
                    <a:pt x="3165" y="6251"/>
                  </a:lnTo>
                  <a:lnTo>
                    <a:pt x="438" y="6251"/>
                  </a:lnTo>
                  <a:lnTo>
                    <a:pt x="438" y="6225"/>
                  </a:lnTo>
                  <a:lnTo>
                    <a:pt x="438" y="5762"/>
                  </a:lnTo>
                  <a:lnTo>
                    <a:pt x="412" y="5685"/>
                  </a:lnTo>
                  <a:lnTo>
                    <a:pt x="361" y="5608"/>
                  </a:lnTo>
                  <a:lnTo>
                    <a:pt x="309" y="5556"/>
                  </a:lnTo>
                  <a:lnTo>
                    <a:pt x="129" y="5556"/>
                  </a:lnTo>
                  <a:lnTo>
                    <a:pt x="52" y="5608"/>
                  </a:lnTo>
                  <a:lnTo>
                    <a:pt x="26" y="5685"/>
                  </a:lnTo>
                  <a:lnTo>
                    <a:pt x="1" y="5762"/>
                  </a:lnTo>
                  <a:lnTo>
                    <a:pt x="1" y="6225"/>
                  </a:lnTo>
                  <a:lnTo>
                    <a:pt x="1" y="6302"/>
                  </a:lnTo>
                  <a:lnTo>
                    <a:pt x="26" y="6405"/>
                  </a:lnTo>
                  <a:lnTo>
                    <a:pt x="78" y="6482"/>
                  </a:lnTo>
                  <a:lnTo>
                    <a:pt x="129" y="6559"/>
                  </a:lnTo>
                  <a:lnTo>
                    <a:pt x="207" y="6611"/>
                  </a:lnTo>
                  <a:lnTo>
                    <a:pt x="284" y="6662"/>
                  </a:lnTo>
                  <a:lnTo>
                    <a:pt x="387" y="6688"/>
                  </a:lnTo>
                  <a:lnTo>
                    <a:pt x="3242" y="6688"/>
                  </a:lnTo>
                  <a:lnTo>
                    <a:pt x="3319" y="6662"/>
                  </a:lnTo>
                  <a:lnTo>
                    <a:pt x="3396" y="6611"/>
                  </a:lnTo>
                  <a:lnTo>
                    <a:pt x="3473" y="6559"/>
                  </a:lnTo>
                  <a:lnTo>
                    <a:pt x="3525" y="6482"/>
                  </a:lnTo>
                  <a:lnTo>
                    <a:pt x="3576" y="6405"/>
                  </a:lnTo>
                  <a:lnTo>
                    <a:pt x="3602" y="6328"/>
                  </a:lnTo>
                  <a:lnTo>
                    <a:pt x="3602" y="6225"/>
                  </a:lnTo>
                  <a:lnTo>
                    <a:pt x="3602" y="4682"/>
                  </a:lnTo>
                  <a:lnTo>
                    <a:pt x="3602" y="4476"/>
                  </a:lnTo>
                  <a:lnTo>
                    <a:pt x="3550" y="4296"/>
                  </a:lnTo>
                  <a:lnTo>
                    <a:pt x="3499" y="4116"/>
                  </a:lnTo>
                  <a:lnTo>
                    <a:pt x="3396" y="3936"/>
                  </a:lnTo>
                  <a:lnTo>
                    <a:pt x="3293" y="3807"/>
                  </a:lnTo>
                  <a:lnTo>
                    <a:pt x="3165" y="3678"/>
                  </a:lnTo>
                  <a:lnTo>
                    <a:pt x="3010" y="3550"/>
                  </a:lnTo>
                  <a:lnTo>
                    <a:pt x="2830" y="3473"/>
                  </a:lnTo>
                  <a:lnTo>
                    <a:pt x="2907" y="3318"/>
                  </a:lnTo>
                  <a:lnTo>
                    <a:pt x="2959" y="3164"/>
                  </a:lnTo>
                  <a:lnTo>
                    <a:pt x="3010" y="3010"/>
                  </a:lnTo>
                  <a:lnTo>
                    <a:pt x="3010" y="2855"/>
                  </a:lnTo>
                  <a:lnTo>
                    <a:pt x="3010" y="2701"/>
                  </a:lnTo>
                  <a:lnTo>
                    <a:pt x="3113" y="2649"/>
                  </a:lnTo>
                  <a:lnTo>
                    <a:pt x="3216" y="2598"/>
                  </a:lnTo>
                  <a:lnTo>
                    <a:pt x="3293" y="2495"/>
                  </a:lnTo>
                  <a:lnTo>
                    <a:pt x="3370" y="2418"/>
                  </a:lnTo>
                  <a:lnTo>
                    <a:pt x="3422" y="2315"/>
                  </a:lnTo>
                  <a:lnTo>
                    <a:pt x="3473" y="2212"/>
                  </a:lnTo>
                  <a:lnTo>
                    <a:pt x="3499" y="2109"/>
                  </a:lnTo>
                  <a:lnTo>
                    <a:pt x="3499" y="1981"/>
                  </a:lnTo>
                  <a:lnTo>
                    <a:pt x="3499" y="1389"/>
                  </a:lnTo>
                  <a:lnTo>
                    <a:pt x="3473" y="1132"/>
                  </a:lnTo>
                  <a:lnTo>
                    <a:pt x="3396" y="849"/>
                  </a:lnTo>
                  <a:lnTo>
                    <a:pt x="3267" y="617"/>
                  </a:lnTo>
                  <a:lnTo>
                    <a:pt x="3087" y="412"/>
                  </a:lnTo>
                  <a:lnTo>
                    <a:pt x="2882" y="257"/>
                  </a:lnTo>
                  <a:lnTo>
                    <a:pt x="2650" y="129"/>
                  </a:lnTo>
                  <a:lnTo>
                    <a:pt x="2393" y="26"/>
                  </a:lnTo>
                  <a:lnTo>
                    <a:pt x="211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275;p54">
              <a:extLst>
                <a:ext uri="{FF2B5EF4-FFF2-40B4-BE49-F238E27FC236}">
                  <a16:creationId xmlns:a16="http://schemas.microsoft.com/office/drawing/2014/main" id="{B63B169A-E717-E243-A695-119B9E4B6A30}"/>
                </a:ext>
              </a:extLst>
            </p:cNvPr>
            <p:cNvSpPr/>
            <p:nvPr/>
          </p:nvSpPr>
          <p:spPr>
            <a:xfrm>
              <a:off x="5632100" y="2719550"/>
              <a:ext cx="90700" cy="167200"/>
            </a:xfrm>
            <a:custGeom>
              <a:avLst/>
              <a:gdLst/>
              <a:ahLst/>
              <a:cxnLst/>
              <a:rect l="l" t="t" r="r" b="b"/>
              <a:pathLst>
                <a:path w="3628" h="6688" extrusionOk="0">
                  <a:moveTo>
                    <a:pt x="2135" y="437"/>
                  </a:moveTo>
                  <a:lnTo>
                    <a:pt x="2315" y="463"/>
                  </a:lnTo>
                  <a:lnTo>
                    <a:pt x="2495" y="515"/>
                  </a:lnTo>
                  <a:lnTo>
                    <a:pt x="2650" y="617"/>
                  </a:lnTo>
                  <a:lnTo>
                    <a:pt x="2804" y="720"/>
                  </a:lnTo>
                  <a:lnTo>
                    <a:pt x="2907" y="875"/>
                  </a:lnTo>
                  <a:lnTo>
                    <a:pt x="3010" y="1029"/>
                  </a:lnTo>
                  <a:lnTo>
                    <a:pt x="3061" y="1209"/>
                  </a:lnTo>
                  <a:lnTo>
                    <a:pt x="3087" y="1389"/>
                  </a:lnTo>
                  <a:lnTo>
                    <a:pt x="3087" y="1981"/>
                  </a:lnTo>
                  <a:lnTo>
                    <a:pt x="3061" y="2084"/>
                  </a:lnTo>
                  <a:lnTo>
                    <a:pt x="3010" y="2161"/>
                  </a:lnTo>
                  <a:lnTo>
                    <a:pt x="2958" y="2238"/>
                  </a:lnTo>
                  <a:lnTo>
                    <a:pt x="2856" y="2289"/>
                  </a:lnTo>
                  <a:lnTo>
                    <a:pt x="2598" y="2392"/>
                  </a:lnTo>
                  <a:lnTo>
                    <a:pt x="2341" y="2469"/>
                  </a:lnTo>
                  <a:lnTo>
                    <a:pt x="2084" y="2495"/>
                  </a:lnTo>
                  <a:lnTo>
                    <a:pt x="1827" y="2521"/>
                  </a:lnTo>
                  <a:lnTo>
                    <a:pt x="1544" y="2495"/>
                  </a:lnTo>
                  <a:lnTo>
                    <a:pt x="1287" y="2469"/>
                  </a:lnTo>
                  <a:lnTo>
                    <a:pt x="1029" y="2392"/>
                  </a:lnTo>
                  <a:lnTo>
                    <a:pt x="772" y="2289"/>
                  </a:lnTo>
                  <a:lnTo>
                    <a:pt x="669" y="2238"/>
                  </a:lnTo>
                  <a:lnTo>
                    <a:pt x="618" y="2161"/>
                  </a:lnTo>
                  <a:lnTo>
                    <a:pt x="566" y="2084"/>
                  </a:lnTo>
                  <a:lnTo>
                    <a:pt x="541" y="1981"/>
                  </a:lnTo>
                  <a:lnTo>
                    <a:pt x="541" y="1389"/>
                  </a:lnTo>
                  <a:lnTo>
                    <a:pt x="566" y="1209"/>
                  </a:lnTo>
                  <a:lnTo>
                    <a:pt x="618" y="1029"/>
                  </a:lnTo>
                  <a:lnTo>
                    <a:pt x="721" y="875"/>
                  </a:lnTo>
                  <a:lnTo>
                    <a:pt x="824" y="720"/>
                  </a:lnTo>
                  <a:lnTo>
                    <a:pt x="978" y="617"/>
                  </a:lnTo>
                  <a:lnTo>
                    <a:pt x="1132" y="515"/>
                  </a:lnTo>
                  <a:lnTo>
                    <a:pt x="1312" y="463"/>
                  </a:lnTo>
                  <a:lnTo>
                    <a:pt x="1492" y="437"/>
                  </a:lnTo>
                  <a:close/>
                  <a:moveTo>
                    <a:pt x="2573" y="2855"/>
                  </a:moveTo>
                  <a:lnTo>
                    <a:pt x="2573" y="2984"/>
                  </a:lnTo>
                  <a:lnTo>
                    <a:pt x="2521" y="3112"/>
                  </a:lnTo>
                  <a:lnTo>
                    <a:pt x="2470" y="3241"/>
                  </a:lnTo>
                  <a:lnTo>
                    <a:pt x="2393" y="3344"/>
                  </a:lnTo>
                  <a:lnTo>
                    <a:pt x="1235" y="3344"/>
                  </a:lnTo>
                  <a:lnTo>
                    <a:pt x="1158" y="3241"/>
                  </a:lnTo>
                  <a:lnTo>
                    <a:pt x="1106" y="3112"/>
                  </a:lnTo>
                  <a:lnTo>
                    <a:pt x="1055" y="2984"/>
                  </a:lnTo>
                  <a:lnTo>
                    <a:pt x="1055" y="2855"/>
                  </a:lnTo>
                  <a:lnTo>
                    <a:pt x="1441" y="2932"/>
                  </a:lnTo>
                  <a:lnTo>
                    <a:pt x="1827" y="2958"/>
                  </a:lnTo>
                  <a:lnTo>
                    <a:pt x="2187" y="2932"/>
                  </a:lnTo>
                  <a:lnTo>
                    <a:pt x="2573" y="2855"/>
                  </a:lnTo>
                  <a:close/>
                  <a:moveTo>
                    <a:pt x="2290" y="3781"/>
                  </a:moveTo>
                  <a:lnTo>
                    <a:pt x="2470" y="3807"/>
                  </a:lnTo>
                  <a:lnTo>
                    <a:pt x="2650" y="3858"/>
                  </a:lnTo>
                  <a:lnTo>
                    <a:pt x="2804" y="3936"/>
                  </a:lnTo>
                  <a:lnTo>
                    <a:pt x="2933" y="4038"/>
                  </a:lnTo>
                  <a:lnTo>
                    <a:pt x="3036" y="4167"/>
                  </a:lnTo>
                  <a:lnTo>
                    <a:pt x="3113" y="4321"/>
                  </a:lnTo>
                  <a:lnTo>
                    <a:pt x="3164" y="4501"/>
                  </a:lnTo>
                  <a:lnTo>
                    <a:pt x="3190" y="4682"/>
                  </a:lnTo>
                  <a:lnTo>
                    <a:pt x="3190" y="6225"/>
                  </a:lnTo>
                  <a:lnTo>
                    <a:pt x="3164" y="6251"/>
                  </a:lnTo>
                  <a:lnTo>
                    <a:pt x="463" y="6251"/>
                  </a:lnTo>
                  <a:lnTo>
                    <a:pt x="438" y="6225"/>
                  </a:lnTo>
                  <a:lnTo>
                    <a:pt x="438" y="4682"/>
                  </a:lnTo>
                  <a:lnTo>
                    <a:pt x="463" y="4501"/>
                  </a:lnTo>
                  <a:lnTo>
                    <a:pt x="515" y="4321"/>
                  </a:lnTo>
                  <a:lnTo>
                    <a:pt x="592" y="4167"/>
                  </a:lnTo>
                  <a:lnTo>
                    <a:pt x="695" y="4038"/>
                  </a:lnTo>
                  <a:lnTo>
                    <a:pt x="824" y="3936"/>
                  </a:lnTo>
                  <a:lnTo>
                    <a:pt x="978" y="3858"/>
                  </a:lnTo>
                  <a:lnTo>
                    <a:pt x="1158" y="3807"/>
                  </a:lnTo>
                  <a:lnTo>
                    <a:pt x="1338" y="3781"/>
                  </a:lnTo>
                  <a:close/>
                  <a:moveTo>
                    <a:pt x="1492" y="0"/>
                  </a:moveTo>
                  <a:lnTo>
                    <a:pt x="1235" y="26"/>
                  </a:lnTo>
                  <a:lnTo>
                    <a:pt x="952" y="129"/>
                  </a:lnTo>
                  <a:lnTo>
                    <a:pt x="721" y="257"/>
                  </a:lnTo>
                  <a:lnTo>
                    <a:pt x="515" y="412"/>
                  </a:lnTo>
                  <a:lnTo>
                    <a:pt x="361" y="617"/>
                  </a:lnTo>
                  <a:lnTo>
                    <a:pt x="232" y="849"/>
                  </a:lnTo>
                  <a:lnTo>
                    <a:pt x="155" y="1132"/>
                  </a:lnTo>
                  <a:lnTo>
                    <a:pt x="103" y="1389"/>
                  </a:lnTo>
                  <a:lnTo>
                    <a:pt x="103" y="1981"/>
                  </a:lnTo>
                  <a:lnTo>
                    <a:pt x="129" y="2109"/>
                  </a:lnTo>
                  <a:lnTo>
                    <a:pt x="155" y="2212"/>
                  </a:lnTo>
                  <a:lnTo>
                    <a:pt x="180" y="2315"/>
                  </a:lnTo>
                  <a:lnTo>
                    <a:pt x="258" y="2418"/>
                  </a:lnTo>
                  <a:lnTo>
                    <a:pt x="309" y="2495"/>
                  </a:lnTo>
                  <a:lnTo>
                    <a:pt x="412" y="2598"/>
                  </a:lnTo>
                  <a:lnTo>
                    <a:pt x="489" y="2649"/>
                  </a:lnTo>
                  <a:lnTo>
                    <a:pt x="592" y="2701"/>
                  </a:lnTo>
                  <a:lnTo>
                    <a:pt x="618" y="2701"/>
                  </a:lnTo>
                  <a:lnTo>
                    <a:pt x="618" y="2855"/>
                  </a:lnTo>
                  <a:lnTo>
                    <a:pt x="618" y="3010"/>
                  </a:lnTo>
                  <a:lnTo>
                    <a:pt x="643" y="3164"/>
                  </a:lnTo>
                  <a:lnTo>
                    <a:pt x="721" y="3318"/>
                  </a:lnTo>
                  <a:lnTo>
                    <a:pt x="772" y="3473"/>
                  </a:lnTo>
                  <a:lnTo>
                    <a:pt x="618" y="3550"/>
                  </a:lnTo>
                  <a:lnTo>
                    <a:pt x="463" y="3678"/>
                  </a:lnTo>
                  <a:lnTo>
                    <a:pt x="335" y="3807"/>
                  </a:lnTo>
                  <a:lnTo>
                    <a:pt x="232" y="3936"/>
                  </a:lnTo>
                  <a:lnTo>
                    <a:pt x="129" y="4116"/>
                  </a:lnTo>
                  <a:lnTo>
                    <a:pt x="78" y="4296"/>
                  </a:lnTo>
                  <a:lnTo>
                    <a:pt x="26" y="4476"/>
                  </a:lnTo>
                  <a:lnTo>
                    <a:pt x="0" y="4682"/>
                  </a:lnTo>
                  <a:lnTo>
                    <a:pt x="0" y="6225"/>
                  </a:lnTo>
                  <a:lnTo>
                    <a:pt x="26" y="6302"/>
                  </a:lnTo>
                  <a:lnTo>
                    <a:pt x="52" y="6405"/>
                  </a:lnTo>
                  <a:lnTo>
                    <a:pt x="103" y="6482"/>
                  </a:lnTo>
                  <a:lnTo>
                    <a:pt x="155" y="6559"/>
                  </a:lnTo>
                  <a:lnTo>
                    <a:pt x="232" y="6611"/>
                  </a:lnTo>
                  <a:lnTo>
                    <a:pt x="309" y="6662"/>
                  </a:lnTo>
                  <a:lnTo>
                    <a:pt x="386" y="6688"/>
                  </a:lnTo>
                  <a:lnTo>
                    <a:pt x="3241" y="6688"/>
                  </a:lnTo>
                  <a:lnTo>
                    <a:pt x="3344" y="6662"/>
                  </a:lnTo>
                  <a:lnTo>
                    <a:pt x="3421" y="6611"/>
                  </a:lnTo>
                  <a:lnTo>
                    <a:pt x="3473" y="6559"/>
                  </a:lnTo>
                  <a:lnTo>
                    <a:pt x="3550" y="6482"/>
                  </a:lnTo>
                  <a:lnTo>
                    <a:pt x="3576" y="6405"/>
                  </a:lnTo>
                  <a:lnTo>
                    <a:pt x="3602" y="6328"/>
                  </a:lnTo>
                  <a:lnTo>
                    <a:pt x="3627" y="6225"/>
                  </a:lnTo>
                  <a:lnTo>
                    <a:pt x="3627" y="4682"/>
                  </a:lnTo>
                  <a:lnTo>
                    <a:pt x="3602" y="4476"/>
                  </a:lnTo>
                  <a:lnTo>
                    <a:pt x="3576" y="4296"/>
                  </a:lnTo>
                  <a:lnTo>
                    <a:pt x="3499" y="4116"/>
                  </a:lnTo>
                  <a:lnTo>
                    <a:pt x="3396" y="3936"/>
                  </a:lnTo>
                  <a:lnTo>
                    <a:pt x="3293" y="3807"/>
                  </a:lnTo>
                  <a:lnTo>
                    <a:pt x="3164" y="3678"/>
                  </a:lnTo>
                  <a:lnTo>
                    <a:pt x="3010" y="3550"/>
                  </a:lnTo>
                  <a:lnTo>
                    <a:pt x="2856" y="3473"/>
                  </a:lnTo>
                  <a:lnTo>
                    <a:pt x="2933" y="3318"/>
                  </a:lnTo>
                  <a:lnTo>
                    <a:pt x="2984" y="3164"/>
                  </a:lnTo>
                  <a:lnTo>
                    <a:pt x="3010" y="3010"/>
                  </a:lnTo>
                  <a:lnTo>
                    <a:pt x="3010" y="2855"/>
                  </a:lnTo>
                  <a:lnTo>
                    <a:pt x="3010" y="2701"/>
                  </a:lnTo>
                  <a:lnTo>
                    <a:pt x="3036" y="2701"/>
                  </a:lnTo>
                  <a:lnTo>
                    <a:pt x="3139" y="2649"/>
                  </a:lnTo>
                  <a:lnTo>
                    <a:pt x="3216" y="2598"/>
                  </a:lnTo>
                  <a:lnTo>
                    <a:pt x="3319" y="2495"/>
                  </a:lnTo>
                  <a:lnTo>
                    <a:pt x="3370" y="2418"/>
                  </a:lnTo>
                  <a:lnTo>
                    <a:pt x="3447" y="2315"/>
                  </a:lnTo>
                  <a:lnTo>
                    <a:pt x="3473" y="2212"/>
                  </a:lnTo>
                  <a:lnTo>
                    <a:pt x="3499" y="2109"/>
                  </a:lnTo>
                  <a:lnTo>
                    <a:pt x="3524" y="1981"/>
                  </a:lnTo>
                  <a:lnTo>
                    <a:pt x="3524" y="1389"/>
                  </a:lnTo>
                  <a:lnTo>
                    <a:pt x="3499" y="1132"/>
                  </a:lnTo>
                  <a:lnTo>
                    <a:pt x="3396" y="849"/>
                  </a:lnTo>
                  <a:lnTo>
                    <a:pt x="3267" y="617"/>
                  </a:lnTo>
                  <a:lnTo>
                    <a:pt x="3113" y="412"/>
                  </a:lnTo>
                  <a:lnTo>
                    <a:pt x="2907" y="257"/>
                  </a:lnTo>
                  <a:lnTo>
                    <a:pt x="2676" y="129"/>
                  </a:lnTo>
                  <a:lnTo>
                    <a:pt x="2418" y="26"/>
                  </a:lnTo>
                  <a:lnTo>
                    <a:pt x="2135"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276;p54">
              <a:extLst>
                <a:ext uri="{FF2B5EF4-FFF2-40B4-BE49-F238E27FC236}">
                  <a16:creationId xmlns:a16="http://schemas.microsoft.com/office/drawing/2014/main" id="{7D16C022-5B84-4ABF-3349-B847386CB8C1}"/>
                </a:ext>
              </a:extLst>
            </p:cNvPr>
            <p:cNvSpPr/>
            <p:nvPr/>
          </p:nvSpPr>
          <p:spPr>
            <a:xfrm>
              <a:off x="5763275" y="2719550"/>
              <a:ext cx="90050" cy="167200"/>
            </a:xfrm>
            <a:custGeom>
              <a:avLst/>
              <a:gdLst/>
              <a:ahLst/>
              <a:cxnLst/>
              <a:rect l="l" t="t" r="r" b="b"/>
              <a:pathLst>
                <a:path w="3602" h="6688" extrusionOk="0">
                  <a:moveTo>
                    <a:pt x="2573" y="2855"/>
                  </a:moveTo>
                  <a:lnTo>
                    <a:pt x="2547" y="2984"/>
                  </a:lnTo>
                  <a:lnTo>
                    <a:pt x="2522" y="3112"/>
                  </a:lnTo>
                  <a:lnTo>
                    <a:pt x="2470" y="3241"/>
                  </a:lnTo>
                  <a:lnTo>
                    <a:pt x="2367" y="3344"/>
                  </a:lnTo>
                  <a:lnTo>
                    <a:pt x="1210" y="3344"/>
                  </a:lnTo>
                  <a:lnTo>
                    <a:pt x="1133" y="3241"/>
                  </a:lnTo>
                  <a:lnTo>
                    <a:pt x="1081" y="3112"/>
                  </a:lnTo>
                  <a:lnTo>
                    <a:pt x="1055" y="2984"/>
                  </a:lnTo>
                  <a:lnTo>
                    <a:pt x="1030" y="2855"/>
                  </a:lnTo>
                  <a:lnTo>
                    <a:pt x="1415" y="2932"/>
                  </a:lnTo>
                  <a:lnTo>
                    <a:pt x="1801" y="2958"/>
                  </a:lnTo>
                  <a:lnTo>
                    <a:pt x="2187" y="2932"/>
                  </a:lnTo>
                  <a:lnTo>
                    <a:pt x="2573" y="2855"/>
                  </a:lnTo>
                  <a:close/>
                  <a:moveTo>
                    <a:pt x="2290" y="3781"/>
                  </a:moveTo>
                  <a:lnTo>
                    <a:pt x="2470" y="3807"/>
                  </a:lnTo>
                  <a:lnTo>
                    <a:pt x="2624" y="3858"/>
                  </a:lnTo>
                  <a:lnTo>
                    <a:pt x="2779" y="3936"/>
                  </a:lnTo>
                  <a:lnTo>
                    <a:pt x="2907" y="4038"/>
                  </a:lnTo>
                  <a:lnTo>
                    <a:pt x="3010" y="4167"/>
                  </a:lnTo>
                  <a:lnTo>
                    <a:pt x="3113" y="4321"/>
                  </a:lnTo>
                  <a:lnTo>
                    <a:pt x="3165" y="4501"/>
                  </a:lnTo>
                  <a:lnTo>
                    <a:pt x="3165" y="4682"/>
                  </a:lnTo>
                  <a:lnTo>
                    <a:pt x="3165" y="6225"/>
                  </a:lnTo>
                  <a:lnTo>
                    <a:pt x="3165" y="6251"/>
                  </a:lnTo>
                  <a:lnTo>
                    <a:pt x="438" y="6251"/>
                  </a:lnTo>
                  <a:lnTo>
                    <a:pt x="438" y="6225"/>
                  </a:lnTo>
                  <a:lnTo>
                    <a:pt x="438" y="4682"/>
                  </a:lnTo>
                  <a:lnTo>
                    <a:pt x="438" y="4501"/>
                  </a:lnTo>
                  <a:lnTo>
                    <a:pt x="489" y="4321"/>
                  </a:lnTo>
                  <a:lnTo>
                    <a:pt x="592" y="4167"/>
                  </a:lnTo>
                  <a:lnTo>
                    <a:pt x="695" y="4038"/>
                  </a:lnTo>
                  <a:lnTo>
                    <a:pt x="824" y="3936"/>
                  </a:lnTo>
                  <a:lnTo>
                    <a:pt x="978" y="3858"/>
                  </a:lnTo>
                  <a:lnTo>
                    <a:pt x="1133" y="3807"/>
                  </a:lnTo>
                  <a:lnTo>
                    <a:pt x="1313" y="3781"/>
                  </a:lnTo>
                  <a:close/>
                  <a:moveTo>
                    <a:pt x="1493" y="0"/>
                  </a:moveTo>
                  <a:lnTo>
                    <a:pt x="1210" y="26"/>
                  </a:lnTo>
                  <a:lnTo>
                    <a:pt x="952" y="129"/>
                  </a:lnTo>
                  <a:lnTo>
                    <a:pt x="721" y="257"/>
                  </a:lnTo>
                  <a:lnTo>
                    <a:pt x="515" y="412"/>
                  </a:lnTo>
                  <a:lnTo>
                    <a:pt x="335" y="617"/>
                  </a:lnTo>
                  <a:lnTo>
                    <a:pt x="207" y="849"/>
                  </a:lnTo>
                  <a:lnTo>
                    <a:pt x="129" y="1132"/>
                  </a:lnTo>
                  <a:lnTo>
                    <a:pt x="104" y="1389"/>
                  </a:lnTo>
                  <a:lnTo>
                    <a:pt x="104" y="1981"/>
                  </a:lnTo>
                  <a:lnTo>
                    <a:pt x="104" y="2109"/>
                  </a:lnTo>
                  <a:lnTo>
                    <a:pt x="129" y="2212"/>
                  </a:lnTo>
                  <a:lnTo>
                    <a:pt x="181" y="2315"/>
                  </a:lnTo>
                  <a:lnTo>
                    <a:pt x="232" y="2418"/>
                  </a:lnTo>
                  <a:lnTo>
                    <a:pt x="309" y="2495"/>
                  </a:lnTo>
                  <a:lnTo>
                    <a:pt x="387" y="2598"/>
                  </a:lnTo>
                  <a:lnTo>
                    <a:pt x="489" y="2649"/>
                  </a:lnTo>
                  <a:lnTo>
                    <a:pt x="592" y="2701"/>
                  </a:lnTo>
                  <a:lnTo>
                    <a:pt x="592" y="2855"/>
                  </a:lnTo>
                  <a:lnTo>
                    <a:pt x="618" y="3010"/>
                  </a:lnTo>
                  <a:lnTo>
                    <a:pt x="644" y="3164"/>
                  </a:lnTo>
                  <a:lnTo>
                    <a:pt x="695" y="3318"/>
                  </a:lnTo>
                  <a:lnTo>
                    <a:pt x="772" y="3473"/>
                  </a:lnTo>
                  <a:lnTo>
                    <a:pt x="592" y="3550"/>
                  </a:lnTo>
                  <a:lnTo>
                    <a:pt x="464" y="3678"/>
                  </a:lnTo>
                  <a:lnTo>
                    <a:pt x="309" y="3807"/>
                  </a:lnTo>
                  <a:lnTo>
                    <a:pt x="207" y="3936"/>
                  </a:lnTo>
                  <a:lnTo>
                    <a:pt x="129" y="4116"/>
                  </a:lnTo>
                  <a:lnTo>
                    <a:pt x="52" y="4296"/>
                  </a:lnTo>
                  <a:lnTo>
                    <a:pt x="1" y="4476"/>
                  </a:lnTo>
                  <a:lnTo>
                    <a:pt x="1" y="4682"/>
                  </a:lnTo>
                  <a:lnTo>
                    <a:pt x="1" y="6225"/>
                  </a:lnTo>
                  <a:lnTo>
                    <a:pt x="1" y="6328"/>
                  </a:lnTo>
                  <a:lnTo>
                    <a:pt x="26" y="6405"/>
                  </a:lnTo>
                  <a:lnTo>
                    <a:pt x="78" y="6482"/>
                  </a:lnTo>
                  <a:lnTo>
                    <a:pt x="129" y="6559"/>
                  </a:lnTo>
                  <a:lnTo>
                    <a:pt x="207" y="6611"/>
                  </a:lnTo>
                  <a:lnTo>
                    <a:pt x="284" y="6662"/>
                  </a:lnTo>
                  <a:lnTo>
                    <a:pt x="361" y="6688"/>
                  </a:lnTo>
                  <a:lnTo>
                    <a:pt x="3242" y="6688"/>
                  </a:lnTo>
                  <a:lnTo>
                    <a:pt x="3319" y="6662"/>
                  </a:lnTo>
                  <a:lnTo>
                    <a:pt x="3396" y="6611"/>
                  </a:lnTo>
                  <a:lnTo>
                    <a:pt x="3473" y="6559"/>
                  </a:lnTo>
                  <a:lnTo>
                    <a:pt x="3525" y="6482"/>
                  </a:lnTo>
                  <a:lnTo>
                    <a:pt x="3576" y="6405"/>
                  </a:lnTo>
                  <a:lnTo>
                    <a:pt x="3602" y="6328"/>
                  </a:lnTo>
                  <a:lnTo>
                    <a:pt x="3602" y="6225"/>
                  </a:lnTo>
                  <a:lnTo>
                    <a:pt x="3602" y="4682"/>
                  </a:lnTo>
                  <a:lnTo>
                    <a:pt x="3602" y="4476"/>
                  </a:lnTo>
                  <a:lnTo>
                    <a:pt x="3550" y="4296"/>
                  </a:lnTo>
                  <a:lnTo>
                    <a:pt x="3473" y="4116"/>
                  </a:lnTo>
                  <a:lnTo>
                    <a:pt x="3396" y="3936"/>
                  </a:lnTo>
                  <a:lnTo>
                    <a:pt x="3268" y="3807"/>
                  </a:lnTo>
                  <a:lnTo>
                    <a:pt x="3139" y="3678"/>
                  </a:lnTo>
                  <a:lnTo>
                    <a:pt x="2985" y="3550"/>
                  </a:lnTo>
                  <a:lnTo>
                    <a:pt x="2830" y="3473"/>
                  </a:lnTo>
                  <a:lnTo>
                    <a:pt x="2907" y="3318"/>
                  </a:lnTo>
                  <a:lnTo>
                    <a:pt x="2959" y="3164"/>
                  </a:lnTo>
                  <a:lnTo>
                    <a:pt x="2985" y="3010"/>
                  </a:lnTo>
                  <a:lnTo>
                    <a:pt x="3010" y="2855"/>
                  </a:lnTo>
                  <a:lnTo>
                    <a:pt x="3010" y="2701"/>
                  </a:lnTo>
                  <a:lnTo>
                    <a:pt x="3113" y="2649"/>
                  </a:lnTo>
                  <a:lnTo>
                    <a:pt x="3216" y="2598"/>
                  </a:lnTo>
                  <a:lnTo>
                    <a:pt x="3293" y="2495"/>
                  </a:lnTo>
                  <a:lnTo>
                    <a:pt x="3370" y="2418"/>
                  </a:lnTo>
                  <a:lnTo>
                    <a:pt x="3422" y="2315"/>
                  </a:lnTo>
                  <a:lnTo>
                    <a:pt x="3473" y="2212"/>
                  </a:lnTo>
                  <a:lnTo>
                    <a:pt x="3499" y="2109"/>
                  </a:lnTo>
                  <a:lnTo>
                    <a:pt x="3499" y="1981"/>
                  </a:lnTo>
                  <a:lnTo>
                    <a:pt x="3499" y="1389"/>
                  </a:lnTo>
                  <a:lnTo>
                    <a:pt x="3473" y="1183"/>
                  </a:lnTo>
                  <a:lnTo>
                    <a:pt x="3422" y="952"/>
                  </a:lnTo>
                  <a:lnTo>
                    <a:pt x="3396" y="875"/>
                  </a:lnTo>
                  <a:lnTo>
                    <a:pt x="3319" y="823"/>
                  </a:lnTo>
                  <a:lnTo>
                    <a:pt x="3242" y="797"/>
                  </a:lnTo>
                  <a:lnTo>
                    <a:pt x="3139" y="823"/>
                  </a:lnTo>
                  <a:lnTo>
                    <a:pt x="3087" y="875"/>
                  </a:lnTo>
                  <a:lnTo>
                    <a:pt x="3036" y="926"/>
                  </a:lnTo>
                  <a:lnTo>
                    <a:pt x="3010" y="1003"/>
                  </a:lnTo>
                  <a:lnTo>
                    <a:pt x="3010" y="1106"/>
                  </a:lnTo>
                  <a:lnTo>
                    <a:pt x="3062" y="1235"/>
                  </a:lnTo>
                  <a:lnTo>
                    <a:pt x="3062" y="1389"/>
                  </a:lnTo>
                  <a:lnTo>
                    <a:pt x="3062" y="1981"/>
                  </a:lnTo>
                  <a:lnTo>
                    <a:pt x="3036" y="2084"/>
                  </a:lnTo>
                  <a:lnTo>
                    <a:pt x="3010" y="2161"/>
                  </a:lnTo>
                  <a:lnTo>
                    <a:pt x="2933" y="2238"/>
                  </a:lnTo>
                  <a:lnTo>
                    <a:pt x="2856" y="2289"/>
                  </a:lnTo>
                  <a:lnTo>
                    <a:pt x="2573" y="2392"/>
                  </a:lnTo>
                  <a:lnTo>
                    <a:pt x="2316" y="2469"/>
                  </a:lnTo>
                  <a:lnTo>
                    <a:pt x="2059" y="2495"/>
                  </a:lnTo>
                  <a:lnTo>
                    <a:pt x="1801" y="2521"/>
                  </a:lnTo>
                  <a:lnTo>
                    <a:pt x="1544" y="2495"/>
                  </a:lnTo>
                  <a:lnTo>
                    <a:pt x="1287" y="2469"/>
                  </a:lnTo>
                  <a:lnTo>
                    <a:pt x="1004" y="2392"/>
                  </a:lnTo>
                  <a:lnTo>
                    <a:pt x="747" y="2289"/>
                  </a:lnTo>
                  <a:lnTo>
                    <a:pt x="670" y="2238"/>
                  </a:lnTo>
                  <a:lnTo>
                    <a:pt x="592" y="2161"/>
                  </a:lnTo>
                  <a:lnTo>
                    <a:pt x="541" y="2084"/>
                  </a:lnTo>
                  <a:lnTo>
                    <a:pt x="541" y="1981"/>
                  </a:lnTo>
                  <a:lnTo>
                    <a:pt x="541" y="1389"/>
                  </a:lnTo>
                  <a:lnTo>
                    <a:pt x="567" y="1209"/>
                  </a:lnTo>
                  <a:lnTo>
                    <a:pt x="618" y="1029"/>
                  </a:lnTo>
                  <a:lnTo>
                    <a:pt x="695" y="875"/>
                  </a:lnTo>
                  <a:lnTo>
                    <a:pt x="824" y="720"/>
                  </a:lnTo>
                  <a:lnTo>
                    <a:pt x="952" y="617"/>
                  </a:lnTo>
                  <a:lnTo>
                    <a:pt x="1107" y="515"/>
                  </a:lnTo>
                  <a:lnTo>
                    <a:pt x="1287" y="463"/>
                  </a:lnTo>
                  <a:lnTo>
                    <a:pt x="1493" y="437"/>
                  </a:lnTo>
                  <a:lnTo>
                    <a:pt x="2110" y="437"/>
                  </a:lnTo>
                  <a:lnTo>
                    <a:pt x="2341" y="463"/>
                  </a:lnTo>
                  <a:lnTo>
                    <a:pt x="2547" y="540"/>
                  </a:lnTo>
                  <a:lnTo>
                    <a:pt x="2624" y="566"/>
                  </a:lnTo>
                  <a:lnTo>
                    <a:pt x="2702" y="566"/>
                  </a:lnTo>
                  <a:lnTo>
                    <a:pt x="2779" y="515"/>
                  </a:lnTo>
                  <a:lnTo>
                    <a:pt x="2830" y="463"/>
                  </a:lnTo>
                  <a:lnTo>
                    <a:pt x="2856" y="360"/>
                  </a:lnTo>
                  <a:lnTo>
                    <a:pt x="2856" y="283"/>
                  </a:lnTo>
                  <a:lnTo>
                    <a:pt x="2804" y="206"/>
                  </a:lnTo>
                  <a:lnTo>
                    <a:pt x="2727" y="154"/>
                  </a:lnTo>
                  <a:lnTo>
                    <a:pt x="2599" y="103"/>
                  </a:lnTo>
                  <a:lnTo>
                    <a:pt x="2444" y="52"/>
                  </a:lnTo>
                  <a:lnTo>
                    <a:pt x="2264" y="26"/>
                  </a:lnTo>
                  <a:lnTo>
                    <a:pt x="211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277;p54">
              <a:extLst>
                <a:ext uri="{FF2B5EF4-FFF2-40B4-BE49-F238E27FC236}">
                  <a16:creationId xmlns:a16="http://schemas.microsoft.com/office/drawing/2014/main" id="{8C5AB872-865D-036A-094C-31CDD7351DAC}"/>
                </a:ext>
              </a:extLst>
            </p:cNvPr>
            <p:cNvSpPr/>
            <p:nvPr/>
          </p:nvSpPr>
          <p:spPr>
            <a:xfrm>
              <a:off x="5497700" y="2514400"/>
              <a:ext cx="120275" cy="194225"/>
            </a:xfrm>
            <a:custGeom>
              <a:avLst/>
              <a:gdLst/>
              <a:ahLst/>
              <a:cxnLst/>
              <a:rect l="l" t="t" r="r" b="b"/>
              <a:pathLst>
                <a:path w="4811" h="7769" extrusionOk="0">
                  <a:moveTo>
                    <a:pt x="2907" y="438"/>
                  </a:moveTo>
                  <a:lnTo>
                    <a:pt x="3113" y="464"/>
                  </a:lnTo>
                  <a:lnTo>
                    <a:pt x="3319" y="541"/>
                  </a:lnTo>
                  <a:lnTo>
                    <a:pt x="3524" y="669"/>
                  </a:lnTo>
                  <a:lnTo>
                    <a:pt x="3679" y="824"/>
                  </a:lnTo>
                  <a:lnTo>
                    <a:pt x="3807" y="1030"/>
                  </a:lnTo>
                  <a:lnTo>
                    <a:pt x="3910" y="1261"/>
                  </a:lnTo>
                  <a:lnTo>
                    <a:pt x="3987" y="1493"/>
                  </a:lnTo>
                  <a:lnTo>
                    <a:pt x="3987" y="1776"/>
                  </a:lnTo>
                  <a:lnTo>
                    <a:pt x="4013" y="2341"/>
                  </a:lnTo>
                  <a:lnTo>
                    <a:pt x="4065" y="2856"/>
                  </a:lnTo>
                  <a:lnTo>
                    <a:pt x="4167" y="3267"/>
                  </a:lnTo>
                  <a:lnTo>
                    <a:pt x="4270" y="3628"/>
                  </a:lnTo>
                  <a:lnTo>
                    <a:pt x="3807" y="3756"/>
                  </a:lnTo>
                  <a:lnTo>
                    <a:pt x="3807" y="3756"/>
                  </a:lnTo>
                  <a:lnTo>
                    <a:pt x="3884" y="3499"/>
                  </a:lnTo>
                  <a:lnTo>
                    <a:pt x="3910" y="3216"/>
                  </a:lnTo>
                  <a:lnTo>
                    <a:pt x="3910" y="2136"/>
                  </a:lnTo>
                  <a:lnTo>
                    <a:pt x="3884" y="2033"/>
                  </a:lnTo>
                  <a:lnTo>
                    <a:pt x="3807" y="1956"/>
                  </a:lnTo>
                  <a:lnTo>
                    <a:pt x="3704" y="1878"/>
                  </a:lnTo>
                  <a:lnTo>
                    <a:pt x="3421" y="1878"/>
                  </a:lnTo>
                  <a:lnTo>
                    <a:pt x="3267" y="1827"/>
                  </a:lnTo>
                  <a:lnTo>
                    <a:pt x="3113" y="1776"/>
                  </a:lnTo>
                  <a:lnTo>
                    <a:pt x="2958" y="1673"/>
                  </a:lnTo>
                  <a:lnTo>
                    <a:pt x="2881" y="1621"/>
                  </a:lnTo>
                  <a:lnTo>
                    <a:pt x="2804" y="1595"/>
                  </a:lnTo>
                  <a:lnTo>
                    <a:pt x="2701" y="1595"/>
                  </a:lnTo>
                  <a:lnTo>
                    <a:pt x="2624" y="1647"/>
                  </a:lnTo>
                  <a:lnTo>
                    <a:pt x="2521" y="1698"/>
                  </a:lnTo>
                  <a:lnTo>
                    <a:pt x="2393" y="1750"/>
                  </a:lnTo>
                  <a:lnTo>
                    <a:pt x="2058" y="1827"/>
                  </a:lnTo>
                  <a:lnTo>
                    <a:pt x="1647" y="1878"/>
                  </a:lnTo>
                  <a:lnTo>
                    <a:pt x="1081" y="1878"/>
                  </a:lnTo>
                  <a:lnTo>
                    <a:pt x="978" y="1956"/>
                  </a:lnTo>
                  <a:lnTo>
                    <a:pt x="926" y="2033"/>
                  </a:lnTo>
                  <a:lnTo>
                    <a:pt x="901" y="2136"/>
                  </a:lnTo>
                  <a:lnTo>
                    <a:pt x="901" y="3216"/>
                  </a:lnTo>
                  <a:lnTo>
                    <a:pt x="926" y="3499"/>
                  </a:lnTo>
                  <a:lnTo>
                    <a:pt x="1004" y="3756"/>
                  </a:lnTo>
                  <a:lnTo>
                    <a:pt x="1004" y="3756"/>
                  </a:lnTo>
                  <a:lnTo>
                    <a:pt x="515" y="3628"/>
                  </a:lnTo>
                  <a:lnTo>
                    <a:pt x="643" y="3267"/>
                  </a:lnTo>
                  <a:lnTo>
                    <a:pt x="721" y="2856"/>
                  </a:lnTo>
                  <a:lnTo>
                    <a:pt x="772" y="2341"/>
                  </a:lnTo>
                  <a:lnTo>
                    <a:pt x="798" y="1776"/>
                  </a:lnTo>
                  <a:lnTo>
                    <a:pt x="824" y="1493"/>
                  </a:lnTo>
                  <a:lnTo>
                    <a:pt x="875" y="1261"/>
                  </a:lnTo>
                  <a:lnTo>
                    <a:pt x="978" y="1030"/>
                  </a:lnTo>
                  <a:lnTo>
                    <a:pt x="1132" y="824"/>
                  </a:lnTo>
                  <a:lnTo>
                    <a:pt x="1287" y="669"/>
                  </a:lnTo>
                  <a:lnTo>
                    <a:pt x="1467" y="541"/>
                  </a:lnTo>
                  <a:lnTo>
                    <a:pt x="1672" y="464"/>
                  </a:lnTo>
                  <a:lnTo>
                    <a:pt x="1904" y="438"/>
                  </a:lnTo>
                  <a:close/>
                  <a:moveTo>
                    <a:pt x="2778" y="2058"/>
                  </a:moveTo>
                  <a:lnTo>
                    <a:pt x="2907" y="2161"/>
                  </a:lnTo>
                  <a:lnTo>
                    <a:pt x="3061" y="2239"/>
                  </a:lnTo>
                  <a:lnTo>
                    <a:pt x="3241" y="2290"/>
                  </a:lnTo>
                  <a:lnTo>
                    <a:pt x="3473" y="2316"/>
                  </a:lnTo>
                  <a:lnTo>
                    <a:pt x="3473" y="3216"/>
                  </a:lnTo>
                  <a:lnTo>
                    <a:pt x="3447" y="3422"/>
                  </a:lnTo>
                  <a:lnTo>
                    <a:pt x="3370" y="3628"/>
                  </a:lnTo>
                  <a:lnTo>
                    <a:pt x="3293" y="3808"/>
                  </a:lnTo>
                  <a:lnTo>
                    <a:pt x="3164" y="3962"/>
                  </a:lnTo>
                  <a:lnTo>
                    <a:pt x="2984" y="4091"/>
                  </a:lnTo>
                  <a:lnTo>
                    <a:pt x="2804" y="4193"/>
                  </a:lnTo>
                  <a:lnTo>
                    <a:pt x="2624" y="4271"/>
                  </a:lnTo>
                  <a:lnTo>
                    <a:pt x="2187" y="4271"/>
                  </a:lnTo>
                  <a:lnTo>
                    <a:pt x="1981" y="4193"/>
                  </a:lnTo>
                  <a:lnTo>
                    <a:pt x="1801" y="4091"/>
                  </a:lnTo>
                  <a:lnTo>
                    <a:pt x="1647" y="3962"/>
                  </a:lnTo>
                  <a:lnTo>
                    <a:pt x="1518" y="3808"/>
                  </a:lnTo>
                  <a:lnTo>
                    <a:pt x="1415" y="3628"/>
                  </a:lnTo>
                  <a:lnTo>
                    <a:pt x="1364" y="3422"/>
                  </a:lnTo>
                  <a:lnTo>
                    <a:pt x="1338" y="3216"/>
                  </a:lnTo>
                  <a:lnTo>
                    <a:pt x="1338" y="2316"/>
                  </a:lnTo>
                  <a:lnTo>
                    <a:pt x="1647" y="2316"/>
                  </a:lnTo>
                  <a:lnTo>
                    <a:pt x="2032" y="2290"/>
                  </a:lnTo>
                  <a:lnTo>
                    <a:pt x="2418" y="2213"/>
                  </a:lnTo>
                  <a:lnTo>
                    <a:pt x="2598" y="2136"/>
                  </a:lnTo>
                  <a:lnTo>
                    <a:pt x="2778" y="2058"/>
                  </a:lnTo>
                  <a:close/>
                  <a:moveTo>
                    <a:pt x="2573" y="4708"/>
                  </a:moveTo>
                  <a:lnTo>
                    <a:pt x="2573" y="4914"/>
                  </a:lnTo>
                  <a:lnTo>
                    <a:pt x="2573" y="4991"/>
                  </a:lnTo>
                  <a:lnTo>
                    <a:pt x="2521" y="5042"/>
                  </a:lnTo>
                  <a:lnTo>
                    <a:pt x="2470" y="5068"/>
                  </a:lnTo>
                  <a:lnTo>
                    <a:pt x="2393" y="5094"/>
                  </a:lnTo>
                  <a:lnTo>
                    <a:pt x="2341" y="5068"/>
                  </a:lnTo>
                  <a:lnTo>
                    <a:pt x="2264" y="5042"/>
                  </a:lnTo>
                  <a:lnTo>
                    <a:pt x="2238" y="4991"/>
                  </a:lnTo>
                  <a:lnTo>
                    <a:pt x="2213" y="4914"/>
                  </a:lnTo>
                  <a:lnTo>
                    <a:pt x="2213" y="4708"/>
                  </a:lnTo>
                  <a:close/>
                  <a:moveTo>
                    <a:pt x="3344" y="4373"/>
                  </a:moveTo>
                  <a:lnTo>
                    <a:pt x="3499" y="4451"/>
                  </a:lnTo>
                  <a:lnTo>
                    <a:pt x="3627" y="4554"/>
                  </a:lnTo>
                  <a:lnTo>
                    <a:pt x="3756" y="4656"/>
                  </a:lnTo>
                  <a:lnTo>
                    <a:pt x="3859" y="4785"/>
                  </a:lnTo>
                  <a:lnTo>
                    <a:pt x="3936" y="4939"/>
                  </a:lnTo>
                  <a:lnTo>
                    <a:pt x="3987" y="5094"/>
                  </a:lnTo>
                  <a:lnTo>
                    <a:pt x="4039" y="5274"/>
                  </a:lnTo>
                  <a:lnTo>
                    <a:pt x="4039" y="5428"/>
                  </a:lnTo>
                  <a:lnTo>
                    <a:pt x="4039" y="7306"/>
                  </a:lnTo>
                  <a:lnTo>
                    <a:pt x="4039" y="7332"/>
                  </a:lnTo>
                  <a:lnTo>
                    <a:pt x="772" y="7332"/>
                  </a:lnTo>
                  <a:lnTo>
                    <a:pt x="746" y="7306"/>
                  </a:lnTo>
                  <a:lnTo>
                    <a:pt x="746" y="5428"/>
                  </a:lnTo>
                  <a:lnTo>
                    <a:pt x="772" y="5274"/>
                  </a:lnTo>
                  <a:lnTo>
                    <a:pt x="798" y="5094"/>
                  </a:lnTo>
                  <a:lnTo>
                    <a:pt x="849" y="4939"/>
                  </a:lnTo>
                  <a:lnTo>
                    <a:pt x="952" y="4785"/>
                  </a:lnTo>
                  <a:lnTo>
                    <a:pt x="1029" y="4656"/>
                  </a:lnTo>
                  <a:lnTo>
                    <a:pt x="1158" y="4554"/>
                  </a:lnTo>
                  <a:lnTo>
                    <a:pt x="1287" y="4451"/>
                  </a:lnTo>
                  <a:lnTo>
                    <a:pt x="1441" y="4373"/>
                  </a:lnTo>
                  <a:lnTo>
                    <a:pt x="1595" y="4502"/>
                  </a:lnTo>
                  <a:lnTo>
                    <a:pt x="1775" y="4579"/>
                  </a:lnTo>
                  <a:lnTo>
                    <a:pt x="1775" y="4914"/>
                  </a:lnTo>
                  <a:lnTo>
                    <a:pt x="1801" y="5042"/>
                  </a:lnTo>
                  <a:lnTo>
                    <a:pt x="1827" y="5145"/>
                  </a:lnTo>
                  <a:lnTo>
                    <a:pt x="1878" y="5248"/>
                  </a:lnTo>
                  <a:lnTo>
                    <a:pt x="1955" y="5351"/>
                  </a:lnTo>
                  <a:lnTo>
                    <a:pt x="2058" y="5428"/>
                  </a:lnTo>
                  <a:lnTo>
                    <a:pt x="2161" y="5480"/>
                  </a:lnTo>
                  <a:lnTo>
                    <a:pt x="2264" y="5505"/>
                  </a:lnTo>
                  <a:lnTo>
                    <a:pt x="2393" y="5531"/>
                  </a:lnTo>
                  <a:lnTo>
                    <a:pt x="2521" y="5505"/>
                  </a:lnTo>
                  <a:lnTo>
                    <a:pt x="2650" y="5480"/>
                  </a:lnTo>
                  <a:lnTo>
                    <a:pt x="2753" y="5428"/>
                  </a:lnTo>
                  <a:lnTo>
                    <a:pt x="2830" y="5351"/>
                  </a:lnTo>
                  <a:lnTo>
                    <a:pt x="2907" y="5248"/>
                  </a:lnTo>
                  <a:lnTo>
                    <a:pt x="2958" y="5145"/>
                  </a:lnTo>
                  <a:lnTo>
                    <a:pt x="3010" y="5042"/>
                  </a:lnTo>
                  <a:lnTo>
                    <a:pt x="3010" y="4914"/>
                  </a:lnTo>
                  <a:lnTo>
                    <a:pt x="3010" y="4579"/>
                  </a:lnTo>
                  <a:lnTo>
                    <a:pt x="3190" y="4502"/>
                  </a:lnTo>
                  <a:lnTo>
                    <a:pt x="3344" y="4373"/>
                  </a:lnTo>
                  <a:close/>
                  <a:moveTo>
                    <a:pt x="1904" y="1"/>
                  </a:moveTo>
                  <a:lnTo>
                    <a:pt x="1750" y="26"/>
                  </a:lnTo>
                  <a:lnTo>
                    <a:pt x="1595" y="52"/>
                  </a:lnTo>
                  <a:lnTo>
                    <a:pt x="1441" y="78"/>
                  </a:lnTo>
                  <a:lnTo>
                    <a:pt x="1312" y="155"/>
                  </a:lnTo>
                  <a:lnTo>
                    <a:pt x="1158" y="206"/>
                  </a:lnTo>
                  <a:lnTo>
                    <a:pt x="1029" y="309"/>
                  </a:lnTo>
                  <a:lnTo>
                    <a:pt x="824" y="515"/>
                  </a:lnTo>
                  <a:lnTo>
                    <a:pt x="618" y="772"/>
                  </a:lnTo>
                  <a:lnTo>
                    <a:pt x="489" y="1081"/>
                  </a:lnTo>
                  <a:lnTo>
                    <a:pt x="386" y="1415"/>
                  </a:lnTo>
                  <a:lnTo>
                    <a:pt x="361" y="1595"/>
                  </a:lnTo>
                  <a:lnTo>
                    <a:pt x="361" y="1750"/>
                  </a:lnTo>
                  <a:lnTo>
                    <a:pt x="335" y="2393"/>
                  </a:lnTo>
                  <a:lnTo>
                    <a:pt x="258" y="2907"/>
                  </a:lnTo>
                  <a:lnTo>
                    <a:pt x="232" y="3139"/>
                  </a:lnTo>
                  <a:lnTo>
                    <a:pt x="155" y="3319"/>
                  </a:lnTo>
                  <a:lnTo>
                    <a:pt x="103" y="3499"/>
                  </a:lnTo>
                  <a:lnTo>
                    <a:pt x="26" y="3653"/>
                  </a:lnTo>
                  <a:lnTo>
                    <a:pt x="0" y="3756"/>
                  </a:lnTo>
                  <a:lnTo>
                    <a:pt x="0" y="3833"/>
                  </a:lnTo>
                  <a:lnTo>
                    <a:pt x="52" y="3910"/>
                  </a:lnTo>
                  <a:lnTo>
                    <a:pt x="129" y="3962"/>
                  </a:lnTo>
                  <a:lnTo>
                    <a:pt x="515" y="4091"/>
                  </a:lnTo>
                  <a:lnTo>
                    <a:pt x="901" y="4193"/>
                  </a:lnTo>
                  <a:lnTo>
                    <a:pt x="772" y="4322"/>
                  </a:lnTo>
                  <a:lnTo>
                    <a:pt x="669" y="4451"/>
                  </a:lnTo>
                  <a:lnTo>
                    <a:pt x="566" y="4579"/>
                  </a:lnTo>
                  <a:lnTo>
                    <a:pt x="463" y="4734"/>
                  </a:lnTo>
                  <a:lnTo>
                    <a:pt x="412" y="4888"/>
                  </a:lnTo>
                  <a:lnTo>
                    <a:pt x="361" y="5068"/>
                  </a:lnTo>
                  <a:lnTo>
                    <a:pt x="335" y="5248"/>
                  </a:lnTo>
                  <a:lnTo>
                    <a:pt x="309" y="5428"/>
                  </a:lnTo>
                  <a:lnTo>
                    <a:pt x="309" y="7306"/>
                  </a:lnTo>
                  <a:lnTo>
                    <a:pt x="335" y="7409"/>
                  </a:lnTo>
                  <a:lnTo>
                    <a:pt x="361" y="7486"/>
                  </a:lnTo>
                  <a:lnTo>
                    <a:pt x="386" y="7563"/>
                  </a:lnTo>
                  <a:lnTo>
                    <a:pt x="463" y="7640"/>
                  </a:lnTo>
                  <a:lnTo>
                    <a:pt x="515" y="7692"/>
                  </a:lnTo>
                  <a:lnTo>
                    <a:pt x="592" y="7743"/>
                  </a:lnTo>
                  <a:lnTo>
                    <a:pt x="695" y="7769"/>
                  </a:lnTo>
                  <a:lnTo>
                    <a:pt x="4116" y="7769"/>
                  </a:lnTo>
                  <a:lnTo>
                    <a:pt x="4193" y="7743"/>
                  </a:lnTo>
                  <a:lnTo>
                    <a:pt x="4270" y="7692"/>
                  </a:lnTo>
                  <a:lnTo>
                    <a:pt x="4347" y="7640"/>
                  </a:lnTo>
                  <a:lnTo>
                    <a:pt x="4399" y="7563"/>
                  </a:lnTo>
                  <a:lnTo>
                    <a:pt x="4450" y="7486"/>
                  </a:lnTo>
                  <a:lnTo>
                    <a:pt x="4476" y="7409"/>
                  </a:lnTo>
                  <a:lnTo>
                    <a:pt x="4476" y="7306"/>
                  </a:lnTo>
                  <a:lnTo>
                    <a:pt x="4476" y="5428"/>
                  </a:lnTo>
                  <a:lnTo>
                    <a:pt x="4476" y="5248"/>
                  </a:lnTo>
                  <a:lnTo>
                    <a:pt x="4450" y="5068"/>
                  </a:lnTo>
                  <a:lnTo>
                    <a:pt x="4399" y="4888"/>
                  </a:lnTo>
                  <a:lnTo>
                    <a:pt x="4322" y="4734"/>
                  </a:lnTo>
                  <a:lnTo>
                    <a:pt x="4245" y="4579"/>
                  </a:lnTo>
                  <a:lnTo>
                    <a:pt x="4142" y="4451"/>
                  </a:lnTo>
                  <a:lnTo>
                    <a:pt x="4013" y="4322"/>
                  </a:lnTo>
                  <a:lnTo>
                    <a:pt x="3884" y="4193"/>
                  </a:lnTo>
                  <a:lnTo>
                    <a:pt x="4296" y="4091"/>
                  </a:lnTo>
                  <a:lnTo>
                    <a:pt x="4656" y="3962"/>
                  </a:lnTo>
                  <a:lnTo>
                    <a:pt x="4759" y="3910"/>
                  </a:lnTo>
                  <a:lnTo>
                    <a:pt x="4785" y="3833"/>
                  </a:lnTo>
                  <a:lnTo>
                    <a:pt x="4810" y="3756"/>
                  </a:lnTo>
                  <a:lnTo>
                    <a:pt x="4785" y="3653"/>
                  </a:lnTo>
                  <a:lnTo>
                    <a:pt x="4708" y="3499"/>
                  </a:lnTo>
                  <a:lnTo>
                    <a:pt x="4630" y="3319"/>
                  </a:lnTo>
                  <a:lnTo>
                    <a:pt x="4579" y="3139"/>
                  </a:lnTo>
                  <a:lnTo>
                    <a:pt x="4528" y="2907"/>
                  </a:lnTo>
                  <a:lnTo>
                    <a:pt x="4450" y="2393"/>
                  </a:lnTo>
                  <a:lnTo>
                    <a:pt x="4425" y="1750"/>
                  </a:lnTo>
                  <a:lnTo>
                    <a:pt x="4425" y="1595"/>
                  </a:lnTo>
                  <a:lnTo>
                    <a:pt x="4399" y="1415"/>
                  </a:lnTo>
                  <a:lnTo>
                    <a:pt x="4322" y="1081"/>
                  </a:lnTo>
                  <a:lnTo>
                    <a:pt x="4167" y="772"/>
                  </a:lnTo>
                  <a:lnTo>
                    <a:pt x="3987" y="515"/>
                  </a:lnTo>
                  <a:lnTo>
                    <a:pt x="3756" y="309"/>
                  </a:lnTo>
                  <a:lnTo>
                    <a:pt x="3627" y="206"/>
                  </a:lnTo>
                  <a:lnTo>
                    <a:pt x="3499" y="155"/>
                  </a:lnTo>
                  <a:lnTo>
                    <a:pt x="3344" y="78"/>
                  </a:lnTo>
                  <a:lnTo>
                    <a:pt x="3216" y="52"/>
                  </a:lnTo>
                  <a:lnTo>
                    <a:pt x="3061" y="26"/>
                  </a:lnTo>
                  <a:lnTo>
                    <a:pt x="2907"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278;p54">
              <a:extLst>
                <a:ext uri="{FF2B5EF4-FFF2-40B4-BE49-F238E27FC236}">
                  <a16:creationId xmlns:a16="http://schemas.microsoft.com/office/drawing/2014/main" id="{30BDBED4-0D68-6EAF-1476-03C9CB97E678}"/>
                </a:ext>
              </a:extLst>
            </p:cNvPr>
            <p:cNvSpPr/>
            <p:nvPr/>
          </p:nvSpPr>
          <p:spPr>
            <a:xfrm>
              <a:off x="5731125" y="2567125"/>
              <a:ext cx="82975" cy="83000"/>
            </a:xfrm>
            <a:custGeom>
              <a:avLst/>
              <a:gdLst/>
              <a:ahLst/>
              <a:cxnLst/>
              <a:rect l="l" t="t" r="r" b="b"/>
              <a:pathLst>
                <a:path w="3319" h="3320" extrusionOk="0">
                  <a:moveTo>
                    <a:pt x="1312" y="490"/>
                  </a:moveTo>
                  <a:lnTo>
                    <a:pt x="1518" y="1519"/>
                  </a:lnTo>
                  <a:lnTo>
                    <a:pt x="927" y="1699"/>
                  </a:lnTo>
                  <a:lnTo>
                    <a:pt x="464" y="1827"/>
                  </a:lnTo>
                  <a:lnTo>
                    <a:pt x="438" y="1647"/>
                  </a:lnTo>
                  <a:lnTo>
                    <a:pt x="464" y="1467"/>
                  </a:lnTo>
                  <a:lnTo>
                    <a:pt x="489" y="1287"/>
                  </a:lnTo>
                  <a:lnTo>
                    <a:pt x="567" y="1133"/>
                  </a:lnTo>
                  <a:lnTo>
                    <a:pt x="695" y="901"/>
                  </a:lnTo>
                  <a:lnTo>
                    <a:pt x="875" y="721"/>
                  </a:lnTo>
                  <a:lnTo>
                    <a:pt x="1081" y="593"/>
                  </a:lnTo>
                  <a:lnTo>
                    <a:pt x="1312" y="490"/>
                  </a:lnTo>
                  <a:close/>
                  <a:moveTo>
                    <a:pt x="1750" y="438"/>
                  </a:moveTo>
                  <a:lnTo>
                    <a:pt x="1981" y="490"/>
                  </a:lnTo>
                  <a:lnTo>
                    <a:pt x="2187" y="567"/>
                  </a:lnTo>
                  <a:lnTo>
                    <a:pt x="2419" y="695"/>
                  </a:lnTo>
                  <a:lnTo>
                    <a:pt x="2573" y="850"/>
                  </a:lnTo>
                  <a:lnTo>
                    <a:pt x="2727" y="1056"/>
                  </a:lnTo>
                  <a:lnTo>
                    <a:pt x="2830" y="1261"/>
                  </a:lnTo>
                  <a:lnTo>
                    <a:pt x="2882" y="1493"/>
                  </a:lnTo>
                  <a:lnTo>
                    <a:pt x="2882" y="1724"/>
                  </a:lnTo>
                  <a:lnTo>
                    <a:pt x="2856" y="1956"/>
                  </a:lnTo>
                  <a:lnTo>
                    <a:pt x="2753" y="2187"/>
                  </a:lnTo>
                  <a:lnTo>
                    <a:pt x="2650" y="2367"/>
                  </a:lnTo>
                  <a:lnTo>
                    <a:pt x="2521" y="2522"/>
                  </a:lnTo>
                  <a:lnTo>
                    <a:pt x="2367" y="2650"/>
                  </a:lnTo>
                  <a:lnTo>
                    <a:pt x="2213" y="2753"/>
                  </a:lnTo>
                  <a:lnTo>
                    <a:pt x="1981" y="1621"/>
                  </a:lnTo>
                  <a:lnTo>
                    <a:pt x="1750" y="438"/>
                  </a:lnTo>
                  <a:close/>
                  <a:moveTo>
                    <a:pt x="1595" y="1956"/>
                  </a:moveTo>
                  <a:lnTo>
                    <a:pt x="1801" y="2882"/>
                  </a:lnTo>
                  <a:lnTo>
                    <a:pt x="1621" y="2882"/>
                  </a:lnTo>
                  <a:lnTo>
                    <a:pt x="1441" y="2856"/>
                  </a:lnTo>
                  <a:lnTo>
                    <a:pt x="1287" y="2830"/>
                  </a:lnTo>
                  <a:lnTo>
                    <a:pt x="1132" y="2753"/>
                  </a:lnTo>
                  <a:lnTo>
                    <a:pt x="952" y="2650"/>
                  </a:lnTo>
                  <a:lnTo>
                    <a:pt x="824" y="2547"/>
                  </a:lnTo>
                  <a:lnTo>
                    <a:pt x="695" y="2393"/>
                  </a:lnTo>
                  <a:lnTo>
                    <a:pt x="592" y="2239"/>
                  </a:lnTo>
                  <a:lnTo>
                    <a:pt x="1210" y="2059"/>
                  </a:lnTo>
                  <a:lnTo>
                    <a:pt x="1595" y="1956"/>
                  </a:lnTo>
                  <a:close/>
                  <a:moveTo>
                    <a:pt x="1698" y="1"/>
                  </a:moveTo>
                  <a:lnTo>
                    <a:pt x="1441" y="27"/>
                  </a:lnTo>
                  <a:lnTo>
                    <a:pt x="1235" y="52"/>
                  </a:lnTo>
                  <a:lnTo>
                    <a:pt x="1055" y="130"/>
                  </a:lnTo>
                  <a:lnTo>
                    <a:pt x="875" y="207"/>
                  </a:lnTo>
                  <a:lnTo>
                    <a:pt x="695" y="310"/>
                  </a:lnTo>
                  <a:lnTo>
                    <a:pt x="541" y="438"/>
                  </a:lnTo>
                  <a:lnTo>
                    <a:pt x="386" y="593"/>
                  </a:lnTo>
                  <a:lnTo>
                    <a:pt x="284" y="747"/>
                  </a:lnTo>
                  <a:lnTo>
                    <a:pt x="181" y="927"/>
                  </a:lnTo>
                  <a:lnTo>
                    <a:pt x="52" y="1236"/>
                  </a:lnTo>
                  <a:lnTo>
                    <a:pt x="1" y="1544"/>
                  </a:lnTo>
                  <a:lnTo>
                    <a:pt x="26" y="1853"/>
                  </a:lnTo>
                  <a:lnTo>
                    <a:pt x="78" y="2162"/>
                  </a:lnTo>
                  <a:lnTo>
                    <a:pt x="155" y="2342"/>
                  </a:lnTo>
                  <a:lnTo>
                    <a:pt x="232" y="2470"/>
                  </a:lnTo>
                  <a:lnTo>
                    <a:pt x="309" y="2625"/>
                  </a:lnTo>
                  <a:lnTo>
                    <a:pt x="412" y="2753"/>
                  </a:lnTo>
                  <a:lnTo>
                    <a:pt x="515" y="2882"/>
                  </a:lnTo>
                  <a:lnTo>
                    <a:pt x="644" y="2985"/>
                  </a:lnTo>
                  <a:lnTo>
                    <a:pt x="798" y="3062"/>
                  </a:lnTo>
                  <a:lnTo>
                    <a:pt x="927" y="3165"/>
                  </a:lnTo>
                  <a:lnTo>
                    <a:pt x="1107" y="3216"/>
                  </a:lnTo>
                  <a:lnTo>
                    <a:pt x="1287" y="3268"/>
                  </a:lnTo>
                  <a:lnTo>
                    <a:pt x="1467" y="3319"/>
                  </a:lnTo>
                  <a:lnTo>
                    <a:pt x="1673" y="3319"/>
                  </a:lnTo>
                  <a:lnTo>
                    <a:pt x="1878" y="3293"/>
                  </a:lnTo>
                  <a:lnTo>
                    <a:pt x="2110" y="3268"/>
                  </a:lnTo>
                  <a:lnTo>
                    <a:pt x="2264" y="3216"/>
                  </a:lnTo>
                  <a:lnTo>
                    <a:pt x="2444" y="3139"/>
                  </a:lnTo>
                  <a:lnTo>
                    <a:pt x="2573" y="3036"/>
                  </a:lnTo>
                  <a:lnTo>
                    <a:pt x="2727" y="2933"/>
                  </a:lnTo>
                  <a:lnTo>
                    <a:pt x="2856" y="2830"/>
                  </a:lnTo>
                  <a:lnTo>
                    <a:pt x="2959" y="2676"/>
                  </a:lnTo>
                  <a:lnTo>
                    <a:pt x="3062" y="2547"/>
                  </a:lnTo>
                  <a:lnTo>
                    <a:pt x="3164" y="2393"/>
                  </a:lnTo>
                  <a:lnTo>
                    <a:pt x="3216" y="2239"/>
                  </a:lnTo>
                  <a:lnTo>
                    <a:pt x="3267" y="2084"/>
                  </a:lnTo>
                  <a:lnTo>
                    <a:pt x="3293" y="1904"/>
                  </a:lnTo>
                  <a:lnTo>
                    <a:pt x="3319" y="1750"/>
                  </a:lnTo>
                  <a:lnTo>
                    <a:pt x="3319" y="1596"/>
                  </a:lnTo>
                  <a:lnTo>
                    <a:pt x="3293" y="1441"/>
                  </a:lnTo>
                  <a:lnTo>
                    <a:pt x="3242" y="1133"/>
                  </a:lnTo>
                  <a:lnTo>
                    <a:pt x="3087" y="824"/>
                  </a:lnTo>
                  <a:lnTo>
                    <a:pt x="3010" y="695"/>
                  </a:lnTo>
                  <a:lnTo>
                    <a:pt x="2907" y="567"/>
                  </a:lnTo>
                  <a:lnTo>
                    <a:pt x="2804" y="464"/>
                  </a:lnTo>
                  <a:lnTo>
                    <a:pt x="2676" y="361"/>
                  </a:lnTo>
                  <a:lnTo>
                    <a:pt x="2547" y="258"/>
                  </a:lnTo>
                  <a:lnTo>
                    <a:pt x="2393" y="181"/>
                  </a:lnTo>
                  <a:lnTo>
                    <a:pt x="2161" y="78"/>
                  </a:lnTo>
                  <a:lnTo>
                    <a:pt x="1930" y="27"/>
                  </a:lnTo>
                  <a:lnTo>
                    <a:pt x="1698"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279;p54">
              <a:extLst>
                <a:ext uri="{FF2B5EF4-FFF2-40B4-BE49-F238E27FC236}">
                  <a16:creationId xmlns:a16="http://schemas.microsoft.com/office/drawing/2014/main" id="{F97CF029-E7BE-DB44-F113-7F18FE5B93E4}"/>
                </a:ext>
              </a:extLst>
            </p:cNvPr>
            <p:cNvSpPr/>
            <p:nvPr/>
          </p:nvSpPr>
          <p:spPr>
            <a:xfrm>
              <a:off x="5668750" y="2583850"/>
              <a:ext cx="49550" cy="10950"/>
            </a:xfrm>
            <a:custGeom>
              <a:avLst/>
              <a:gdLst/>
              <a:ahLst/>
              <a:cxnLst/>
              <a:rect l="l" t="t" r="r" b="b"/>
              <a:pathLst>
                <a:path w="1982" h="438" extrusionOk="0">
                  <a:moveTo>
                    <a:pt x="232" y="1"/>
                  </a:moveTo>
                  <a:lnTo>
                    <a:pt x="155" y="26"/>
                  </a:lnTo>
                  <a:lnTo>
                    <a:pt x="78" y="78"/>
                  </a:lnTo>
                  <a:lnTo>
                    <a:pt x="26" y="155"/>
                  </a:lnTo>
                  <a:lnTo>
                    <a:pt x="1" y="232"/>
                  </a:lnTo>
                  <a:lnTo>
                    <a:pt x="26" y="309"/>
                  </a:lnTo>
                  <a:lnTo>
                    <a:pt x="78" y="387"/>
                  </a:lnTo>
                  <a:lnTo>
                    <a:pt x="155" y="438"/>
                  </a:lnTo>
                  <a:lnTo>
                    <a:pt x="1853" y="438"/>
                  </a:lnTo>
                  <a:lnTo>
                    <a:pt x="1930" y="387"/>
                  </a:lnTo>
                  <a:lnTo>
                    <a:pt x="1955" y="309"/>
                  </a:lnTo>
                  <a:lnTo>
                    <a:pt x="1981" y="232"/>
                  </a:lnTo>
                  <a:lnTo>
                    <a:pt x="1955" y="155"/>
                  </a:lnTo>
                  <a:lnTo>
                    <a:pt x="1930" y="78"/>
                  </a:lnTo>
                  <a:lnTo>
                    <a:pt x="1853" y="26"/>
                  </a:lnTo>
                  <a:lnTo>
                    <a:pt x="1775"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280;p54">
              <a:extLst>
                <a:ext uri="{FF2B5EF4-FFF2-40B4-BE49-F238E27FC236}">
                  <a16:creationId xmlns:a16="http://schemas.microsoft.com/office/drawing/2014/main" id="{D41C9674-F161-AFDD-B765-EE5440D6331A}"/>
                </a:ext>
              </a:extLst>
            </p:cNvPr>
            <p:cNvSpPr/>
            <p:nvPr/>
          </p:nvSpPr>
          <p:spPr>
            <a:xfrm>
              <a:off x="5668750" y="2602500"/>
              <a:ext cx="49550" cy="10325"/>
            </a:xfrm>
            <a:custGeom>
              <a:avLst/>
              <a:gdLst/>
              <a:ahLst/>
              <a:cxnLst/>
              <a:rect l="l" t="t" r="r" b="b"/>
              <a:pathLst>
                <a:path w="1982" h="413" extrusionOk="0">
                  <a:moveTo>
                    <a:pt x="155" y="1"/>
                  </a:moveTo>
                  <a:lnTo>
                    <a:pt x="78" y="52"/>
                  </a:lnTo>
                  <a:lnTo>
                    <a:pt x="26" y="129"/>
                  </a:lnTo>
                  <a:lnTo>
                    <a:pt x="1" y="206"/>
                  </a:lnTo>
                  <a:lnTo>
                    <a:pt x="26" y="284"/>
                  </a:lnTo>
                  <a:lnTo>
                    <a:pt x="78" y="361"/>
                  </a:lnTo>
                  <a:lnTo>
                    <a:pt x="155" y="412"/>
                  </a:lnTo>
                  <a:lnTo>
                    <a:pt x="1853" y="412"/>
                  </a:lnTo>
                  <a:lnTo>
                    <a:pt x="1930" y="361"/>
                  </a:lnTo>
                  <a:lnTo>
                    <a:pt x="1955" y="284"/>
                  </a:lnTo>
                  <a:lnTo>
                    <a:pt x="1981" y="206"/>
                  </a:lnTo>
                  <a:lnTo>
                    <a:pt x="1955" y="129"/>
                  </a:lnTo>
                  <a:lnTo>
                    <a:pt x="1930" y="52"/>
                  </a:lnTo>
                  <a:lnTo>
                    <a:pt x="1853"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281;p54">
              <a:extLst>
                <a:ext uri="{FF2B5EF4-FFF2-40B4-BE49-F238E27FC236}">
                  <a16:creationId xmlns:a16="http://schemas.microsoft.com/office/drawing/2014/main" id="{8D3968F8-C8EF-AD0D-BEA9-7A4C4F09B58C}"/>
                </a:ext>
              </a:extLst>
            </p:cNvPr>
            <p:cNvSpPr/>
            <p:nvPr/>
          </p:nvSpPr>
          <p:spPr>
            <a:xfrm>
              <a:off x="5668750" y="2620500"/>
              <a:ext cx="49550" cy="10975"/>
            </a:xfrm>
            <a:custGeom>
              <a:avLst/>
              <a:gdLst/>
              <a:ahLst/>
              <a:cxnLst/>
              <a:rect l="l" t="t" r="r" b="b"/>
              <a:pathLst>
                <a:path w="1982" h="439" extrusionOk="0">
                  <a:moveTo>
                    <a:pt x="155" y="1"/>
                  </a:moveTo>
                  <a:lnTo>
                    <a:pt x="78" y="52"/>
                  </a:lnTo>
                  <a:lnTo>
                    <a:pt x="26" y="129"/>
                  </a:lnTo>
                  <a:lnTo>
                    <a:pt x="1" y="207"/>
                  </a:lnTo>
                  <a:lnTo>
                    <a:pt x="26" y="284"/>
                  </a:lnTo>
                  <a:lnTo>
                    <a:pt x="78" y="361"/>
                  </a:lnTo>
                  <a:lnTo>
                    <a:pt x="155" y="412"/>
                  </a:lnTo>
                  <a:lnTo>
                    <a:pt x="232" y="438"/>
                  </a:lnTo>
                  <a:lnTo>
                    <a:pt x="1775" y="438"/>
                  </a:lnTo>
                  <a:lnTo>
                    <a:pt x="1853" y="412"/>
                  </a:lnTo>
                  <a:lnTo>
                    <a:pt x="1930" y="361"/>
                  </a:lnTo>
                  <a:lnTo>
                    <a:pt x="1955" y="284"/>
                  </a:lnTo>
                  <a:lnTo>
                    <a:pt x="1981" y="207"/>
                  </a:lnTo>
                  <a:lnTo>
                    <a:pt x="1955" y="129"/>
                  </a:lnTo>
                  <a:lnTo>
                    <a:pt x="1930" y="52"/>
                  </a:lnTo>
                  <a:lnTo>
                    <a:pt x="1853"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282;p54">
              <a:extLst>
                <a:ext uri="{FF2B5EF4-FFF2-40B4-BE49-F238E27FC236}">
                  <a16:creationId xmlns:a16="http://schemas.microsoft.com/office/drawing/2014/main" id="{6EF9684D-18F7-43E1-6BD6-D45C4D1FA13A}"/>
                </a:ext>
              </a:extLst>
            </p:cNvPr>
            <p:cNvSpPr/>
            <p:nvPr/>
          </p:nvSpPr>
          <p:spPr>
            <a:xfrm>
              <a:off x="5623750" y="2514400"/>
              <a:ext cx="235375" cy="194225"/>
            </a:xfrm>
            <a:custGeom>
              <a:avLst/>
              <a:gdLst/>
              <a:ahLst/>
              <a:cxnLst/>
              <a:rect l="l" t="t" r="r" b="b"/>
              <a:pathLst>
                <a:path w="9415" h="7769" extrusionOk="0">
                  <a:moveTo>
                    <a:pt x="8437" y="1210"/>
                  </a:moveTo>
                  <a:lnTo>
                    <a:pt x="8437" y="6586"/>
                  </a:lnTo>
                  <a:lnTo>
                    <a:pt x="1003" y="6586"/>
                  </a:lnTo>
                  <a:lnTo>
                    <a:pt x="1003" y="1210"/>
                  </a:lnTo>
                  <a:close/>
                  <a:moveTo>
                    <a:pt x="8977" y="7023"/>
                  </a:moveTo>
                  <a:lnTo>
                    <a:pt x="8977" y="7332"/>
                  </a:lnTo>
                  <a:lnTo>
                    <a:pt x="437" y="7332"/>
                  </a:lnTo>
                  <a:lnTo>
                    <a:pt x="437" y="7023"/>
                  </a:lnTo>
                  <a:close/>
                  <a:moveTo>
                    <a:pt x="360" y="1"/>
                  </a:moveTo>
                  <a:lnTo>
                    <a:pt x="232" y="26"/>
                  </a:lnTo>
                  <a:lnTo>
                    <a:pt x="103" y="104"/>
                  </a:lnTo>
                  <a:lnTo>
                    <a:pt x="26" y="232"/>
                  </a:lnTo>
                  <a:lnTo>
                    <a:pt x="0" y="361"/>
                  </a:lnTo>
                  <a:lnTo>
                    <a:pt x="0" y="850"/>
                  </a:lnTo>
                  <a:lnTo>
                    <a:pt x="26" y="978"/>
                  </a:lnTo>
                  <a:lnTo>
                    <a:pt x="103" y="1107"/>
                  </a:lnTo>
                  <a:lnTo>
                    <a:pt x="232" y="1184"/>
                  </a:lnTo>
                  <a:lnTo>
                    <a:pt x="360" y="1210"/>
                  </a:lnTo>
                  <a:lnTo>
                    <a:pt x="566" y="1210"/>
                  </a:lnTo>
                  <a:lnTo>
                    <a:pt x="566" y="6586"/>
                  </a:lnTo>
                  <a:lnTo>
                    <a:pt x="360" y="6586"/>
                  </a:lnTo>
                  <a:lnTo>
                    <a:pt x="232" y="6611"/>
                  </a:lnTo>
                  <a:lnTo>
                    <a:pt x="103" y="6688"/>
                  </a:lnTo>
                  <a:lnTo>
                    <a:pt x="26" y="6791"/>
                  </a:lnTo>
                  <a:lnTo>
                    <a:pt x="0" y="6946"/>
                  </a:lnTo>
                  <a:lnTo>
                    <a:pt x="0" y="7434"/>
                  </a:lnTo>
                  <a:lnTo>
                    <a:pt x="26" y="7563"/>
                  </a:lnTo>
                  <a:lnTo>
                    <a:pt x="103" y="7666"/>
                  </a:lnTo>
                  <a:lnTo>
                    <a:pt x="232" y="7743"/>
                  </a:lnTo>
                  <a:lnTo>
                    <a:pt x="360" y="7769"/>
                  </a:lnTo>
                  <a:lnTo>
                    <a:pt x="9080" y="7769"/>
                  </a:lnTo>
                  <a:lnTo>
                    <a:pt x="9209" y="7743"/>
                  </a:lnTo>
                  <a:lnTo>
                    <a:pt x="9312" y="7666"/>
                  </a:lnTo>
                  <a:lnTo>
                    <a:pt x="9389" y="7563"/>
                  </a:lnTo>
                  <a:lnTo>
                    <a:pt x="9414" y="7434"/>
                  </a:lnTo>
                  <a:lnTo>
                    <a:pt x="9414" y="6946"/>
                  </a:lnTo>
                  <a:lnTo>
                    <a:pt x="9389" y="6791"/>
                  </a:lnTo>
                  <a:lnTo>
                    <a:pt x="9312" y="6688"/>
                  </a:lnTo>
                  <a:lnTo>
                    <a:pt x="9209" y="6611"/>
                  </a:lnTo>
                  <a:lnTo>
                    <a:pt x="9080" y="6586"/>
                  </a:lnTo>
                  <a:lnTo>
                    <a:pt x="8874" y="6586"/>
                  </a:lnTo>
                  <a:lnTo>
                    <a:pt x="8874" y="1210"/>
                  </a:lnTo>
                  <a:lnTo>
                    <a:pt x="9080" y="1210"/>
                  </a:lnTo>
                  <a:lnTo>
                    <a:pt x="9209" y="1184"/>
                  </a:lnTo>
                  <a:lnTo>
                    <a:pt x="9312" y="1107"/>
                  </a:lnTo>
                  <a:lnTo>
                    <a:pt x="9389" y="978"/>
                  </a:lnTo>
                  <a:lnTo>
                    <a:pt x="9414" y="850"/>
                  </a:lnTo>
                  <a:lnTo>
                    <a:pt x="9414" y="361"/>
                  </a:lnTo>
                  <a:lnTo>
                    <a:pt x="9389" y="232"/>
                  </a:lnTo>
                  <a:lnTo>
                    <a:pt x="9312" y="104"/>
                  </a:lnTo>
                  <a:lnTo>
                    <a:pt x="9209" y="26"/>
                  </a:lnTo>
                  <a:lnTo>
                    <a:pt x="9080" y="1"/>
                  </a:lnTo>
                  <a:lnTo>
                    <a:pt x="2598" y="1"/>
                  </a:lnTo>
                  <a:lnTo>
                    <a:pt x="2495" y="26"/>
                  </a:lnTo>
                  <a:lnTo>
                    <a:pt x="2444" y="78"/>
                  </a:lnTo>
                  <a:lnTo>
                    <a:pt x="2392" y="129"/>
                  </a:lnTo>
                  <a:lnTo>
                    <a:pt x="2366" y="232"/>
                  </a:lnTo>
                  <a:lnTo>
                    <a:pt x="2392" y="309"/>
                  </a:lnTo>
                  <a:lnTo>
                    <a:pt x="2444" y="387"/>
                  </a:lnTo>
                  <a:lnTo>
                    <a:pt x="2495" y="412"/>
                  </a:lnTo>
                  <a:lnTo>
                    <a:pt x="2598" y="438"/>
                  </a:lnTo>
                  <a:lnTo>
                    <a:pt x="8977" y="438"/>
                  </a:lnTo>
                  <a:lnTo>
                    <a:pt x="8977" y="772"/>
                  </a:lnTo>
                  <a:lnTo>
                    <a:pt x="437" y="772"/>
                  </a:lnTo>
                  <a:lnTo>
                    <a:pt x="437" y="438"/>
                  </a:lnTo>
                  <a:lnTo>
                    <a:pt x="1723" y="438"/>
                  </a:lnTo>
                  <a:lnTo>
                    <a:pt x="1801" y="412"/>
                  </a:lnTo>
                  <a:lnTo>
                    <a:pt x="1878" y="387"/>
                  </a:lnTo>
                  <a:lnTo>
                    <a:pt x="1903" y="309"/>
                  </a:lnTo>
                  <a:lnTo>
                    <a:pt x="1929" y="232"/>
                  </a:lnTo>
                  <a:lnTo>
                    <a:pt x="1903" y="129"/>
                  </a:lnTo>
                  <a:lnTo>
                    <a:pt x="1878" y="78"/>
                  </a:lnTo>
                  <a:lnTo>
                    <a:pt x="1801" y="26"/>
                  </a:lnTo>
                  <a:lnTo>
                    <a:pt x="1723"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74" name="Imagen 73">
            <a:extLst>
              <a:ext uri="{FF2B5EF4-FFF2-40B4-BE49-F238E27FC236}">
                <a16:creationId xmlns:a16="http://schemas.microsoft.com/office/drawing/2014/main" id="{ED8E1503-0C15-2172-EA49-71EF38AC992A}"/>
              </a:ext>
            </a:extLst>
          </p:cNvPr>
          <p:cNvPicPr>
            <a:picLocks noChangeAspect="1"/>
          </p:cNvPicPr>
          <p:nvPr/>
        </p:nvPicPr>
        <p:blipFill rotWithShape="1">
          <a:blip r:embed="rId6">
            <a:extLst>
              <a:ext uri="{28A0092B-C50C-407E-A947-70E740481C1C}">
                <a14:useLocalDpi xmlns:a14="http://schemas.microsoft.com/office/drawing/2010/main" val="0"/>
              </a:ext>
            </a:extLst>
          </a:blip>
          <a:srcRect b="30542"/>
          <a:stretch/>
        </p:blipFill>
        <p:spPr bwMode="auto">
          <a:xfrm>
            <a:off x="874732" y="959545"/>
            <a:ext cx="1785006" cy="1785001"/>
          </a:xfrm>
          <a:prstGeom prst="ellipse">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1760662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withEffect">
                                  <p:stCondLst>
                                    <p:cond delay="0"/>
                                  </p:stCondLst>
                                  <p:childTnLst>
                                    <p:set>
                                      <p:cBhvr>
                                        <p:cTn id="6" dur="1" fill="hold">
                                          <p:stCondLst>
                                            <p:cond delay="0"/>
                                          </p:stCondLst>
                                        </p:cTn>
                                        <p:tgtEl>
                                          <p:spTgt spid="123"/>
                                        </p:tgtEl>
                                        <p:attrNameLst>
                                          <p:attrName>style.visibility</p:attrName>
                                        </p:attrNameLst>
                                      </p:cBhvr>
                                      <p:to>
                                        <p:strVal val="visible"/>
                                      </p:to>
                                    </p:set>
                                    <p:anim calcmode="lin" valueType="num">
                                      <p:cBhvr>
                                        <p:cTn id="7" dur="1000" fill="hold"/>
                                        <p:tgtEl>
                                          <p:spTgt spid="123"/>
                                        </p:tgtEl>
                                        <p:attrNameLst>
                                          <p:attrName>ppt_w</p:attrName>
                                        </p:attrNameLst>
                                      </p:cBhvr>
                                      <p:tavLst>
                                        <p:tav tm="0">
                                          <p:val>
                                            <p:fltVal val="0"/>
                                          </p:val>
                                        </p:tav>
                                        <p:tav tm="100000">
                                          <p:val>
                                            <p:strVal val="#ppt_w"/>
                                          </p:val>
                                        </p:tav>
                                      </p:tavLst>
                                    </p:anim>
                                    <p:anim calcmode="lin" valueType="num">
                                      <p:cBhvr>
                                        <p:cTn id="8" dur="1000" fill="hold"/>
                                        <p:tgtEl>
                                          <p:spTgt spid="123"/>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124"/>
                                        </p:tgtEl>
                                        <p:attrNameLst>
                                          <p:attrName>style.visibility</p:attrName>
                                        </p:attrNameLst>
                                      </p:cBhvr>
                                      <p:to>
                                        <p:strVal val="visible"/>
                                      </p:to>
                                    </p:set>
                                    <p:anim calcmode="lin" valueType="num">
                                      <p:cBhvr>
                                        <p:cTn id="11" dur="1000" fill="hold"/>
                                        <p:tgtEl>
                                          <p:spTgt spid="124"/>
                                        </p:tgtEl>
                                        <p:attrNameLst>
                                          <p:attrName>ppt_w</p:attrName>
                                        </p:attrNameLst>
                                      </p:cBhvr>
                                      <p:tavLst>
                                        <p:tav tm="0">
                                          <p:val>
                                            <p:fltVal val="0"/>
                                          </p:val>
                                        </p:tav>
                                        <p:tav tm="100000">
                                          <p:val>
                                            <p:strVal val="#ppt_w"/>
                                          </p:val>
                                        </p:tav>
                                      </p:tavLst>
                                    </p:anim>
                                    <p:anim calcmode="lin" valueType="num">
                                      <p:cBhvr>
                                        <p:cTn id="12" dur="1000" fill="hold"/>
                                        <p:tgtEl>
                                          <p:spTgt spid="124"/>
                                        </p:tgtEl>
                                        <p:attrNameLst>
                                          <p:attrName>ppt_h</p:attrName>
                                        </p:attrNameLst>
                                      </p:cBhvr>
                                      <p:tavLst>
                                        <p:tav tm="0">
                                          <p:val>
                                            <p:fltVal val="0"/>
                                          </p:val>
                                        </p:tav>
                                        <p:tav tm="100000">
                                          <p:val>
                                            <p:strVal val="#ppt_h"/>
                                          </p:val>
                                        </p:tav>
                                      </p:tavLst>
                                    </p:anim>
                                  </p:childTnLst>
                                </p:cTn>
                              </p:par>
                              <p:par>
                                <p:cTn id="13" presetID="23" presetClass="entr" presetSubtype="16" fill="hold" grpId="0" nodeType="withEffect">
                                  <p:stCondLst>
                                    <p:cond delay="0"/>
                                  </p:stCondLst>
                                  <p:childTnLst>
                                    <p:set>
                                      <p:cBhvr>
                                        <p:cTn id="14" dur="1" fill="hold">
                                          <p:stCondLst>
                                            <p:cond delay="0"/>
                                          </p:stCondLst>
                                        </p:cTn>
                                        <p:tgtEl>
                                          <p:spTgt spid="125"/>
                                        </p:tgtEl>
                                        <p:attrNameLst>
                                          <p:attrName>style.visibility</p:attrName>
                                        </p:attrNameLst>
                                      </p:cBhvr>
                                      <p:to>
                                        <p:strVal val="visible"/>
                                      </p:to>
                                    </p:set>
                                    <p:anim calcmode="lin" valueType="num">
                                      <p:cBhvr>
                                        <p:cTn id="15" dur="1000" fill="hold"/>
                                        <p:tgtEl>
                                          <p:spTgt spid="125"/>
                                        </p:tgtEl>
                                        <p:attrNameLst>
                                          <p:attrName>ppt_w</p:attrName>
                                        </p:attrNameLst>
                                      </p:cBhvr>
                                      <p:tavLst>
                                        <p:tav tm="0">
                                          <p:val>
                                            <p:fltVal val="0"/>
                                          </p:val>
                                        </p:tav>
                                        <p:tav tm="100000">
                                          <p:val>
                                            <p:strVal val="#ppt_w"/>
                                          </p:val>
                                        </p:tav>
                                      </p:tavLst>
                                    </p:anim>
                                    <p:anim calcmode="lin" valueType="num">
                                      <p:cBhvr>
                                        <p:cTn id="16" dur="1000" fill="hold"/>
                                        <p:tgtEl>
                                          <p:spTgt spid="125"/>
                                        </p:tgtEl>
                                        <p:attrNameLst>
                                          <p:attrName>ppt_h</p:attrName>
                                        </p:attrNameLst>
                                      </p:cBhvr>
                                      <p:tavLst>
                                        <p:tav tm="0">
                                          <p:val>
                                            <p:fltVal val="0"/>
                                          </p:val>
                                        </p:tav>
                                        <p:tav tm="100000">
                                          <p:val>
                                            <p:strVal val="#ppt_h"/>
                                          </p:val>
                                        </p:tav>
                                      </p:tavLst>
                                    </p:anim>
                                  </p:childTnLst>
                                </p:cTn>
                              </p:par>
                              <p:par>
                                <p:cTn id="17" presetID="23" presetClass="entr" presetSubtype="16" fill="hold" grpId="0" nodeType="withEffect">
                                  <p:stCondLst>
                                    <p:cond delay="0"/>
                                  </p:stCondLst>
                                  <p:childTnLst>
                                    <p:set>
                                      <p:cBhvr>
                                        <p:cTn id="18" dur="1" fill="hold">
                                          <p:stCondLst>
                                            <p:cond delay="0"/>
                                          </p:stCondLst>
                                        </p:cTn>
                                        <p:tgtEl>
                                          <p:spTgt spid="126"/>
                                        </p:tgtEl>
                                        <p:attrNameLst>
                                          <p:attrName>style.visibility</p:attrName>
                                        </p:attrNameLst>
                                      </p:cBhvr>
                                      <p:to>
                                        <p:strVal val="visible"/>
                                      </p:to>
                                    </p:set>
                                    <p:anim calcmode="lin" valueType="num">
                                      <p:cBhvr>
                                        <p:cTn id="19" dur="1000" fill="hold"/>
                                        <p:tgtEl>
                                          <p:spTgt spid="126"/>
                                        </p:tgtEl>
                                        <p:attrNameLst>
                                          <p:attrName>ppt_w</p:attrName>
                                        </p:attrNameLst>
                                      </p:cBhvr>
                                      <p:tavLst>
                                        <p:tav tm="0">
                                          <p:val>
                                            <p:fltVal val="0"/>
                                          </p:val>
                                        </p:tav>
                                        <p:tav tm="100000">
                                          <p:val>
                                            <p:strVal val="#ppt_w"/>
                                          </p:val>
                                        </p:tav>
                                      </p:tavLst>
                                    </p:anim>
                                    <p:anim calcmode="lin" valueType="num">
                                      <p:cBhvr>
                                        <p:cTn id="20" dur="1000" fill="hold"/>
                                        <p:tgtEl>
                                          <p:spTgt spid="126"/>
                                        </p:tgtEl>
                                        <p:attrNameLst>
                                          <p:attrName>ppt_h</p:attrName>
                                        </p:attrNameLst>
                                      </p:cBhvr>
                                      <p:tavLst>
                                        <p:tav tm="0">
                                          <p:val>
                                            <p:fltVal val="0"/>
                                          </p:val>
                                        </p:tav>
                                        <p:tav tm="100000">
                                          <p:val>
                                            <p:strVal val="#ppt_h"/>
                                          </p:val>
                                        </p:tav>
                                      </p:tavLst>
                                    </p:anim>
                                  </p:childTnLst>
                                </p:cTn>
                              </p:par>
                              <p:par>
                                <p:cTn id="21" presetID="22" presetClass="entr" presetSubtype="8" fill="hold" nodeType="withEffect">
                                  <p:stCondLst>
                                    <p:cond delay="1000"/>
                                  </p:stCondLst>
                                  <p:childTnLst>
                                    <p:set>
                                      <p:cBhvr>
                                        <p:cTn id="22" dur="1" fill="hold">
                                          <p:stCondLst>
                                            <p:cond delay="0"/>
                                          </p:stCondLst>
                                        </p:cTn>
                                        <p:tgtEl>
                                          <p:spTgt spid="16"/>
                                        </p:tgtEl>
                                        <p:attrNameLst>
                                          <p:attrName>style.visibility</p:attrName>
                                        </p:attrNameLst>
                                      </p:cBhvr>
                                      <p:to>
                                        <p:strVal val="visible"/>
                                      </p:to>
                                    </p:set>
                                    <p:animEffect transition="in" filter="wipe(left)">
                                      <p:cBhvr>
                                        <p:cTn id="23" dur="2000"/>
                                        <p:tgtEl>
                                          <p:spTgt spid="16"/>
                                        </p:tgtEl>
                                      </p:cBhvr>
                                    </p:animEffect>
                                  </p:childTnLst>
                                </p:cTn>
                              </p:par>
                              <p:par>
                                <p:cTn id="24" presetID="22" presetClass="entr" presetSubtype="8" fill="hold" nodeType="withEffect">
                                  <p:stCondLst>
                                    <p:cond delay="1000"/>
                                  </p:stCondLst>
                                  <p:childTnLst>
                                    <p:set>
                                      <p:cBhvr>
                                        <p:cTn id="25" dur="1" fill="hold">
                                          <p:stCondLst>
                                            <p:cond delay="0"/>
                                          </p:stCondLst>
                                        </p:cTn>
                                        <p:tgtEl>
                                          <p:spTgt spid="49"/>
                                        </p:tgtEl>
                                        <p:attrNameLst>
                                          <p:attrName>style.visibility</p:attrName>
                                        </p:attrNameLst>
                                      </p:cBhvr>
                                      <p:to>
                                        <p:strVal val="visible"/>
                                      </p:to>
                                    </p:set>
                                    <p:animEffect transition="in" filter="wipe(left)">
                                      <p:cBhvr>
                                        <p:cTn id="26" dur="2000"/>
                                        <p:tgtEl>
                                          <p:spTgt spid="49"/>
                                        </p:tgtEl>
                                      </p:cBhvr>
                                    </p:animEffect>
                                  </p:childTnLst>
                                </p:cTn>
                              </p:par>
                              <p:par>
                                <p:cTn id="27" presetID="22" presetClass="entr" presetSubtype="8" fill="hold" nodeType="withEffect">
                                  <p:stCondLst>
                                    <p:cond delay="1000"/>
                                  </p:stCondLst>
                                  <p:childTnLst>
                                    <p:set>
                                      <p:cBhvr>
                                        <p:cTn id="28" dur="1" fill="hold">
                                          <p:stCondLst>
                                            <p:cond delay="0"/>
                                          </p:stCondLst>
                                        </p:cTn>
                                        <p:tgtEl>
                                          <p:spTgt spid="54"/>
                                        </p:tgtEl>
                                        <p:attrNameLst>
                                          <p:attrName>style.visibility</p:attrName>
                                        </p:attrNameLst>
                                      </p:cBhvr>
                                      <p:to>
                                        <p:strVal val="visible"/>
                                      </p:to>
                                    </p:set>
                                    <p:animEffect transition="in" filter="wipe(left)">
                                      <p:cBhvr>
                                        <p:cTn id="29" dur="2000"/>
                                        <p:tgtEl>
                                          <p:spTgt spid="54"/>
                                        </p:tgtEl>
                                      </p:cBhvr>
                                    </p:animEffect>
                                  </p:childTnLst>
                                </p:cTn>
                              </p:par>
                              <p:par>
                                <p:cTn id="30" presetID="22" presetClass="entr" presetSubtype="8" fill="hold" nodeType="withEffect">
                                  <p:stCondLst>
                                    <p:cond delay="1000"/>
                                  </p:stCondLst>
                                  <p:childTnLst>
                                    <p:set>
                                      <p:cBhvr>
                                        <p:cTn id="31" dur="1" fill="hold">
                                          <p:stCondLst>
                                            <p:cond delay="0"/>
                                          </p:stCondLst>
                                        </p:cTn>
                                        <p:tgtEl>
                                          <p:spTgt spid="59"/>
                                        </p:tgtEl>
                                        <p:attrNameLst>
                                          <p:attrName>style.visibility</p:attrName>
                                        </p:attrNameLst>
                                      </p:cBhvr>
                                      <p:to>
                                        <p:strVal val="visible"/>
                                      </p:to>
                                    </p:set>
                                    <p:animEffect transition="in" filter="wipe(left)">
                                      <p:cBhvr>
                                        <p:cTn id="32" dur="2000"/>
                                        <p:tgtEl>
                                          <p:spTgt spid="59"/>
                                        </p:tgtEl>
                                      </p:cBhvr>
                                    </p:animEffect>
                                  </p:childTnLst>
                                </p:cTn>
                              </p:par>
                              <p:par>
                                <p:cTn id="33" presetID="22" presetClass="entr" presetSubtype="8" fill="hold" nodeType="withEffect">
                                  <p:stCondLst>
                                    <p:cond delay="1000"/>
                                  </p:stCondLst>
                                  <p:childTnLst>
                                    <p:set>
                                      <p:cBhvr>
                                        <p:cTn id="34" dur="1" fill="hold">
                                          <p:stCondLst>
                                            <p:cond delay="0"/>
                                          </p:stCondLst>
                                        </p:cTn>
                                        <p:tgtEl>
                                          <p:spTgt spid="64"/>
                                        </p:tgtEl>
                                        <p:attrNameLst>
                                          <p:attrName>style.visibility</p:attrName>
                                        </p:attrNameLst>
                                      </p:cBhvr>
                                      <p:to>
                                        <p:strVal val="visible"/>
                                      </p:to>
                                    </p:set>
                                    <p:animEffect transition="in" filter="wipe(left)">
                                      <p:cBhvr>
                                        <p:cTn id="35" dur="2000"/>
                                        <p:tgtEl>
                                          <p:spTgt spid="64"/>
                                        </p:tgtEl>
                                      </p:cBhvr>
                                    </p:animEffect>
                                  </p:childTnLst>
                                </p:cTn>
                              </p:par>
                              <p:par>
                                <p:cTn id="36" presetID="16" presetClass="entr" presetSubtype="37" fill="hold" nodeType="withEffect">
                                  <p:stCondLst>
                                    <p:cond delay="0"/>
                                  </p:stCondLst>
                                  <p:childTnLst>
                                    <p:set>
                                      <p:cBhvr>
                                        <p:cTn id="37" dur="1" fill="hold">
                                          <p:stCondLst>
                                            <p:cond delay="0"/>
                                          </p:stCondLst>
                                        </p:cTn>
                                        <p:tgtEl>
                                          <p:spTgt spid="142"/>
                                        </p:tgtEl>
                                        <p:attrNameLst>
                                          <p:attrName>style.visibility</p:attrName>
                                        </p:attrNameLst>
                                      </p:cBhvr>
                                      <p:to>
                                        <p:strVal val="visible"/>
                                      </p:to>
                                    </p:set>
                                    <p:animEffect transition="in" filter="barn(outVertical)">
                                      <p:cBhvr>
                                        <p:cTn id="38" dur="1500"/>
                                        <p:tgtEl>
                                          <p:spTgt spid="142"/>
                                        </p:tgtEl>
                                      </p:cBhvr>
                                    </p:animEffect>
                                  </p:childTnLst>
                                </p:cTn>
                              </p:par>
                              <p:par>
                                <p:cTn id="39" presetID="12" presetClass="entr" presetSubtype="1" fill="hold" nodeType="withEffect">
                                  <p:stCondLst>
                                    <p:cond delay="0"/>
                                  </p:stCondLst>
                                  <p:childTnLst>
                                    <p:set>
                                      <p:cBhvr>
                                        <p:cTn id="40" dur="1" fill="hold">
                                          <p:stCondLst>
                                            <p:cond delay="0"/>
                                          </p:stCondLst>
                                        </p:cTn>
                                        <p:tgtEl>
                                          <p:spTgt spid="132"/>
                                        </p:tgtEl>
                                        <p:attrNameLst>
                                          <p:attrName>style.visibility</p:attrName>
                                        </p:attrNameLst>
                                      </p:cBhvr>
                                      <p:to>
                                        <p:strVal val="visible"/>
                                      </p:to>
                                    </p:set>
                                    <p:anim calcmode="lin" valueType="num">
                                      <p:cBhvr additive="base">
                                        <p:cTn id="41" dur="1500"/>
                                        <p:tgtEl>
                                          <p:spTgt spid="132"/>
                                        </p:tgtEl>
                                        <p:attrNameLst>
                                          <p:attrName>ppt_y</p:attrName>
                                        </p:attrNameLst>
                                      </p:cBhvr>
                                      <p:tavLst>
                                        <p:tav tm="0">
                                          <p:val>
                                            <p:strVal val="#ppt_y-#ppt_h*1.125000"/>
                                          </p:val>
                                        </p:tav>
                                        <p:tav tm="100000">
                                          <p:val>
                                            <p:strVal val="#ppt_y"/>
                                          </p:val>
                                        </p:tav>
                                      </p:tavLst>
                                    </p:anim>
                                    <p:animEffect transition="in" filter="wipe(down)">
                                      <p:cBhvr>
                                        <p:cTn id="42" dur="1500"/>
                                        <p:tgtEl>
                                          <p:spTgt spid="132"/>
                                        </p:tgtEl>
                                      </p:cBhvr>
                                    </p:animEffect>
                                  </p:childTnLst>
                                </p:cTn>
                              </p:par>
                              <p:par>
                                <p:cTn id="43" presetID="12" presetClass="entr" presetSubtype="1" fill="hold" nodeType="withEffect">
                                  <p:stCondLst>
                                    <p:cond delay="0"/>
                                  </p:stCondLst>
                                  <p:childTnLst>
                                    <p:set>
                                      <p:cBhvr>
                                        <p:cTn id="44" dur="1" fill="hold">
                                          <p:stCondLst>
                                            <p:cond delay="0"/>
                                          </p:stCondLst>
                                        </p:cTn>
                                        <p:tgtEl>
                                          <p:spTgt spid="133"/>
                                        </p:tgtEl>
                                        <p:attrNameLst>
                                          <p:attrName>style.visibility</p:attrName>
                                        </p:attrNameLst>
                                      </p:cBhvr>
                                      <p:to>
                                        <p:strVal val="visible"/>
                                      </p:to>
                                    </p:set>
                                    <p:anim calcmode="lin" valueType="num">
                                      <p:cBhvr additive="base">
                                        <p:cTn id="45" dur="1500"/>
                                        <p:tgtEl>
                                          <p:spTgt spid="133"/>
                                        </p:tgtEl>
                                        <p:attrNameLst>
                                          <p:attrName>ppt_y</p:attrName>
                                        </p:attrNameLst>
                                      </p:cBhvr>
                                      <p:tavLst>
                                        <p:tav tm="0">
                                          <p:val>
                                            <p:strVal val="#ppt_y-#ppt_h*1.125000"/>
                                          </p:val>
                                        </p:tav>
                                        <p:tav tm="100000">
                                          <p:val>
                                            <p:strVal val="#ppt_y"/>
                                          </p:val>
                                        </p:tav>
                                      </p:tavLst>
                                    </p:anim>
                                    <p:animEffect transition="in" filter="wipe(down)">
                                      <p:cBhvr>
                                        <p:cTn id="46" dur="1500"/>
                                        <p:tgtEl>
                                          <p:spTgt spid="133"/>
                                        </p:tgtEl>
                                      </p:cBhvr>
                                    </p:animEffect>
                                  </p:childTnLst>
                                </p:cTn>
                              </p:par>
                              <p:par>
                                <p:cTn id="47" presetID="12" presetClass="entr" presetSubtype="1" fill="hold" nodeType="withEffect">
                                  <p:stCondLst>
                                    <p:cond delay="0"/>
                                  </p:stCondLst>
                                  <p:childTnLst>
                                    <p:set>
                                      <p:cBhvr>
                                        <p:cTn id="48" dur="1" fill="hold">
                                          <p:stCondLst>
                                            <p:cond delay="0"/>
                                          </p:stCondLst>
                                        </p:cTn>
                                        <p:tgtEl>
                                          <p:spTgt spid="134"/>
                                        </p:tgtEl>
                                        <p:attrNameLst>
                                          <p:attrName>style.visibility</p:attrName>
                                        </p:attrNameLst>
                                      </p:cBhvr>
                                      <p:to>
                                        <p:strVal val="visible"/>
                                      </p:to>
                                    </p:set>
                                    <p:anim calcmode="lin" valueType="num">
                                      <p:cBhvr additive="base">
                                        <p:cTn id="49" dur="1500"/>
                                        <p:tgtEl>
                                          <p:spTgt spid="134"/>
                                        </p:tgtEl>
                                        <p:attrNameLst>
                                          <p:attrName>ppt_y</p:attrName>
                                        </p:attrNameLst>
                                      </p:cBhvr>
                                      <p:tavLst>
                                        <p:tav tm="0">
                                          <p:val>
                                            <p:strVal val="#ppt_y-#ppt_h*1.125000"/>
                                          </p:val>
                                        </p:tav>
                                        <p:tav tm="100000">
                                          <p:val>
                                            <p:strVal val="#ppt_y"/>
                                          </p:val>
                                        </p:tav>
                                      </p:tavLst>
                                    </p:anim>
                                    <p:animEffect transition="in" filter="wipe(down)">
                                      <p:cBhvr>
                                        <p:cTn id="50" dur="1500"/>
                                        <p:tgtEl>
                                          <p:spTgt spid="134"/>
                                        </p:tgtEl>
                                      </p:cBhvr>
                                    </p:animEffect>
                                  </p:childTnLst>
                                </p:cTn>
                              </p:par>
                              <p:par>
                                <p:cTn id="51" presetID="12" presetClass="entr" presetSubtype="1" fill="hold" grpId="0" nodeType="withEffect">
                                  <p:stCondLst>
                                    <p:cond delay="0"/>
                                  </p:stCondLst>
                                  <p:childTnLst>
                                    <p:set>
                                      <p:cBhvr>
                                        <p:cTn id="52" dur="1" fill="hold">
                                          <p:stCondLst>
                                            <p:cond delay="0"/>
                                          </p:stCondLst>
                                        </p:cTn>
                                        <p:tgtEl>
                                          <p:spTgt spid="143"/>
                                        </p:tgtEl>
                                        <p:attrNameLst>
                                          <p:attrName>style.visibility</p:attrName>
                                        </p:attrNameLst>
                                      </p:cBhvr>
                                      <p:to>
                                        <p:strVal val="visible"/>
                                      </p:to>
                                    </p:set>
                                    <p:anim calcmode="lin" valueType="num">
                                      <p:cBhvr additive="base">
                                        <p:cTn id="53" dur="1500"/>
                                        <p:tgtEl>
                                          <p:spTgt spid="143"/>
                                        </p:tgtEl>
                                        <p:attrNameLst>
                                          <p:attrName>ppt_y</p:attrName>
                                        </p:attrNameLst>
                                      </p:cBhvr>
                                      <p:tavLst>
                                        <p:tav tm="0">
                                          <p:val>
                                            <p:strVal val="#ppt_y-#ppt_h*1.125000"/>
                                          </p:val>
                                        </p:tav>
                                        <p:tav tm="100000">
                                          <p:val>
                                            <p:strVal val="#ppt_y"/>
                                          </p:val>
                                        </p:tav>
                                      </p:tavLst>
                                    </p:anim>
                                    <p:animEffect transition="in" filter="wipe(down)">
                                      <p:cBhvr>
                                        <p:cTn id="54" dur="1500"/>
                                        <p:tgtEl>
                                          <p:spTgt spid="143"/>
                                        </p:tgtEl>
                                      </p:cBhvr>
                                    </p:animEffect>
                                  </p:childTnLst>
                                </p:cTn>
                              </p:par>
                              <p:par>
                                <p:cTn id="55" presetID="12" presetClass="entr" presetSubtype="1" fill="hold" grpId="0" nodeType="withEffect">
                                  <p:stCondLst>
                                    <p:cond delay="0"/>
                                  </p:stCondLst>
                                  <p:childTnLst>
                                    <p:set>
                                      <p:cBhvr>
                                        <p:cTn id="56" dur="1" fill="hold">
                                          <p:stCondLst>
                                            <p:cond delay="0"/>
                                          </p:stCondLst>
                                        </p:cTn>
                                        <p:tgtEl>
                                          <p:spTgt spid="151"/>
                                        </p:tgtEl>
                                        <p:attrNameLst>
                                          <p:attrName>style.visibility</p:attrName>
                                        </p:attrNameLst>
                                      </p:cBhvr>
                                      <p:to>
                                        <p:strVal val="visible"/>
                                      </p:to>
                                    </p:set>
                                    <p:anim calcmode="lin" valueType="num">
                                      <p:cBhvr additive="base">
                                        <p:cTn id="57" dur="1500"/>
                                        <p:tgtEl>
                                          <p:spTgt spid="151"/>
                                        </p:tgtEl>
                                        <p:attrNameLst>
                                          <p:attrName>ppt_y</p:attrName>
                                        </p:attrNameLst>
                                      </p:cBhvr>
                                      <p:tavLst>
                                        <p:tav tm="0">
                                          <p:val>
                                            <p:strVal val="#ppt_y-#ppt_h*1.125000"/>
                                          </p:val>
                                        </p:tav>
                                        <p:tav tm="100000">
                                          <p:val>
                                            <p:strVal val="#ppt_y"/>
                                          </p:val>
                                        </p:tav>
                                      </p:tavLst>
                                    </p:anim>
                                    <p:animEffect transition="in" filter="wipe(down)">
                                      <p:cBhvr>
                                        <p:cTn id="58" dur="1500"/>
                                        <p:tgtEl>
                                          <p:spTgt spid="151"/>
                                        </p:tgtEl>
                                      </p:cBhvr>
                                    </p:animEffect>
                                  </p:childTnLst>
                                </p:cTn>
                              </p:par>
                              <p:par>
                                <p:cTn id="59" presetID="22" presetClass="entr" presetSubtype="8" fill="hold" grpId="0" nodeType="withEffect">
                                  <p:stCondLst>
                                    <p:cond delay="2000"/>
                                  </p:stCondLst>
                                  <p:childTnLst>
                                    <p:set>
                                      <p:cBhvr>
                                        <p:cTn id="60" dur="1" fill="hold">
                                          <p:stCondLst>
                                            <p:cond delay="0"/>
                                          </p:stCondLst>
                                        </p:cTn>
                                        <p:tgtEl>
                                          <p:spTgt spid="144"/>
                                        </p:tgtEl>
                                        <p:attrNameLst>
                                          <p:attrName>style.visibility</p:attrName>
                                        </p:attrNameLst>
                                      </p:cBhvr>
                                      <p:to>
                                        <p:strVal val="visible"/>
                                      </p:to>
                                    </p:set>
                                    <p:animEffect transition="in" filter="wipe(left)">
                                      <p:cBhvr>
                                        <p:cTn id="61" dur="2000"/>
                                        <p:tgtEl>
                                          <p:spTgt spid="144"/>
                                        </p:tgtEl>
                                      </p:cBhvr>
                                    </p:animEffect>
                                  </p:childTnLst>
                                </p:cTn>
                              </p:par>
                              <p:par>
                                <p:cTn id="62" presetID="23" presetClass="entr" presetSubtype="16" fill="hold" grpId="0" nodeType="withEffect">
                                  <p:stCondLst>
                                    <p:cond delay="2000"/>
                                  </p:stCondLst>
                                  <p:childTnLst>
                                    <p:set>
                                      <p:cBhvr>
                                        <p:cTn id="63" dur="1" fill="hold">
                                          <p:stCondLst>
                                            <p:cond delay="0"/>
                                          </p:stCondLst>
                                        </p:cTn>
                                        <p:tgtEl>
                                          <p:spTgt spid="156"/>
                                        </p:tgtEl>
                                        <p:attrNameLst>
                                          <p:attrName>style.visibility</p:attrName>
                                        </p:attrNameLst>
                                      </p:cBhvr>
                                      <p:to>
                                        <p:strVal val="visible"/>
                                      </p:to>
                                    </p:set>
                                    <p:anim calcmode="lin" valueType="num">
                                      <p:cBhvr>
                                        <p:cTn id="64" dur="1500" fill="hold"/>
                                        <p:tgtEl>
                                          <p:spTgt spid="156"/>
                                        </p:tgtEl>
                                        <p:attrNameLst>
                                          <p:attrName>ppt_w</p:attrName>
                                        </p:attrNameLst>
                                      </p:cBhvr>
                                      <p:tavLst>
                                        <p:tav tm="0">
                                          <p:val>
                                            <p:fltVal val="0"/>
                                          </p:val>
                                        </p:tav>
                                        <p:tav tm="100000">
                                          <p:val>
                                            <p:strVal val="#ppt_w"/>
                                          </p:val>
                                        </p:tav>
                                      </p:tavLst>
                                    </p:anim>
                                    <p:anim calcmode="lin" valueType="num">
                                      <p:cBhvr>
                                        <p:cTn id="65" dur="1500" fill="hold"/>
                                        <p:tgtEl>
                                          <p:spTgt spid="156"/>
                                        </p:tgtEl>
                                        <p:attrNameLst>
                                          <p:attrName>ppt_h</p:attrName>
                                        </p:attrNameLst>
                                      </p:cBhvr>
                                      <p:tavLst>
                                        <p:tav tm="0">
                                          <p:val>
                                            <p:fltVal val="0"/>
                                          </p:val>
                                        </p:tav>
                                        <p:tav tm="100000">
                                          <p:val>
                                            <p:strVal val="#ppt_h"/>
                                          </p:val>
                                        </p:tav>
                                      </p:tavLst>
                                    </p:anim>
                                  </p:childTnLst>
                                </p:cTn>
                              </p:par>
                              <p:par>
                                <p:cTn id="66" presetID="23" presetClass="entr" presetSubtype="16" fill="hold" grpId="0" nodeType="withEffect">
                                  <p:stCondLst>
                                    <p:cond delay="2000"/>
                                  </p:stCondLst>
                                  <p:childTnLst>
                                    <p:set>
                                      <p:cBhvr>
                                        <p:cTn id="67" dur="1" fill="hold">
                                          <p:stCondLst>
                                            <p:cond delay="0"/>
                                          </p:stCondLst>
                                        </p:cTn>
                                        <p:tgtEl>
                                          <p:spTgt spid="174"/>
                                        </p:tgtEl>
                                        <p:attrNameLst>
                                          <p:attrName>style.visibility</p:attrName>
                                        </p:attrNameLst>
                                      </p:cBhvr>
                                      <p:to>
                                        <p:strVal val="visible"/>
                                      </p:to>
                                    </p:set>
                                    <p:anim calcmode="lin" valueType="num">
                                      <p:cBhvr>
                                        <p:cTn id="68" dur="1500" fill="hold"/>
                                        <p:tgtEl>
                                          <p:spTgt spid="174"/>
                                        </p:tgtEl>
                                        <p:attrNameLst>
                                          <p:attrName>ppt_w</p:attrName>
                                        </p:attrNameLst>
                                      </p:cBhvr>
                                      <p:tavLst>
                                        <p:tav tm="0">
                                          <p:val>
                                            <p:fltVal val="0"/>
                                          </p:val>
                                        </p:tav>
                                        <p:tav tm="100000">
                                          <p:val>
                                            <p:strVal val="#ppt_w"/>
                                          </p:val>
                                        </p:tav>
                                      </p:tavLst>
                                    </p:anim>
                                    <p:anim calcmode="lin" valueType="num">
                                      <p:cBhvr>
                                        <p:cTn id="69" dur="1500" fill="hold"/>
                                        <p:tgtEl>
                                          <p:spTgt spid="174"/>
                                        </p:tgtEl>
                                        <p:attrNameLst>
                                          <p:attrName>ppt_h</p:attrName>
                                        </p:attrNameLst>
                                      </p:cBhvr>
                                      <p:tavLst>
                                        <p:tav tm="0">
                                          <p:val>
                                            <p:fltVal val="0"/>
                                          </p:val>
                                        </p:tav>
                                        <p:tav tm="100000">
                                          <p:val>
                                            <p:strVal val="#ppt_h"/>
                                          </p:val>
                                        </p:tav>
                                      </p:tavLst>
                                    </p:anim>
                                  </p:childTnLst>
                                </p:cTn>
                              </p:par>
                              <p:par>
                                <p:cTn id="70" presetID="23" presetClass="entr" presetSubtype="16" fill="hold" grpId="0" nodeType="withEffect">
                                  <p:stCondLst>
                                    <p:cond delay="2000"/>
                                  </p:stCondLst>
                                  <p:childTnLst>
                                    <p:set>
                                      <p:cBhvr>
                                        <p:cTn id="71" dur="1" fill="hold">
                                          <p:stCondLst>
                                            <p:cond delay="0"/>
                                          </p:stCondLst>
                                        </p:cTn>
                                        <p:tgtEl>
                                          <p:spTgt spid="180"/>
                                        </p:tgtEl>
                                        <p:attrNameLst>
                                          <p:attrName>style.visibility</p:attrName>
                                        </p:attrNameLst>
                                      </p:cBhvr>
                                      <p:to>
                                        <p:strVal val="visible"/>
                                      </p:to>
                                    </p:set>
                                    <p:anim calcmode="lin" valueType="num">
                                      <p:cBhvr>
                                        <p:cTn id="72" dur="1500" fill="hold"/>
                                        <p:tgtEl>
                                          <p:spTgt spid="180"/>
                                        </p:tgtEl>
                                        <p:attrNameLst>
                                          <p:attrName>ppt_w</p:attrName>
                                        </p:attrNameLst>
                                      </p:cBhvr>
                                      <p:tavLst>
                                        <p:tav tm="0">
                                          <p:val>
                                            <p:fltVal val="0"/>
                                          </p:val>
                                        </p:tav>
                                        <p:tav tm="100000">
                                          <p:val>
                                            <p:strVal val="#ppt_w"/>
                                          </p:val>
                                        </p:tav>
                                      </p:tavLst>
                                    </p:anim>
                                    <p:anim calcmode="lin" valueType="num">
                                      <p:cBhvr>
                                        <p:cTn id="73" dur="1500" fill="hold"/>
                                        <p:tgtEl>
                                          <p:spTgt spid="180"/>
                                        </p:tgtEl>
                                        <p:attrNameLst>
                                          <p:attrName>ppt_h</p:attrName>
                                        </p:attrNameLst>
                                      </p:cBhvr>
                                      <p:tavLst>
                                        <p:tav tm="0">
                                          <p:val>
                                            <p:fltVal val="0"/>
                                          </p:val>
                                        </p:tav>
                                        <p:tav tm="100000">
                                          <p:val>
                                            <p:strVal val="#ppt_h"/>
                                          </p:val>
                                        </p:tav>
                                      </p:tavLst>
                                    </p:anim>
                                  </p:childTnLst>
                                </p:cTn>
                              </p:par>
                              <p:par>
                                <p:cTn id="74" presetID="23" presetClass="entr" presetSubtype="16" fill="hold" grpId="0" nodeType="withEffect">
                                  <p:stCondLst>
                                    <p:cond delay="2000"/>
                                  </p:stCondLst>
                                  <p:childTnLst>
                                    <p:set>
                                      <p:cBhvr>
                                        <p:cTn id="75" dur="1" fill="hold">
                                          <p:stCondLst>
                                            <p:cond delay="0"/>
                                          </p:stCondLst>
                                        </p:cTn>
                                        <p:tgtEl>
                                          <p:spTgt spid="186"/>
                                        </p:tgtEl>
                                        <p:attrNameLst>
                                          <p:attrName>style.visibility</p:attrName>
                                        </p:attrNameLst>
                                      </p:cBhvr>
                                      <p:to>
                                        <p:strVal val="visible"/>
                                      </p:to>
                                    </p:set>
                                    <p:anim calcmode="lin" valueType="num">
                                      <p:cBhvr>
                                        <p:cTn id="76" dur="1500" fill="hold"/>
                                        <p:tgtEl>
                                          <p:spTgt spid="186"/>
                                        </p:tgtEl>
                                        <p:attrNameLst>
                                          <p:attrName>ppt_w</p:attrName>
                                        </p:attrNameLst>
                                      </p:cBhvr>
                                      <p:tavLst>
                                        <p:tav tm="0">
                                          <p:val>
                                            <p:fltVal val="0"/>
                                          </p:val>
                                        </p:tav>
                                        <p:tav tm="100000">
                                          <p:val>
                                            <p:strVal val="#ppt_w"/>
                                          </p:val>
                                        </p:tav>
                                      </p:tavLst>
                                    </p:anim>
                                    <p:anim calcmode="lin" valueType="num">
                                      <p:cBhvr>
                                        <p:cTn id="77" dur="1500" fill="hold"/>
                                        <p:tgtEl>
                                          <p:spTgt spid="18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 grpId="0" animBg="1"/>
      <p:bldP spid="124" grpId="0" animBg="1"/>
      <p:bldP spid="125" grpId="0" animBg="1"/>
      <p:bldP spid="126" grpId="0" animBg="1"/>
      <p:bldP spid="143" grpId="0"/>
      <p:bldP spid="144" grpId="0"/>
      <p:bldP spid="151" grpId="0"/>
      <p:bldP spid="156" grpId="0" animBg="1"/>
      <p:bldP spid="174" grpId="0" animBg="1"/>
      <p:bldP spid="180" grpId="0" animBg="1"/>
      <p:bldP spid="186"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4A4D376-36FA-41E3-B54B-E6F7D5B7C8C1}"/>
              </a:ext>
            </a:extLst>
          </p:cNvPr>
          <p:cNvSpPr txBox="1"/>
          <p:nvPr/>
        </p:nvSpPr>
        <p:spPr>
          <a:xfrm>
            <a:off x="1017056" y="3532239"/>
            <a:ext cx="3171052" cy="2388154"/>
          </a:xfrm>
          <a:prstGeom prst="rect">
            <a:avLst/>
          </a:prstGeom>
          <a:noFill/>
        </p:spPr>
        <p:txBody>
          <a:bodyPr wrap="square" rtlCol="0">
            <a:spAutoFit/>
          </a:bodyPr>
          <a:lstStyle/>
          <a:p>
            <a:pPr marL="171450" indent="-171450">
              <a:lnSpc>
                <a:spcPts val="1300"/>
              </a:lnSpc>
              <a:spcAft>
                <a:spcPts val="600"/>
              </a:spcAft>
              <a:buClr>
                <a:srgbClr val="DB4E18"/>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Coordinar los recursos y alinear las expectativas con los stakeholders.</a:t>
            </a:r>
          </a:p>
          <a:p>
            <a:pPr marL="171450" indent="-171450">
              <a:lnSpc>
                <a:spcPts val="1300"/>
              </a:lnSpc>
              <a:spcAft>
                <a:spcPts val="600"/>
              </a:spcAft>
              <a:buClr>
                <a:srgbClr val="DB4E18"/>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Asegurar la identificación de brechas con respecto a los marcos de referencia (NIST, ISO 27001, PCI DSS).</a:t>
            </a:r>
          </a:p>
          <a:p>
            <a:pPr marL="171450" indent="-171450">
              <a:lnSpc>
                <a:spcPts val="1300"/>
              </a:lnSpc>
              <a:spcAft>
                <a:spcPts val="600"/>
              </a:spcAft>
              <a:buClr>
                <a:srgbClr val="DB4E18"/>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Liderar la definición de la estrategia global, incluyendo objetivos, principios y enfoque de seguridad.</a:t>
            </a:r>
          </a:p>
          <a:p>
            <a:pPr marL="171450" indent="-171450">
              <a:lnSpc>
                <a:spcPts val="1300"/>
              </a:lnSpc>
              <a:spcAft>
                <a:spcPts val="600"/>
              </a:spcAft>
              <a:buClr>
                <a:srgbClr val="DB4E18"/>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Validar que los controles implementados cumplan con los requisitos normativos.</a:t>
            </a:r>
          </a:p>
          <a:p>
            <a:pPr marL="171450" indent="-171450">
              <a:lnSpc>
                <a:spcPts val="1300"/>
              </a:lnSpc>
              <a:spcAft>
                <a:spcPts val="600"/>
              </a:spcAft>
              <a:buClr>
                <a:srgbClr val="DB4E18"/>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Identificación de oportunidades de mejora y proponer planes de acción.</a:t>
            </a:r>
            <a:endParaRPr lang="en-US" sz="1000" dirty="0">
              <a:solidFill>
                <a:schemeClr val="accent2"/>
              </a:solidFill>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AB70A88B-01E4-4EC7-B21E-8F11AA9159CB}"/>
              </a:ext>
            </a:extLst>
          </p:cNvPr>
          <p:cNvSpPr txBox="1"/>
          <p:nvPr/>
        </p:nvSpPr>
        <p:spPr>
          <a:xfrm>
            <a:off x="4578035" y="3532239"/>
            <a:ext cx="2892422" cy="2554867"/>
          </a:xfrm>
          <a:prstGeom prst="rect">
            <a:avLst/>
          </a:prstGeom>
          <a:noFill/>
        </p:spPr>
        <p:txBody>
          <a:bodyPr wrap="square" rtlCol="0">
            <a:spAutoFit/>
          </a:bodyPr>
          <a:lstStyle/>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Diagnóstico inicial de la postura de ciberseguridad y nivel de madurez de la organización.</a:t>
            </a:r>
          </a:p>
          <a:p>
            <a:pPr marL="171450" indent="-171450">
              <a:lnSpc>
                <a:spcPts val="1300"/>
              </a:lnSpc>
              <a:spcAft>
                <a:spcPts val="600"/>
              </a:spcAft>
              <a:buClr>
                <a:schemeClr val="accent1"/>
              </a:buClr>
              <a:buFont typeface="Arial" panose="020B0604020202020204" pitchFamily="34" charset="0"/>
              <a:buChar char="•"/>
            </a:pPr>
            <a:r>
              <a:rPr lang="en-US" sz="1000" dirty="0">
                <a:solidFill>
                  <a:schemeClr val="accent2"/>
                </a:solidFill>
                <a:latin typeface="Arial" panose="020B0604020202020204" pitchFamily="34" charset="0"/>
                <a:cs typeface="Arial" panose="020B0604020202020204" pitchFamily="34" charset="0"/>
              </a:rPr>
              <a:t>Definición de iniciativas clave, incluyendo políticas, procedimientos, y controles técnicos y administrativos.</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Garantizar la correcta adopción de controles y medidas de seguridad.</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Establecer métricas e indicadores para medir la efectividad del plan.</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Fomentar la cultura de seguridad en todos los niveles de la organización a través de entrenamientos de concientización.</a:t>
            </a:r>
            <a:endParaRPr lang="en-US" sz="1000" dirty="0">
              <a:solidFill>
                <a:schemeClr val="accent2"/>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BF7F6EE0-958E-46CB-ACF2-C310CF9879C8}"/>
              </a:ext>
            </a:extLst>
          </p:cNvPr>
          <p:cNvSpPr txBox="1"/>
          <p:nvPr/>
        </p:nvSpPr>
        <p:spPr>
          <a:xfrm>
            <a:off x="8139014" y="3532239"/>
            <a:ext cx="2892422" cy="2554867"/>
          </a:xfrm>
          <a:prstGeom prst="rect">
            <a:avLst/>
          </a:prstGeom>
          <a:noFill/>
        </p:spPr>
        <p:txBody>
          <a:bodyPr wrap="square" rtlCol="0">
            <a:spAutoFit/>
          </a:bodyPr>
          <a:lstStyle/>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Asegurar que las expectativas estén alineadas con la visión de negocio y la normativa.</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Supervisión de la identificación, análisis y evaluación de riesgos tecnológicos y cibernéticos.</a:t>
            </a:r>
          </a:p>
          <a:p>
            <a:pPr marL="171450" indent="-171450">
              <a:lnSpc>
                <a:spcPts val="1300"/>
              </a:lnSpc>
              <a:spcAft>
                <a:spcPts val="600"/>
              </a:spcAft>
              <a:buClr>
                <a:schemeClr val="accent1"/>
              </a:buClr>
              <a:buFont typeface="Arial" panose="020B0604020202020204" pitchFamily="34" charset="0"/>
              <a:buChar char="•"/>
            </a:pPr>
            <a:r>
              <a:rPr lang="en-US" sz="1000" dirty="0">
                <a:solidFill>
                  <a:schemeClr val="accent2"/>
                </a:solidFill>
                <a:latin typeface="Arial" panose="020B0604020202020204" pitchFamily="34" charset="0"/>
                <a:cs typeface="Arial" panose="020B0604020202020204" pitchFamily="34" charset="0"/>
              </a:rPr>
              <a:t>Aplicación de las metodologías (ISO 31000, ISO 27005, NIST SP 800-30).</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Identificación de nuevas oportunidades de mejora y proponer ajustes a las prácticas de gestión de riesgos.</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Supervisión de la remediación de hallazgos críticos y seguimiento de planes de acción.</a:t>
            </a:r>
            <a:endParaRPr lang="en-US" sz="1000" dirty="0">
              <a:solidFill>
                <a:schemeClr val="accent2"/>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E02DA3CF-026D-E2AF-FCE2-755D63CFEBA2}"/>
              </a:ext>
            </a:extLst>
          </p:cNvPr>
          <p:cNvGrpSpPr/>
          <p:nvPr/>
        </p:nvGrpSpPr>
        <p:grpSpPr>
          <a:xfrm>
            <a:off x="2329917" y="1713978"/>
            <a:ext cx="9862083" cy="85186"/>
            <a:chOff x="2329917" y="1713978"/>
            <a:chExt cx="9862083" cy="85186"/>
          </a:xfrm>
          <a:solidFill>
            <a:srgbClr val="E8720A"/>
          </a:solidFill>
        </p:grpSpPr>
        <p:cxnSp>
          <p:nvCxnSpPr>
            <p:cNvPr id="82" name="Straight Connector 81">
              <a:extLst>
                <a:ext uri="{FF2B5EF4-FFF2-40B4-BE49-F238E27FC236}">
                  <a16:creationId xmlns:a16="http://schemas.microsoft.com/office/drawing/2014/main" id="{691C0308-1C2F-4734-B110-B2A4A8A9EE5A}"/>
                </a:ext>
              </a:extLst>
            </p:cNvPr>
            <p:cNvCxnSpPr>
              <a:cxnSpLocks/>
            </p:cNvCxnSpPr>
            <p:nvPr/>
          </p:nvCxnSpPr>
          <p:spPr>
            <a:xfrm>
              <a:off x="2475480" y="1756571"/>
              <a:ext cx="9716520" cy="0"/>
            </a:xfrm>
            <a:prstGeom prst="line">
              <a:avLst/>
            </a:prstGeom>
            <a:grpFill/>
            <a:ln w="25400" cap="rnd">
              <a:solidFill>
                <a:srgbClr val="E8720A"/>
              </a:solidFill>
              <a:prstDash val="solid"/>
            </a:ln>
          </p:spPr>
          <p:style>
            <a:lnRef idx="1">
              <a:schemeClr val="accent1"/>
            </a:lnRef>
            <a:fillRef idx="0">
              <a:schemeClr val="accent1"/>
            </a:fillRef>
            <a:effectRef idx="0">
              <a:schemeClr val="accent1"/>
            </a:effectRef>
            <a:fontRef idx="minor">
              <a:schemeClr val="tx1"/>
            </a:fontRef>
          </p:style>
        </p:cxnSp>
        <p:sp>
          <p:nvSpPr>
            <p:cNvPr id="4110" name="Oval 4109">
              <a:extLst>
                <a:ext uri="{FF2B5EF4-FFF2-40B4-BE49-F238E27FC236}">
                  <a16:creationId xmlns:a16="http://schemas.microsoft.com/office/drawing/2014/main" id="{784D582F-A028-402B-85FB-0975EA8AF601}"/>
                </a:ext>
              </a:extLst>
            </p:cNvPr>
            <p:cNvSpPr/>
            <p:nvPr/>
          </p:nvSpPr>
          <p:spPr>
            <a:xfrm>
              <a:off x="2329917" y="1713978"/>
              <a:ext cx="266700" cy="85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DACCC9F2-4FB3-46E6-9BF9-E81097A6E93E}"/>
                </a:ext>
              </a:extLst>
            </p:cNvPr>
            <p:cNvSpPr/>
            <p:nvPr/>
          </p:nvSpPr>
          <p:spPr>
            <a:xfrm>
              <a:off x="5890896" y="1713978"/>
              <a:ext cx="266700" cy="85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4730776C-7C28-4020-9924-D31EC1AA0FF0}"/>
                </a:ext>
              </a:extLst>
            </p:cNvPr>
            <p:cNvSpPr/>
            <p:nvPr/>
          </p:nvSpPr>
          <p:spPr>
            <a:xfrm>
              <a:off x="9451875" y="1713978"/>
              <a:ext cx="266700" cy="85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Rounded Corners 2">
            <a:extLst>
              <a:ext uri="{FF2B5EF4-FFF2-40B4-BE49-F238E27FC236}">
                <a16:creationId xmlns:a16="http://schemas.microsoft.com/office/drawing/2014/main" id="{B8EF36B7-65E2-4598-BEEB-3F8DE2FE6EBE}"/>
              </a:ext>
            </a:extLst>
          </p:cNvPr>
          <p:cNvSpPr/>
          <p:nvPr/>
        </p:nvSpPr>
        <p:spPr>
          <a:xfrm>
            <a:off x="1035344" y="2176893"/>
            <a:ext cx="2855847" cy="1208692"/>
          </a:xfrm>
          <a:prstGeom prst="roundRect">
            <a:avLst>
              <a:gd name="adj" fmla="val 13593"/>
            </a:avLst>
          </a:prstGeom>
          <a:solidFill>
            <a:schemeClr val="bg1"/>
          </a:solidFill>
          <a:ln w="19050">
            <a:solidFill>
              <a:srgbClr val="DB4E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D0FB723-AA03-496A-9F22-7B9556624F19}"/>
              </a:ext>
            </a:extLst>
          </p:cNvPr>
          <p:cNvSpPr txBox="1"/>
          <p:nvPr/>
        </p:nvSpPr>
        <p:spPr>
          <a:xfrm>
            <a:off x="1362443" y="2424310"/>
            <a:ext cx="2430777" cy="646331"/>
          </a:xfrm>
          <a:prstGeom prst="rect">
            <a:avLst/>
          </a:prstGeom>
          <a:noFill/>
        </p:spPr>
        <p:txBody>
          <a:bodyPr wrap="square" rtlCol="0">
            <a:spAutoFit/>
          </a:bodyPr>
          <a:lstStyle/>
          <a:p>
            <a:pPr>
              <a:spcAft>
                <a:spcPts val="600"/>
              </a:spcAft>
            </a:pPr>
            <a:r>
              <a:rPr lang="es-ES" sz="1200" b="1" dirty="0">
                <a:latin typeface="Arial" panose="020B0604020202020204" pitchFamily="34" charset="0"/>
                <a:cs typeface="Arial" panose="020B0604020202020204" pitchFamily="34" charset="0"/>
              </a:rPr>
              <a:t>Diseño e implementación de estrategias de ciberseguridad (NIST, ISO, PCI)</a:t>
            </a:r>
            <a:r>
              <a:rPr lang="en-US" sz="1200" b="1" dirty="0">
                <a:latin typeface="Arial" panose="020B0604020202020204" pitchFamily="34" charset="0"/>
                <a:cs typeface="Arial" panose="020B0604020202020204" pitchFamily="34" charset="0"/>
              </a:rPr>
              <a:t> </a:t>
            </a:r>
          </a:p>
        </p:txBody>
      </p:sp>
      <p:sp>
        <p:nvSpPr>
          <p:cNvPr id="28" name="Oval 27">
            <a:extLst>
              <a:ext uri="{FF2B5EF4-FFF2-40B4-BE49-F238E27FC236}">
                <a16:creationId xmlns:a16="http://schemas.microsoft.com/office/drawing/2014/main" id="{145BA5FB-8F62-4AAC-939B-939497FB3B13}"/>
              </a:ext>
            </a:extLst>
          </p:cNvPr>
          <p:cNvSpPr/>
          <p:nvPr/>
        </p:nvSpPr>
        <p:spPr>
          <a:xfrm>
            <a:off x="1602907" y="2042072"/>
            <a:ext cx="1717022" cy="269188"/>
          </a:xfrm>
          <a:prstGeom prst="roundRect">
            <a:avLst>
              <a:gd name="adj" fmla="val 50000"/>
            </a:avLst>
          </a:prstGeom>
          <a:solidFill>
            <a:srgbClr val="DB4E1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Arial" panose="020B0604020202020204" pitchFamily="34" charset="0"/>
                <a:cs typeface="Arial" panose="020B0604020202020204" pitchFamily="34" charset="0"/>
              </a:rPr>
              <a:t>Líder de Proyecto</a:t>
            </a:r>
          </a:p>
        </p:txBody>
      </p:sp>
      <p:sp>
        <p:nvSpPr>
          <p:cNvPr id="4112" name="Graphic 4110">
            <a:extLst>
              <a:ext uri="{FF2B5EF4-FFF2-40B4-BE49-F238E27FC236}">
                <a16:creationId xmlns:a16="http://schemas.microsoft.com/office/drawing/2014/main" id="{C8F357A1-990B-4187-9C04-02ACFFCA4E2D}"/>
              </a:ext>
            </a:extLst>
          </p:cNvPr>
          <p:cNvSpPr/>
          <p:nvPr/>
        </p:nvSpPr>
        <p:spPr>
          <a:xfrm>
            <a:off x="2343824" y="1432960"/>
            <a:ext cx="238886" cy="307138"/>
          </a:xfrm>
          <a:custGeom>
            <a:avLst/>
            <a:gdLst>
              <a:gd name="connsiteX0" fmla="*/ 133350 w 133350"/>
              <a:gd name="connsiteY0" fmla="*/ 66675 h 171450"/>
              <a:gd name="connsiteX1" fmla="*/ 66675 w 133350"/>
              <a:gd name="connsiteY1" fmla="*/ 0 h 171450"/>
              <a:gd name="connsiteX2" fmla="*/ 0 w 133350"/>
              <a:gd name="connsiteY2" fmla="*/ 66675 h 171450"/>
              <a:gd name="connsiteX3" fmla="*/ 44768 w 133350"/>
              <a:gd name="connsiteY3" fmla="*/ 129540 h 171450"/>
              <a:gd name="connsiteX4" fmla="*/ 66675 w 133350"/>
              <a:gd name="connsiteY4" fmla="*/ 179546 h 171450"/>
              <a:gd name="connsiteX5" fmla="*/ 88583 w 133350"/>
              <a:gd name="connsiteY5" fmla="*/ 129540 h 171450"/>
              <a:gd name="connsiteX6" fmla="*/ 133350 w 133350"/>
              <a:gd name="connsiteY6" fmla="*/ 66675 h 171450"/>
              <a:gd name="connsiteX7" fmla="*/ 66770 w 133350"/>
              <a:gd name="connsiteY7" fmla="*/ 114300 h 171450"/>
              <a:gd name="connsiteX8" fmla="*/ 66580 w 133350"/>
              <a:gd name="connsiteY8" fmla="*/ 114300 h 171450"/>
              <a:gd name="connsiteX9" fmla="*/ 19050 w 133350"/>
              <a:gd name="connsiteY9" fmla="*/ 66675 h 171450"/>
              <a:gd name="connsiteX10" fmla="*/ 66675 w 133350"/>
              <a:gd name="connsiteY10" fmla="*/ 19050 h 171450"/>
              <a:gd name="connsiteX11" fmla="*/ 114300 w 133350"/>
              <a:gd name="connsiteY11" fmla="*/ 66675 h 171450"/>
              <a:gd name="connsiteX12" fmla="*/ 66770 w 133350"/>
              <a:gd name="connsiteY12"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350" h="171450">
                <a:moveTo>
                  <a:pt x="133350" y="66675"/>
                </a:moveTo>
                <a:cubicBezTo>
                  <a:pt x="133350" y="29909"/>
                  <a:pt x="103442" y="0"/>
                  <a:pt x="66675" y="0"/>
                </a:cubicBezTo>
                <a:cubicBezTo>
                  <a:pt x="29909" y="0"/>
                  <a:pt x="0" y="29909"/>
                  <a:pt x="0" y="66675"/>
                </a:cubicBezTo>
                <a:cubicBezTo>
                  <a:pt x="0" y="95726"/>
                  <a:pt x="18764" y="120491"/>
                  <a:pt x="44768" y="129540"/>
                </a:cubicBezTo>
                <a:lnTo>
                  <a:pt x="66675" y="179546"/>
                </a:lnTo>
                <a:lnTo>
                  <a:pt x="88583" y="129540"/>
                </a:lnTo>
                <a:cubicBezTo>
                  <a:pt x="114586" y="120491"/>
                  <a:pt x="133350" y="95726"/>
                  <a:pt x="133350" y="66675"/>
                </a:cubicBezTo>
                <a:close/>
                <a:moveTo>
                  <a:pt x="66770" y="114300"/>
                </a:moveTo>
                <a:lnTo>
                  <a:pt x="66580" y="114300"/>
                </a:lnTo>
                <a:cubicBezTo>
                  <a:pt x="40386" y="114300"/>
                  <a:pt x="19050" y="92869"/>
                  <a:pt x="19050" y="66675"/>
                </a:cubicBezTo>
                <a:cubicBezTo>
                  <a:pt x="19050" y="40386"/>
                  <a:pt x="40386" y="19050"/>
                  <a:pt x="66675" y="19050"/>
                </a:cubicBezTo>
                <a:cubicBezTo>
                  <a:pt x="92964" y="19050"/>
                  <a:pt x="114300" y="40386"/>
                  <a:pt x="114300" y="66675"/>
                </a:cubicBezTo>
                <a:cubicBezTo>
                  <a:pt x="114300" y="92869"/>
                  <a:pt x="92964" y="114300"/>
                  <a:pt x="66770" y="114300"/>
                </a:cubicBezTo>
                <a:close/>
              </a:path>
            </a:pathLst>
          </a:custGeom>
          <a:solidFill>
            <a:srgbClr val="E87214"/>
          </a:solidFill>
          <a:ln w="9525" cap="flat">
            <a:noFill/>
            <a:prstDash val="solid"/>
            <a:miter/>
          </a:ln>
        </p:spPr>
        <p:txBody>
          <a:bodyPr tIns="0" bIns="73152" rtlCol="0" anchor="ctr"/>
          <a:lstStyle/>
          <a:p>
            <a:pPr algn="ctr"/>
            <a:r>
              <a:rPr lang="en-US" sz="1000" b="1" dirty="0">
                <a:solidFill>
                  <a:schemeClr val="accent1">
                    <a:lumMod val="75000"/>
                  </a:schemeClr>
                </a:solidFill>
                <a:latin typeface="Arial" panose="020B0604020202020204" pitchFamily="34" charset="0"/>
                <a:cs typeface="Arial" panose="020B0604020202020204" pitchFamily="34" charset="0"/>
              </a:rPr>
              <a:t>1</a:t>
            </a:r>
          </a:p>
        </p:txBody>
      </p:sp>
      <p:sp>
        <p:nvSpPr>
          <p:cNvPr id="95" name="Rectangle: Rounded Corners 94">
            <a:extLst>
              <a:ext uri="{FF2B5EF4-FFF2-40B4-BE49-F238E27FC236}">
                <a16:creationId xmlns:a16="http://schemas.microsoft.com/office/drawing/2014/main" id="{3F9A17CE-5820-48CD-8BD9-536BAC9E202F}"/>
              </a:ext>
            </a:extLst>
          </p:cNvPr>
          <p:cNvSpPr/>
          <p:nvPr/>
        </p:nvSpPr>
        <p:spPr>
          <a:xfrm>
            <a:off x="4596323" y="2176893"/>
            <a:ext cx="2855847" cy="1208692"/>
          </a:xfrm>
          <a:prstGeom prst="roundRect">
            <a:avLst>
              <a:gd name="adj" fmla="val 13593"/>
            </a:avLst>
          </a:prstGeom>
          <a:solidFill>
            <a:schemeClr val="bg1"/>
          </a:solidFill>
          <a:ln w="19050">
            <a:solidFill>
              <a:srgbClr val="DB4E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A6CBC509-334D-41D5-9DB2-C0A73DC0D1CE}"/>
              </a:ext>
            </a:extLst>
          </p:cNvPr>
          <p:cNvSpPr txBox="1"/>
          <p:nvPr/>
        </p:nvSpPr>
        <p:spPr>
          <a:xfrm>
            <a:off x="5086652" y="2446081"/>
            <a:ext cx="2192880" cy="723275"/>
          </a:xfrm>
          <a:prstGeom prst="rect">
            <a:avLst/>
          </a:prstGeom>
          <a:noFill/>
        </p:spPr>
        <p:txBody>
          <a:bodyPr wrap="square" rtlCol="0">
            <a:spAutoFit/>
          </a:bodyPr>
          <a:lstStyle/>
          <a:p>
            <a:pPr>
              <a:spcAft>
                <a:spcPts val="600"/>
              </a:spcAft>
            </a:pPr>
            <a:r>
              <a:rPr lang="es-ES" sz="1200" b="1" dirty="0">
                <a:latin typeface="Arial" panose="020B0604020202020204" pitchFamily="34" charset="0"/>
                <a:cs typeface="Arial" panose="020B0604020202020204" pitchFamily="34" charset="0"/>
              </a:rPr>
              <a:t>Implementación de Plan Director de Seguridad</a:t>
            </a:r>
            <a:endParaRPr lang="en-US" sz="1200" b="1" dirty="0">
              <a:latin typeface="Arial" panose="020B0604020202020204" pitchFamily="34" charset="0"/>
              <a:cs typeface="Arial" panose="020B0604020202020204" pitchFamily="34" charset="0"/>
            </a:endParaRPr>
          </a:p>
          <a:p>
            <a:pPr algn="ctr">
              <a:spcAft>
                <a:spcPts val="600"/>
              </a:spcAft>
            </a:pPr>
            <a:endParaRPr lang="en-US" sz="1200" b="1" dirty="0">
              <a:solidFill>
                <a:schemeClr val="accent2"/>
              </a:solidFill>
              <a:latin typeface="Century Gothic" panose="020B0502020202020204" pitchFamily="34" charset="0"/>
            </a:endParaRPr>
          </a:p>
        </p:txBody>
      </p:sp>
      <p:sp>
        <p:nvSpPr>
          <p:cNvPr id="98" name="Oval 27">
            <a:extLst>
              <a:ext uri="{FF2B5EF4-FFF2-40B4-BE49-F238E27FC236}">
                <a16:creationId xmlns:a16="http://schemas.microsoft.com/office/drawing/2014/main" id="{B8980428-E7DB-47AE-B642-AD06D44E92E1}"/>
              </a:ext>
            </a:extLst>
          </p:cNvPr>
          <p:cNvSpPr/>
          <p:nvPr/>
        </p:nvSpPr>
        <p:spPr>
          <a:xfrm>
            <a:off x="5289347" y="2048451"/>
            <a:ext cx="1613305" cy="269188"/>
          </a:xfrm>
          <a:prstGeom prst="roundRect">
            <a:avLst>
              <a:gd name="adj" fmla="val 50000"/>
            </a:avLst>
          </a:prstGeom>
          <a:solidFill>
            <a:srgbClr val="DB4E1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Arial" panose="020B0604020202020204" pitchFamily="34" charset="0"/>
                <a:cs typeface="Arial" panose="020B0604020202020204" pitchFamily="34" charset="0"/>
              </a:rPr>
              <a:t>Líder de Proyecto</a:t>
            </a:r>
          </a:p>
        </p:txBody>
      </p:sp>
      <p:sp>
        <p:nvSpPr>
          <p:cNvPr id="100" name="Graphic 4110">
            <a:extLst>
              <a:ext uri="{FF2B5EF4-FFF2-40B4-BE49-F238E27FC236}">
                <a16:creationId xmlns:a16="http://schemas.microsoft.com/office/drawing/2014/main" id="{60143BE4-DDE1-4DFF-A575-846F79942C0B}"/>
              </a:ext>
            </a:extLst>
          </p:cNvPr>
          <p:cNvSpPr/>
          <p:nvPr/>
        </p:nvSpPr>
        <p:spPr>
          <a:xfrm>
            <a:off x="5904803" y="1432960"/>
            <a:ext cx="238886" cy="307138"/>
          </a:xfrm>
          <a:custGeom>
            <a:avLst/>
            <a:gdLst>
              <a:gd name="connsiteX0" fmla="*/ 133350 w 133350"/>
              <a:gd name="connsiteY0" fmla="*/ 66675 h 171450"/>
              <a:gd name="connsiteX1" fmla="*/ 66675 w 133350"/>
              <a:gd name="connsiteY1" fmla="*/ 0 h 171450"/>
              <a:gd name="connsiteX2" fmla="*/ 0 w 133350"/>
              <a:gd name="connsiteY2" fmla="*/ 66675 h 171450"/>
              <a:gd name="connsiteX3" fmla="*/ 44768 w 133350"/>
              <a:gd name="connsiteY3" fmla="*/ 129540 h 171450"/>
              <a:gd name="connsiteX4" fmla="*/ 66675 w 133350"/>
              <a:gd name="connsiteY4" fmla="*/ 179546 h 171450"/>
              <a:gd name="connsiteX5" fmla="*/ 88583 w 133350"/>
              <a:gd name="connsiteY5" fmla="*/ 129540 h 171450"/>
              <a:gd name="connsiteX6" fmla="*/ 133350 w 133350"/>
              <a:gd name="connsiteY6" fmla="*/ 66675 h 171450"/>
              <a:gd name="connsiteX7" fmla="*/ 66770 w 133350"/>
              <a:gd name="connsiteY7" fmla="*/ 114300 h 171450"/>
              <a:gd name="connsiteX8" fmla="*/ 66580 w 133350"/>
              <a:gd name="connsiteY8" fmla="*/ 114300 h 171450"/>
              <a:gd name="connsiteX9" fmla="*/ 19050 w 133350"/>
              <a:gd name="connsiteY9" fmla="*/ 66675 h 171450"/>
              <a:gd name="connsiteX10" fmla="*/ 66675 w 133350"/>
              <a:gd name="connsiteY10" fmla="*/ 19050 h 171450"/>
              <a:gd name="connsiteX11" fmla="*/ 114300 w 133350"/>
              <a:gd name="connsiteY11" fmla="*/ 66675 h 171450"/>
              <a:gd name="connsiteX12" fmla="*/ 66770 w 133350"/>
              <a:gd name="connsiteY12"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350" h="171450">
                <a:moveTo>
                  <a:pt x="133350" y="66675"/>
                </a:moveTo>
                <a:cubicBezTo>
                  <a:pt x="133350" y="29909"/>
                  <a:pt x="103442" y="0"/>
                  <a:pt x="66675" y="0"/>
                </a:cubicBezTo>
                <a:cubicBezTo>
                  <a:pt x="29909" y="0"/>
                  <a:pt x="0" y="29909"/>
                  <a:pt x="0" y="66675"/>
                </a:cubicBezTo>
                <a:cubicBezTo>
                  <a:pt x="0" y="95726"/>
                  <a:pt x="18764" y="120491"/>
                  <a:pt x="44768" y="129540"/>
                </a:cubicBezTo>
                <a:lnTo>
                  <a:pt x="66675" y="179546"/>
                </a:lnTo>
                <a:lnTo>
                  <a:pt x="88583" y="129540"/>
                </a:lnTo>
                <a:cubicBezTo>
                  <a:pt x="114586" y="120491"/>
                  <a:pt x="133350" y="95726"/>
                  <a:pt x="133350" y="66675"/>
                </a:cubicBezTo>
                <a:close/>
                <a:moveTo>
                  <a:pt x="66770" y="114300"/>
                </a:moveTo>
                <a:lnTo>
                  <a:pt x="66580" y="114300"/>
                </a:lnTo>
                <a:cubicBezTo>
                  <a:pt x="40386" y="114300"/>
                  <a:pt x="19050" y="92869"/>
                  <a:pt x="19050" y="66675"/>
                </a:cubicBezTo>
                <a:cubicBezTo>
                  <a:pt x="19050" y="40386"/>
                  <a:pt x="40386" y="19050"/>
                  <a:pt x="66675" y="19050"/>
                </a:cubicBezTo>
                <a:cubicBezTo>
                  <a:pt x="92964" y="19050"/>
                  <a:pt x="114300" y="40386"/>
                  <a:pt x="114300" y="66675"/>
                </a:cubicBezTo>
                <a:cubicBezTo>
                  <a:pt x="114300" y="92869"/>
                  <a:pt x="92964" y="114300"/>
                  <a:pt x="66770" y="114300"/>
                </a:cubicBezTo>
                <a:close/>
              </a:path>
            </a:pathLst>
          </a:custGeom>
          <a:solidFill>
            <a:srgbClr val="E88D14"/>
          </a:solidFill>
          <a:ln w="9525" cap="flat">
            <a:noFill/>
            <a:prstDash val="solid"/>
            <a:miter/>
          </a:ln>
        </p:spPr>
        <p:txBody>
          <a:bodyPr tIns="0" bIns="73152" rtlCol="0" anchor="ctr"/>
          <a:lstStyle/>
          <a:p>
            <a:pPr algn="ctr"/>
            <a:r>
              <a:rPr lang="en-US" sz="1000" b="1" dirty="0">
                <a:solidFill>
                  <a:schemeClr val="accent1">
                    <a:lumMod val="75000"/>
                  </a:schemeClr>
                </a:solidFill>
                <a:latin typeface="Arial" panose="020B0604020202020204" pitchFamily="34" charset="0"/>
                <a:cs typeface="Arial" panose="020B0604020202020204" pitchFamily="34" charset="0"/>
              </a:rPr>
              <a:t>2</a:t>
            </a:r>
          </a:p>
        </p:txBody>
      </p:sp>
      <p:sp>
        <p:nvSpPr>
          <p:cNvPr id="102" name="Rectangle: Rounded Corners 101">
            <a:extLst>
              <a:ext uri="{FF2B5EF4-FFF2-40B4-BE49-F238E27FC236}">
                <a16:creationId xmlns:a16="http://schemas.microsoft.com/office/drawing/2014/main" id="{94633FB3-CF01-4830-9616-5F574765BE32}"/>
              </a:ext>
            </a:extLst>
          </p:cNvPr>
          <p:cNvSpPr/>
          <p:nvPr/>
        </p:nvSpPr>
        <p:spPr>
          <a:xfrm>
            <a:off x="8157302" y="2176893"/>
            <a:ext cx="2855847" cy="1208692"/>
          </a:xfrm>
          <a:prstGeom prst="roundRect">
            <a:avLst>
              <a:gd name="adj" fmla="val 13593"/>
            </a:avLst>
          </a:prstGeom>
          <a:noFill/>
          <a:ln w="19050">
            <a:solidFill>
              <a:srgbClr val="DB4E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B003F281-7FC7-401F-ABF3-5386E74A166C}"/>
              </a:ext>
            </a:extLst>
          </p:cNvPr>
          <p:cNvSpPr txBox="1"/>
          <p:nvPr/>
        </p:nvSpPr>
        <p:spPr>
          <a:xfrm>
            <a:off x="8647631" y="2446082"/>
            <a:ext cx="2267417" cy="461665"/>
          </a:xfrm>
          <a:prstGeom prst="rect">
            <a:avLst/>
          </a:prstGeom>
          <a:noFill/>
        </p:spPr>
        <p:txBody>
          <a:bodyPr wrap="square" rtlCol="0">
            <a:spAutoFit/>
          </a:bodyPr>
          <a:lstStyle/>
          <a:p>
            <a:pPr>
              <a:spcAft>
                <a:spcPts val="600"/>
              </a:spcAft>
            </a:pPr>
            <a:r>
              <a:rPr lang="es-ES" sz="1200" b="1" dirty="0">
                <a:latin typeface="Arial" panose="020B0604020202020204" pitchFamily="34" charset="0"/>
                <a:cs typeface="Arial" panose="020B0604020202020204" pitchFamily="34" charset="0"/>
              </a:rPr>
              <a:t>Gestión de riesgos de TI y auditorías de ciberseguridad</a:t>
            </a:r>
            <a:endParaRPr lang="en-US" sz="1200" b="1" dirty="0">
              <a:latin typeface="Arial" panose="020B0604020202020204" pitchFamily="34" charset="0"/>
              <a:cs typeface="Arial" panose="020B0604020202020204" pitchFamily="34" charset="0"/>
            </a:endParaRPr>
          </a:p>
        </p:txBody>
      </p:sp>
      <p:sp>
        <p:nvSpPr>
          <p:cNvPr id="105" name="Oval 27">
            <a:extLst>
              <a:ext uri="{FF2B5EF4-FFF2-40B4-BE49-F238E27FC236}">
                <a16:creationId xmlns:a16="http://schemas.microsoft.com/office/drawing/2014/main" id="{F2E7CAD5-9705-433F-8142-142B89768D8D}"/>
              </a:ext>
            </a:extLst>
          </p:cNvPr>
          <p:cNvSpPr/>
          <p:nvPr/>
        </p:nvSpPr>
        <p:spPr>
          <a:xfrm>
            <a:off x="8791629" y="2048451"/>
            <a:ext cx="1613305" cy="269188"/>
          </a:xfrm>
          <a:prstGeom prst="roundRect">
            <a:avLst>
              <a:gd name="adj" fmla="val 50000"/>
            </a:avLst>
          </a:prstGeom>
          <a:solidFill>
            <a:srgbClr val="DB4E1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Arial" panose="020B0604020202020204" pitchFamily="34" charset="0"/>
                <a:cs typeface="Arial" panose="020B0604020202020204" pitchFamily="34" charset="0"/>
              </a:rPr>
              <a:t>Líder de Proyecto</a:t>
            </a:r>
          </a:p>
        </p:txBody>
      </p:sp>
      <p:sp>
        <p:nvSpPr>
          <p:cNvPr id="107" name="Graphic 4110">
            <a:extLst>
              <a:ext uri="{FF2B5EF4-FFF2-40B4-BE49-F238E27FC236}">
                <a16:creationId xmlns:a16="http://schemas.microsoft.com/office/drawing/2014/main" id="{EFA95948-A029-4582-8594-DB6DFA41A99A}"/>
              </a:ext>
            </a:extLst>
          </p:cNvPr>
          <p:cNvSpPr/>
          <p:nvPr/>
        </p:nvSpPr>
        <p:spPr>
          <a:xfrm>
            <a:off x="9465782" y="1432960"/>
            <a:ext cx="238886" cy="307138"/>
          </a:xfrm>
          <a:custGeom>
            <a:avLst/>
            <a:gdLst>
              <a:gd name="connsiteX0" fmla="*/ 133350 w 133350"/>
              <a:gd name="connsiteY0" fmla="*/ 66675 h 171450"/>
              <a:gd name="connsiteX1" fmla="*/ 66675 w 133350"/>
              <a:gd name="connsiteY1" fmla="*/ 0 h 171450"/>
              <a:gd name="connsiteX2" fmla="*/ 0 w 133350"/>
              <a:gd name="connsiteY2" fmla="*/ 66675 h 171450"/>
              <a:gd name="connsiteX3" fmla="*/ 44768 w 133350"/>
              <a:gd name="connsiteY3" fmla="*/ 129540 h 171450"/>
              <a:gd name="connsiteX4" fmla="*/ 66675 w 133350"/>
              <a:gd name="connsiteY4" fmla="*/ 179546 h 171450"/>
              <a:gd name="connsiteX5" fmla="*/ 88583 w 133350"/>
              <a:gd name="connsiteY5" fmla="*/ 129540 h 171450"/>
              <a:gd name="connsiteX6" fmla="*/ 133350 w 133350"/>
              <a:gd name="connsiteY6" fmla="*/ 66675 h 171450"/>
              <a:gd name="connsiteX7" fmla="*/ 66770 w 133350"/>
              <a:gd name="connsiteY7" fmla="*/ 114300 h 171450"/>
              <a:gd name="connsiteX8" fmla="*/ 66580 w 133350"/>
              <a:gd name="connsiteY8" fmla="*/ 114300 h 171450"/>
              <a:gd name="connsiteX9" fmla="*/ 19050 w 133350"/>
              <a:gd name="connsiteY9" fmla="*/ 66675 h 171450"/>
              <a:gd name="connsiteX10" fmla="*/ 66675 w 133350"/>
              <a:gd name="connsiteY10" fmla="*/ 19050 h 171450"/>
              <a:gd name="connsiteX11" fmla="*/ 114300 w 133350"/>
              <a:gd name="connsiteY11" fmla="*/ 66675 h 171450"/>
              <a:gd name="connsiteX12" fmla="*/ 66770 w 133350"/>
              <a:gd name="connsiteY12"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350" h="171450">
                <a:moveTo>
                  <a:pt x="133350" y="66675"/>
                </a:moveTo>
                <a:cubicBezTo>
                  <a:pt x="133350" y="29909"/>
                  <a:pt x="103442" y="0"/>
                  <a:pt x="66675" y="0"/>
                </a:cubicBezTo>
                <a:cubicBezTo>
                  <a:pt x="29909" y="0"/>
                  <a:pt x="0" y="29909"/>
                  <a:pt x="0" y="66675"/>
                </a:cubicBezTo>
                <a:cubicBezTo>
                  <a:pt x="0" y="95726"/>
                  <a:pt x="18764" y="120491"/>
                  <a:pt x="44768" y="129540"/>
                </a:cubicBezTo>
                <a:lnTo>
                  <a:pt x="66675" y="179546"/>
                </a:lnTo>
                <a:lnTo>
                  <a:pt x="88583" y="129540"/>
                </a:lnTo>
                <a:cubicBezTo>
                  <a:pt x="114586" y="120491"/>
                  <a:pt x="133350" y="95726"/>
                  <a:pt x="133350" y="66675"/>
                </a:cubicBezTo>
                <a:close/>
                <a:moveTo>
                  <a:pt x="66770" y="114300"/>
                </a:moveTo>
                <a:lnTo>
                  <a:pt x="66580" y="114300"/>
                </a:lnTo>
                <a:cubicBezTo>
                  <a:pt x="40386" y="114300"/>
                  <a:pt x="19050" y="92869"/>
                  <a:pt x="19050" y="66675"/>
                </a:cubicBezTo>
                <a:cubicBezTo>
                  <a:pt x="19050" y="40386"/>
                  <a:pt x="40386" y="19050"/>
                  <a:pt x="66675" y="19050"/>
                </a:cubicBezTo>
                <a:cubicBezTo>
                  <a:pt x="92964" y="19050"/>
                  <a:pt x="114300" y="40386"/>
                  <a:pt x="114300" y="66675"/>
                </a:cubicBezTo>
                <a:cubicBezTo>
                  <a:pt x="114300" y="92869"/>
                  <a:pt x="92964" y="114300"/>
                  <a:pt x="66770" y="114300"/>
                </a:cubicBezTo>
                <a:close/>
              </a:path>
            </a:pathLst>
          </a:custGeom>
          <a:solidFill>
            <a:srgbClr val="E88D14"/>
          </a:solidFill>
          <a:ln w="9525" cap="flat">
            <a:noFill/>
            <a:prstDash val="solid"/>
            <a:miter/>
          </a:ln>
        </p:spPr>
        <p:txBody>
          <a:bodyPr tIns="0" bIns="73152" rtlCol="0" anchor="ctr"/>
          <a:lstStyle/>
          <a:p>
            <a:pPr algn="ctr"/>
            <a:r>
              <a:rPr lang="en-US" sz="1000" b="1" dirty="0">
                <a:solidFill>
                  <a:schemeClr val="accent1">
                    <a:lumMod val="75000"/>
                  </a:schemeClr>
                </a:solidFill>
                <a:latin typeface="Arial" panose="020B0604020202020204" pitchFamily="34" charset="0"/>
                <a:cs typeface="Arial" panose="020B0604020202020204" pitchFamily="34" charset="0"/>
              </a:rPr>
              <a:t>3</a:t>
            </a:r>
          </a:p>
        </p:txBody>
      </p:sp>
      <p:sp>
        <p:nvSpPr>
          <p:cNvPr id="2" name="Slide Number Placeholder 1">
            <a:extLst>
              <a:ext uri="{FF2B5EF4-FFF2-40B4-BE49-F238E27FC236}">
                <a16:creationId xmlns:a16="http://schemas.microsoft.com/office/drawing/2014/main" id="{8B32CA82-CDA8-4D07-A459-9EC108124A93}"/>
              </a:ext>
            </a:extLst>
          </p:cNvPr>
          <p:cNvSpPr>
            <a:spLocks noGrp="1"/>
          </p:cNvSpPr>
          <p:nvPr>
            <p:ph type="sldNum" sz="quarter" idx="12"/>
          </p:nvPr>
        </p:nvSpPr>
        <p:spPr>
          <a:solidFill>
            <a:srgbClr val="E8720A"/>
          </a:solidFill>
        </p:spPr>
        <p:txBody>
          <a:bodyPr/>
          <a:lstStyle/>
          <a:p>
            <a:pPr algn="ctr"/>
            <a:fld id="{E23D1021-2930-8E40-B298-F88DC6ACAD76}" type="slidenum">
              <a:rPr lang="en-US" sz="1000" smtClean="0">
                <a:latin typeface="Arial" panose="020B0604020202020204" pitchFamily="34" charset="0"/>
                <a:cs typeface="Arial" panose="020B0604020202020204" pitchFamily="34" charset="0"/>
              </a:rPr>
              <a:pPr algn="ctr"/>
              <a:t>2</a:t>
            </a:fld>
            <a:endParaRPr lang="en-US" sz="1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24422E8-AF37-45A7-8D01-4BE88286DBF3}"/>
              </a:ext>
            </a:extLst>
          </p:cNvPr>
          <p:cNvSpPr txBox="1"/>
          <p:nvPr/>
        </p:nvSpPr>
        <p:spPr>
          <a:xfrm>
            <a:off x="1017055" y="588157"/>
            <a:ext cx="4416594" cy="553998"/>
          </a:xfrm>
          <a:prstGeom prst="rect">
            <a:avLst/>
          </a:prstGeom>
          <a:noFill/>
        </p:spPr>
        <p:txBody>
          <a:bodyPr wrap="none" rtlCol="0">
            <a:spAutoFit/>
          </a:bodyPr>
          <a:lstStyle/>
          <a:p>
            <a:r>
              <a:rPr lang="en-US" sz="3000" b="1" dirty="0">
                <a:solidFill>
                  <a:schemeClr val="accent4"/>
                </a:solidFill>
                <a:latin typeface="Georgia" panose="02040502050405020303" pitchFamily="18" charset="0"/>
                <a:cs typeface="Arial" panose="020B0604020202020204" pitchFamily="34" charset="0"/>
              </a:rPr>
              <a:t>WORK EXPERIENCE</a:t>
            </a:r>
          </a:p>
        </p:txBody>
      </p:sp>
      <p:sp>
        <p:nvSpPr>
          <p:cNvPr id="112" name="Slide Number">
            <a:extLst>
              <a:ext uri="{FF2B5EF4-FFF2-40B4-BE49-F238E27FC236}">
                <a16:creationId xmlns:a16="http://schemas.microsoft.com/office/drawing/2014/main" id="{EF644747-3576-4813-B3D5-0FC927462A71}"/>
              </a:ext>
            </a:extLst>
          </p:cNvPr>
          <p:cNvSpPr txBox="1">
            <a:spLocks/>
          </p:cNvSpPr>
          <p:nvPr/>
        </p:nvSpPr>
        <p:spPr>
          <a:xfrm rot="5400000">
            <a:off x="10865056" y="1088732"/>
            <a:ext cx="1695947" cy="246221"/>
          </a:xfrm>
          <a:prstGeom prst="rect">
            <a:avLst/>
          </a:prstGeom>
        </p:spPr>
        <p:txBody>
          <a:bodyPr wrap="square" rIns="0">
            <a:spAutoFit/>
          </a:bodyPr>
          <a:lstStyle>
            <a:defPPr>
              <a:defRPr lang="en-US"/>
            </a:defPPr>
            <a:lvl1pPr marL="0" algn="l" defTabSz="914400" rtl="0" eaLnBrk="1" latinLnBrk="0" hangingPunct="1">
              <a:defRPr sz="2000" kern="1200">
                <a:solidFill>
                  <a:schemeClr val="tx1"/>
                </a:solidFill>
                <a:latin typeface="Open Sans Bold"/>
                <a:ea typeface="Open Sans Bold"/>
                <a:cs typeface="Open Sans Bold"/>
                <a:sym typeface="Open Sans Bol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spc="600" dirty="0">
                <a:solidFill>
                  <a:schemeClr val="accent2">
                    <a:lumMod val="40000"/>
                    <a:lumOff val="60000"/>
                  </a:schemeClr>
                </a:solidFill>
                <a:latin typeface="Century Gothic" panose="020B0502020202020204" pitchFamily="34" charset="0"/>
              </a:rPr>
              <a:t>EXPERIENCE</a:t>
            </a:r>
            <a:endParaRPr lang="en-RU" sz="1000" spc="600" dirty="0">
              <a:solidFill>
                <a:schemeClr val="accent2">
                  <a:lumMod val="40000"/>
                  <a:lumOff val="60000"/>
                </a:schemeClr>
              </a:solidFill>
              <a:latin typeface="Century Gothic" panose="020B0502020202020204" pitchFamily="34" charset="0"/>
            </a:endParaRPr>
          </a:p>
        </p:txBody>
      </p:sp>
      <p:sp>
        <p:nvSpPr>
          <p:cNvPr id="113" name="Line">
            <a:extLst>
              <a:ext uri="{FF2B5EF4-FFF2-40B4-BE49-F238E27FC236}">
                <a16:creationId xmlns:a16="http://schemas.microsoft.com/office/drawing/2014/main" id="{2CE6FE14-0C2C-4E61-BFEE-BFD5951C946A}"/>
              </a:ext>
            </a:extLst>
          </p:cNvPr>
          <p:cNvSpPr/>
          <p:nvPr/>
        </p:nvSpPr>
        <p:spPr>
          <a:xfrm flipV="1">
            <a:off x="11713030" y="2194641"/>
            <a:ext cx="0" cy="2105896"/>
          </a:xfrm>
          <a:prstGeom prst="line">
            <a:avLst/>
          </a:prstGeom>
          <a:ln w="6350" cap="rnd">
            <a:solidFill>
              <a:schemeClr val="accent4">
                <a:lumMod val="20000"/>
                <a:lumOff val="80000"/>
              </a:schemeClr>
            </a:solidFill>
            <a:miter lim="400000"/>
          </a:ln>
        </p:spPr>
        <p:txBody>
          <a:bodyPr lIns="50800" tIns="50800" rIns="50800" bIns="50800" anchor="ctr"/>
          <a:lstStyle/>
          <a:p>
            <a:endParaRPr sz="1000">
              <a:latin typeface="Century Gothic" panose="020B0502020202020204" pitchFamily="34" charset="0"/>
            </a:endParaRPr>
          </a:p>
        </p:txBody>
      </p:sp>
      <p:sp>
        <p:nvSpPr>
          <p:cNvPr id="126" name="Rectangle 125">
            <a:extLst>
              <a:ext uri="{FF2B5EF4-FFF2-40B4-BE49-F238E27FC236}">
                <a16:creationId xmlns:a16="http://schemas.microsoft.com/office/drawing/2014/main" id="{EC51B4DF-CFA1-4375-BCEE-823DE68CE605}"/>
              </a:ext>
            </a:extLst>
          </p:cNvPr>
          <p:cNvSpPr/>
          <p:nvPr/>
        </p:nvSpPr>
        <p:spPr>
          <a:xfrm>
            <a:off x="5241634" y="6135608"/>
            <a:ext cx="1804110" cy="707886"/>
          </a:xfrm>
          <a:prstGeom prst="rect">
            <a:avLst/>
          </a:prstGeom>
          <a:noFill/>
        </p:spPr>
        <p:txBody>
          <a:bodyPr wrap="square" lIns="91440" tIns="45720" bIns="45720" anchor="ctr" anchorCtr="0">
            <a:spAutoFit/>
          </a:bodyPr>
          <a:lstStyle/>
          <a:p>
            <a:r>
              <a:rPr lang="en-US" sz="1000" b="1" dirty="0">
                <a:solidFill>
                  <a:srgbClr val="DB4E18"/>
                </a:solidFill>
                <a:latin typeface="Arial" panose="020B0604020202020204" pitchFamily="34" charset="0"/>
                <a:cs typeface="Arial" panose="020B0604020202020204" pitchFamily="34" charset="0"/>
              </a:rPr>
              <a:t>Industria Clientes: Insituciones Financieras – Consumo – Industriales (Ecuador)</a:t>
            </a:r>
          </a:p>
        </p:txBody>
      </p:sp>
      <p:sp>
        <p:nvSpPr>
          <p:cNvPr id="41" name="Rectangle: Rounded Corners 155">
            <a:extLst>
              <a:ext uri="{FF2B5EF4-FFF2-40B4-BE49-F238E27FC236}">
                <a16:creationId xmlns:a16="http://schemas.microsoft.com/office/drawing/2014/main" id="{66D14DEE-0DA6-21C3-36ED-1E421D93F2AB}"/>
              </a:ext>
            </a:extLst>
          </p:cNvPr>
          <p:cNvSpPr/>
          <p:nvPr/>
        </p:nvSpPr>
        <p:spPr>
          <a:xfrm>
            <a:off x="713944" y="2459902"/>
            <a:ext cx="642797" cy="642795"/>
          </a:xfrm>
          <a:prstGeom prst="roundRect">
            <a:avLst>
              <a:gd name="adj" fmla="val 50000"/>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155">
            <a:extLst>
              <a:ext uri="{FF2B5EF4-FFF2-40B4-BE49-F238E27FC236}">
                <a16:creationId xmlns:a16="http://schemas.microsoft.com/office/drawing/2014/main" id="{3EDF1AA8-A57A-4A0A-4E95-861DA54A3751}"/>
              </a:ext>
            </a:extLst>
          </p:cNvPr>
          <p:cNvSpPr/>
          <p:nvPr/>
        </p:nvSpPr>
        <p:spPr>
          <a:xfrm>
            <a:off x="4269673" y="2459902"/>
            <a:ext cx="642797" cy="642795"/>
          </a:xfrm>
          <a:prstGeom prst="roundRect">
            <a:avLst>
              <a:gd name="adj" fmla="val 50000"/>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155">
            <a:extLst>
              <a:ext uri="{FF2B5EF4-FFF2-40B4-BE49-F238E27FC236}">
                <a16:creationId xmlns:a16="http://schemas.microsoft.com/office/drawing/2014/main" id="{3499D24E-21C3-7316-A1E0-8FC3B1759973}"/>
              </a:ext>
            </a:extLst>
          </p:cNvPr>
          <p:cNvSpPr/>
          <p:nvPr/>
        </p:nvSpPr>
        <p:spPr>
          <a:xfrm>
            <a:off x="7830652" y="2459902"/>
            <a:ext cx="642797" cy="642795"/>
          </a:xfrm>
          <a:prstGeom prst="roundRect">
            <a:avLst>
              <a:gd name="adj" fmla="val 50000"/>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oogle Shape;1776;p54">
            <a:extLst>
              <a:ext uri="{FF2B5EF4-FFF2-40B4-BE49-F238E27FC236}">
                <a16:creationId xmlns:a16="http://schemas.microsoft.com/office/drawing/2014/main" id="{35C8081B-0528-5F9F-3068-885477EF352F}"/>
              </a:ext>
            </a:extLst>
          </p:cNvPr>
          <p:cNvGrpSpPr/>
          <p:nvPr/>
        </p:nvGrpSpPr>
        <p:grpSpPr>
          <a:xfrm>
            <a:off x="183444" y="1811839"/>
            <a:ext cx="1047209" cy="1182054"/>
            <a:chOff x="5903816" y="-60479"/>
            <a:chExt cx="1047209" cy="1182054"/>
          </a:xfrm>
        </p:grpSpPr>
        <p:sp>
          <p:nvSpPr>
            <p:cNvPr id="57" name="Google Shape;1777;p54">
              <a:extLst>
                <a:ext uri="{FF2B5EF4-FFF2-40B4-BE49-F238E27FC236}">
                  <a16:creationId xmlns:a16="http://schemas.microsoft.com/office/drawing/2014/main" id="{32344700-F066-8694-8B56-41BE23CBF069}"/>
                </a:ext>
              </a:extLst>
            </p:cNvPr>
            <p:cNvSpPr/>
            <p:nvPr/>
          </p:nvSpPr>
          <p:spPr>
            <a:xfrm>
              <a:off x="6668700" y="976200"/>
              <a:ext cx="277200" cy="19325"/>
            </a:xfrm>
            <a:custGeom>
              <a:avLst/>
              <a:gdLst/>
              <a:ahLst/>
              <a:cxnLst/>
              <a:rect l="l" t="t" r="r" b="b"/>
              <a:pathLst>
                <a:path w="11088" h="773" extrusionOk="0">
                  <a:moveTo>
                    <a:pt x="130" y="1"/>
                  </a:moveTo>
                  <a:lnTo>
                    <a:pt x="52" y="52"/>
                  </a:lnTo>
                  <a:lnTo>
                    <a:pt x="1" y="130"/>
                  </a:lnTo>
                  <a:lnTo>
                    <a:pt x="1" y="207"/>
                  </a:lnTo>
                  <a:lnTo>
                    <a:pt x="1" y="567"/>
                  </a:lnTo>
                  <a:lnTo>
                    <a:pt x="1" y="644"/>
                  </a:lnTo>
                  <a:lnTo>
                    <a:pt x="52" y="721"/>
                  </a:lnTo>
                  <a:lnTo>
                    <a:pt x="130" y="773"/>
                  </a:lnTo>
                  <a:lnTo>
                    <a:pt x="10959" y="773"/>
                  </a:lnTo>
                  <a:lnTo>
                    <a:pt x="11010" y="721"/>
                  </a:lnTo>
                  <a:lnTo>
                    <a:pt x="11062" y="644"/>
                  </a:lnTo>
                  <a:lnTo>
                    <a:pt x="11087" y="567"/>
                  </a:lnTo>
                  <a:lnTo>
                    <a:pt x="11087" y="207"/>
                  </a:lnTo>
                  <a:lnTo>
                    <a:pt x="11062" y="130"/>
                  </a:lnTo>
                  <a:lnTo>
                    <a:pt x="11010" y="52"/>
                  </a:lnTo>
                  <a:lnTo>
                    <a:pt x="10959"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78;p54">
              <a:extLst>
                <a:ext uri="{FF2B5EF4-FFF2-40B4-BE49-F238E27FC236}">
                  <a16:creationId xmlns:a16="http://schemas.microsoft.com/office/drawing/2014/main" id="{23DBD329-188F-ED9D-A3FD-D09FACED5562}"/>
                </a:ext>
              </a:extLst>
            </p:cNvPr>
            <p:cNvSpPr/>
            <p:nvPr/>
          </p:nvSpPr>
          <p:spPr>
            <a:xfrm>
              <a:off x="6929150" y="976200"/>
              <a:ext cx="16750" cy="19325"/>
            </a:xfrm>
            <a:custGeom>
              <a:avLst/>
              <a:gdLst/>
              <a:ahLst/>
              <a:cxnLst/>
              <a:rect l="l" t="t" r="r" b="b"/>
              <a:pathLst>
                <a:path w="670" h="773" extrusionOk="0">
                  <a:moveTo>
                    <a:pt x="0" y="1"/>
                  </a:moveTo>
                  <a:lnTo>
                    <a:pt x="52" y="52"/>
                  </a:lnTo>
                  <a:lnTo>
                    <a:pt x="103" y="130"/>
                  </a:lnTo>
                  <a:lnTo>
                    <a:pt x="129" y="207"/>
                  </a:lnTo>
                  <a:lnTo>
                    <a:pt x="129" y="567"/>
                  </a:lnTo>
                  <a:lnTo>
                    <a:pt x="103" y="644"/>
                  </a:lnTo>
                  <a:lnTo>
                    <a:pt x="52" y="721"/>
                  </a:lnTo>
                  <a:lnTo>
                    <a:pt x="0" y="773"/>
                  </a:lnTo>
                  <a:lnTo>
                    <a:pt x="541" y="773"/>
                  </a:lnTo>
                  <a:lnTo>
                    <a:pt x="592" y="721"/>
                  </a:lnTo>
                  <a:lnTo>
                    <a:pt x="644" y="644"/>
                  </a:lnTo>
                  <a:lnTo>
                    <a:pt x="669" y="567"/>
                  </a:lnTo>
                  <a:lnTo>
                    <a:pt x="669" y="207"/>
                  </a:lnTo>
                  <a:lnTo>
                    <a:pt x="644" y="130"/>
                  </a:lnTo>
                  <a:lnTo>
                    <a:pt x="592" y="52"/>
                  </a:lnTo>
                  <a:lnTo>
                    <a:pt x="541"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79;p54">
              <a:extLst>
                <a:ext uri="{FF2B5EF4-FFF2-40B4-BE49-F238E27FC236}">
                  <a16:creationId xmlns:a16="http://schemas.microsoft.com/office/drawing/2014/main" id="{1302995C-51AA-F76C-91A2-DBB23B0843BF}"/>
                </a:ext>
              </a:extLst>
            </p:cNvPr>
            <p:cNvSpPr/>
            <p:nvPr/>
          </p:nvSpPr>
          <p:spPr>
            <a:xfrm>
              <a:off x="5987416" y="-60479"/>
              <a:ext cx="236675" cy="201925"/>
            </a:xfrm>
            <a:custGeom>
              <a:avLst/>
              <a:gdLst/>
              <a:ahLst/>
              <a:cxnLst/>
              <a:rect l="l" t="t" r="r" b="b"/>
              <a:pathLst>
                <a:path w="9467" h="8077" extrusionOk="0">
                  <a:moveTo>
                    <a:pt x="0" y="0"/>
                  </a:moveTo>
                  <a:lnTo>
                    <a:pt x="0" y="8077"/>
                  </a:lnTo>
                  <a:lnTo>
                    <a:pt x="9466" y="8077"/>
                  </a:lnTo>
                  <a:lnTo>
                    <a:pt x="9466"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80;p54">
              <a:extLst>
                <a:ext uri="{FF2B5EF4-FFF2-40B4-BE49-F238E27FC236}">
                  <a16:creationId xmlns:a16="http://schemas.microsoft.com/office/drawing/2014/main" id="{C09C5EC6-7CD9-4BA8-AF4C-0FC9DA4C08B0}"/>
                </a:ext>
              </a:extLst>
            </p:cNvPr>
            <p:cNvSpPr/>
            <p:nvPr/>
          </p:nvSpPr>
          <p:spPr>
            <a:xfrm>
              <a:off x="6688650" y="774300"/>
              <a:ext cx="236675" cy="12225"/>
            </a:xfrm>
            <a:custGeom>
              <a:avLst/>
              <a:gdLst/>
              <a:ahLst/>
              <a:cxnLst/>
              <a:rect l="l" t="t" r="r" b="b"/>
              <a:pathLst>
                <a:path w="9467" h="489" extrusionOk="0">
                  <a:moveTo>
                    <a:pt x="0" y="0"/>
                  </a:moveTo>
                  <a:lnTo>
                    <a:pt x="0" y="489"/>
                  </a:lnTo>
                  <a:lnTo>
                    <a:pt x="9466" y="489"/>
                  </a:lnTo>
                  <a:lnTo>
                    <a:pt x="94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81;p54">
              <a:extLst>
                <a:ext uri="{FF2B5EF4-FFF2-40B4-BE49-F238E27FC236}">
                  <a16:creationId xmlns:a16="http://schemas.microsoft.com/office/drawing/2014/main" id="{9185DFB2-7FA8-178E-930C-C22A54AC37F8}"/>
                </a:ext>
              </a:extLst>
            </p:cNvPr>
            <p:cNvSpPr/>
            <p:nvPr/>
          </p:nvSpPr>
          <p:spPr>
            <a:xfrm>
              <a:off x="6688650" y="964000"/>
              <a:ext cx="236675" cy="12225"/>
            </a:xfrm>
            <a:custGeom>
              <a:avLst/>
              <a:gdLst/>
              <a:ahLst/>
              <a:cxnLst/>
              <a:rect l="l" t="t" r="r" b="b"/>
              <a:pathLst>
                <a:path w="9467" h="489" extrusionOk="0">
                  <a:moveTo>
                    <a:pt x="0" y="0"/>
                  </a:moveTo>
                  <a:lnTo>
                    <a:pt x="0" y="489"/>
                  </a:lnTo>
                  <a:lnTo>
                    <a:pt x="9466" y="489"/>
                  </a:lnTo>
                  <a:lnTo>
                    <a:pt x="94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82;p54">
              <a:extLst>
                <a:ext uri="{FF2B5EF4-FFF2-40B4-BE49-F238E27FC236}">
                  <a16:creationId xmlns:a16="http://schemas.microsoft.com/office/drawing/2014/main" id="{679C74A2-B2A9-B2BA-A4CC-89C682888885}"/>
                </a:ext>
              </a:extLst>
            </p:cNvPr>
            <p:cNvSpPr/>
            <p:nvPr/>
          </p:nvSpPr>
          <p:spPr>
            <a:xfrm>
              <a:off x="6668700" y="755000"/>
              <a:ext cx="277200" cy="19325"/>
            </a:xfrm>
            <a:custGeom>
              <a:avLst/>
              <a:gdLst/>
              <a:ahLst/>
              <a:cxnLst/>
              <a:rect l="l" t="t" r="r" b="b"/>
              <a:pathLst>
                <a:path w="11088" h="773" extrusionOk="0">
                  <a:moveTo>
                    <a:pt x="130" y="1"/>
                  </a:moveTo>
                  <a:lnTo>
                    <a:pt x="52" y="52"/>
                  </a:lnTo>
                  <a:lnTo>
                    <a:pt x="1" y="129"/>
                  </a:lnTo>
                  <a:lnTo>
                    <a:pt x="1" y="206"/>
                  </a:lnTo>
                  <a:lnTo>
                    <a:pt x="1" y="566"/>
                  </a:lnTo>
                  <a:lnTo>
                    <a:pt x="1" y="644"/>
                  </a:lnTo>
                  <a:lnTo>
                    <a:pt x="52" y="721"/>
                  </a:lnTo>
                  <a:lnTo>
                    <a:pt x="130" y="772"/>
                  </a:lnTo>
                  <a:lnTo>
                    <a:pt x="10959" y="772"/>
                  </a:lnTo>
                  <a:lnTo>
                    <a:pt x="11010" y="721"/>
                  </a:lnTo>
                  <a:lnTo>
                    <a:pt x="11062" y="644"/>
                  </a:lnTo>
                  <a:lnTo>
                    <a:pt x="11087" y="566"/>
                  </a:lnTo>
                  <a:lnTo>
                    <a:pt x="11087" y="206"/>
                  </a:lnTo>
                  <a:lnTo>
                    <a:pt x="11062" y="129"/>
                  </a:lnTo>
                  <a:lnTo>
                    <a:pt x="11010" y="52"/>
                  </a:lnTo>
                  <a:lnTo>
                    <a:pt x="10959"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83;p54">
              <a:extLst>
                <a:ext uri="{FF2B5EF4-FFF2-40B4-BE49-F238E27FC236}">
                  <a16:creationId xmlns:a16="http://schemas.microsoft.com/office/drawing/2014/main" id="{DFF03672-8AD9-D2F9-887A-96BECC7AAE31}"/>
                </a:ext>
              </a:extLst>
            </p:cNvPr>
            <p:cNvSpPr/>
            <p:nvPr/>
          </p:nvSpPr>
          <p:spPr>
            <a:xfrm>
              <a:off x="6929150" y="755000"/>
              <a:ext cx="16750" cy="19325"/>
            </a:xfrm>
            <a:custGeom>
              <a:avLst/>
              <a:gdLst/>
              <a:ahLst/>
              <a:cxnLst/>
              <a:rect l="l" t="t" r="r" b="b"/>
              <a:pathLst>
                <a:path w="670" h="773" extrusionOk="0">
                  <a:moveTo>
                    <a:pt x="0" y="1"/>
                  </a:moveTo>
                  <a:lnTo>
                    <a:pt x="52" y="52"/>
                  </a:lnTo>
                  <a:lnTo>
                    <a:pt x="103" y="129"/>
                  </a:lnTo>
                  <a:lnTo>
                    <a:pt x="129" y="206"/>
                  </a:lnTo>
                  <a:lnTo>
                    <a:pt x="129" y="566"/>
                  </a:lnTo>
                  <a:lnTo>
                    <a:pt x="103" y="644"/>
                  </a:lnTo>
                  <a:lnTo>
                    <a:pt x="52" y="721"/>
                  </a:lnTo>
                  <a:lnTo>
                    <a:pt x="0" y="772"/>
                  </a:lnTo>
                  <a:lnTo>
                    <a:pt x="541" y="772"/>
                  </a:lnTo>
                  <a:lnTo>
                    <a:pt x="592" y="721"/>
                  </a:lnTo>
                  <a:lnTo>
                    <a:pt x="644" y="644"/>
                  </a:lnTo>
                  <a:lnTo>
                    <a:pt x="669" y="566"/>
                  </a:lnTo>
                  <a:lnTo>
                    <a:pt x="669" y="206"/>
                  </a:lnTo>
                  <a:lnTo>
                    <a:pt x="644" y="129"/>
                  </a:lnTo>
                  <a:lnTo>
                    <a:pt x="592" y="52"/>
                  </a:lnTo>
                  <a:lnTo>
                    <a:pt x="541"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1784;p54">
              <a:extLst>
                <a:ext uri="{FF2B5EF4-FFF2-40B4-BE49-F238E27FC236}">
                  <a16:creationId xmlns:a16="http://schemas.microsoft.com/office/drawing/2014/main" id="{6619A37E-CC98-D29E-C331-3CD5D31B3686}"/>
                </a:ext>
              </a:extLst>
            </p:cNvPr>
            <p:cNvSpPr/>
            <p:nvPr/>
          </p:nvSpPr>
          <p:spPr>
            <a:xfrm>
              <a:off x="6584475" y="991650"/>
              <a:ext cx="135050" cy="124775"/>
            </a:xfrm>
            <a:custGeom>
              <a:avLst/>
              <a:gdLst/>
              <a:ahLst/>
              <a:cxnLst/>
              <a:rect l="l" t="t" r="r" b="b"/>
              <a:pathLst>
                <a:path w="5402" h="4991" extrusionOk="0">
                  <a:moveTo>
                    <a:pt x="1364" y="0"/>
                  </a:moveTo>
                  <a:lnTo>
                    <a:pt x="1081" y="129"/>
                  </a:lnTo>
                  <a:lnTo>
                    <a:pt x="823" y="283"/>
                  </a:lnTo>
                  <a:lnTo>
                    <a:pt x="592" y="489"/>
                  </a:lnTo>
                  <a:lnTo>
                    <a:pt x="386" y="721"/>
                  </a:lnTo>
                  <a:lnTo>
                    <a:pt x="206" y="978"/>
                  </a:lnTo>
                  <a:lnTo>
                    <a:pt x="103" y="1261"/>
                  </a:lnTo>
                  <a:lnTo>
                    <a:pt x="26" y="1569"/>
                  </a:lnTo>
                  <a:lnTo>
                    <a:pt x="0" y="1904"/>
                  </a:lnTo>
                  <a:lnTo>
                    <a:pt x="0" y="4990"/>
                  </a:lnTo>
                  <a:lnTo>
                    <a:pt x="5402" y="4990"/>
                  </a:lnTo>
                  <a:lnTo>
                    <a:pt x="5402" y="1904"/>
                  </a:lnTo>
                  <a:lnTo>
                    <a:pt x="5376" y="1569"/>
                  </a:lnTo>
                  <a:lnTo>
                    <a:pt x="5299" y="1261"/>
                  </a:lnTo>
                  <a:lnTo>
                    <a:pt x="5170" y="978"/>
                  </a:lnTo>
                  <a:lnTo>
                    <a:pt x="5016" y="721"/>
                  </a:lnTo>
                  <a:lnTo>
                    <a:pt x="4810" y="489"/>
                  </a:lnTo>
                  <a:lnTo>
                    <a:pt x="4553" y="283"/>
                  </a:lnTo>
                  <a:lnTo>
                    <a:pt x="4296" y="129"/>
                  </a:lnTo>
                  <a:lnTo>
                    <a:pt x="4013"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1785;p54">
              <a:extLst>
                <a:ext uri="{FF2B5EF4-FFF2-40B4-BE49-F238E27FC236}">
                  <a16:creationId xmlns:a16="http://schemas.microsoft.com/office/drawing/2014/main" id="{8AC25288-E050-8EB8-5434-8C03D2C0B852}"/>
                </a:ext>
              </a:extLst>
            </p:cNvPr>
            <p:cNvSpPr/>
            <p:nvPr/>
          </p:nvSpPr>
          <p:spPr>
            <a:xfrm>
              <a:off x="6667425" y="991650"/>
              <a:ext cx="52100" cy="124775"/>
            </a:xfrm>
            <a:custGeom>
              <a:avLst/>
              <a:gdLst/>
              <a:ahLst/>
              <a:cxnLst/>
              <a:rect l="l" t="t" r="r" b="b"/>
              <a:pathLst>
                <a:path w="2084" h="4991" extrusionOk="0">
                  <a:moveTo>
                    <a:pt x="0" y="0"/>
                  </a:moveTo>
                  <a:lnTo>
                    <a:pt x="283" y="129"/>
                  </a:lnTo>
                  <a:lnTo>
                    <a:pt x="566" y="283"/>
                  </a:lnTo>
                  <a:lnTo>
                    <a:pt x="798" y="489"/>
                  </a:lnTo>
                  <a:lnTo>
                    <a:pt x="1004" y="721"/>
                  </a:lnTo>
                  <a:lnTo>
                    <a:pt x="1158" y="978"/>
                  </a:lnTo>
                  <a:lnTo>
                    <a:pt x="1287" y="1261"/>
                  </a:lnTo>
                  <a:lnTo>
                    <a:pt x="1364" y="1569"/>
                  </a:lnTo>
                  <a:lnTo>
                    <a:pt x="1389" y="1904"/>
                  </a:lnTo>
                  <a:lnTo>
                    <a:pt x="1389" y="4990"/>
                  </a:lnTo>
                  <a:lnTo>
                    <a:pt x="2084" y="4990"/>
                  </a:lnTo>
                  <a:lnTo>
                    <a:pt x="2084" y="1904"/>
                  </a:lnTo>
                  <a:lnTo>
                    <a:pt x="2058" y="1569"/>
                  </a:lnTo>
                  <a:lnTo>
                    <a:pt x="1981" y="1261"/>
                  </a:lnTo>
                  <a:lnTo>
                    <a:pt x="1852" y="978"/>
                  </a:lnTo>
                  <a:lnTo>
                    <a:pt x="1698" y="721"/>
                  </a:lnTo>
                  <a:lnTo>
                    <a:pt x="1492" y="489"/>
                  </a:lnTo>
                  <a:lnTo>
                    <a:pt x="1235" y="283"/>
                  </a:lnTo>
                  <a:lnTo>
                    <a:pt x="978" y="129"/>
                  </a:lnTo>
                  <a:lnTo>
                    <a:pt x="695"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1786;p54">
              <a:extLst>
                <a:ext uri="{FF2B5EF4-FFF2-40B4-BE49-F238E27FC236}">
                  <a16:creationId xmlns:a16="http://schemas.microsoft.com/office/drawing/2014/main" id="{E4E0B381-0E97-0EF7-E17F-3A5A9F79818D}"/>
                </a:ext>
              </a:extLst>
            </p:cNvPr>
            <p:cNvSpPr/>
            <p:nvPr/>
          </p:nvSpPr>
          <p:spPr>
            <a:xfrm>
              <a:off x="6632050" y="1041800"/>
              <a:ext cx="39250" cy="74625"/>
            </a:xfrm>
            <a:custGeom>
              <a:avLst/>
              <a:gdLst/>
              <a:ahLst/>
              <a:cxnLst/>
              <a:rect l="l" t="t" r="r" b="b"/>
              <a:pathLst>
                <a:path w="1570" h="2985" extrusionOk="0">
                  <a:moveTo>
                    <a:pt x="387" y="1"/>
                  </a:moveTo>
                  <a:lnTo>
                    <a:pt x="1" y="2984"/>
                  </a:lnTo>
                  <a:lnTo>
                    <a:pt x="1570" y="2984"/>
                  </a:lnTo>
                  <a:lnTo>
                    <a:pt x="1184"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1787;p54">
              <a:extLst>
                <a:ext uri="{FF2B5EF4-FFF2-40B4-BE49-F238E27FC236}">
                  <a16:creationId xmlns:a16="http://schemas.microsoft.com/office/drawing/2014/main" id="{1190AAD5-6AD6-850A-53D4-50617C08B831}"/>
                </a:ext>
              </a:extLst>
            </p:cNvPr>
            <p:cNvSpPr/>
            <p:nvPr/>
          </p:nvSpPr>
          <p:spPr>
            <a:xfrm>
              <a:off x="6639775" y="1041800"/>
              <a:ext cx="23825" cy="23175"/>
            </a:xfrm>
            <a:custGeom>
              <a:avLst/>
              <a:gdLst/>
              <a:ahLst/>
              <a:cxnLst/>
              <a:rect l="l" t="t" r="r" b="b"/>
              <a:pathLst>
                <a:path w="953" h="927" extrusionOk="0">
                  <a:moveTo>
                    <a:pt x="78" y="1"/>
                  </a:moveTo>
                  <a:lnTo>
                    <a:pt x="0" y="567"/>
                  </a:lnTo>
                  <a:lnTo>
                    <a:pt x="258" y="824"/>
                  </a:lnTo>
                  <a:lnTo>
                    <a:pt x="360" y="901"/>
                  </a:lnTo>
                  <a:lnTo>
                    <a:pt x="489" y="927"/>
                  </a:lnTo>
                  <a:lnTo>
                    <a:pt x="592" y="901"/>
                  </a:lnTo>
                  <a:lnTo>
                    <a:pt x="695" y="824"/>
                  </a:lnTo>
                  <a:lnTo>
                    <a:pt x="952" y="567"/>
                  </a:lnTo>
                  <a:lnTo>
                    <a:pt x="875"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1788;p54">
              <a:extLst>
                <a:ext uri="{FF2B5EF4-FFF2-40B4-BE49-F238E27FC236}">
                  <a16:creationId xmlns:a16="http://schemas.microsoft.com/office/drawing/2014/main" id="{9F08F068-D921-DC37-C502-4080CD4764D8}"/>
                </a:ext>
              </a:extLst>
            </p:cNvPr>
            <p:cNvSpPr/>
            <p:nvPr/>
          </p:nvSpPr>
          <p:spPr>
            <a:xfrm>
              <a:off x="6636550" y="1024450"/>
              <a:ext cx="30900" cy="28950"/>
            </a:xfrm>
            <a:custGeom>
              <a:avLst/>
              <a:gdLst/>
              <a:ahLst/>
              <a:cxnLst/>
              <a:rect l="l" t="t" r="r" b="b"/>
              <a:pathLst>
                <a:path w="1236" h="1158" extrusionOk="0">
                  <a:moveTo>
                    <a:pt x="618" y="0"/>
                  </a:moveTo>
                  <a:lnTo>
                    <a:pt x="1" y="617"/>
                  </a:lnTo>
                  <a:lnTo>
                    <a:pt x="489" y="1106"/>
                  </a:lnTo>
                  <a:lnTo>
                    <a:pt x="541" y="1132"/>
                  </a:lnTo>
                  <a:lnTo>
                    <a:pt x="618" y="1158"/>
                  </a:lnTo>
                  <a:lnTo>
                    <a:pt x="670" y="1132"/>
                  </a:lnTo>
                  <a:lnTo>
                    <a:pt x="721" y="1106"/>
                  </a:lnTo>
                  <a:lnTo>
                    <a:pt x="1235" y="617"/>
                  </a:lnTo>
                  <a:lnTo>
                    <a:pt x="61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1789;p54">
              <a:extLst>
                <a:ext uri="{FF2B5EF4-FFF2-40B4-BE49-F238E27FC236}">
                  <a16:creationId xmlns:a16="http://schemas.microsoft.com/office/drawing/2014/main" id="{07B622AB-55EE-E31A-430B-9F045C4ECEDC}"/>
                </a:ext>
              </a:extLst>
            </p:cNvPr>
            <p:cNvSpPr/>
            <p:nvPr/>
          </p:nvSpPr>
          <p:spPr>
            <a:xfrm>
              <a:off x="6627550" y="992925"/>
              <a:ext cx="48250" cy="38625"/>
            </a:xfrm>
            <a:custGeom>
              <a:avLst/>
              <a:gdLst/>
              <a:ahLst/>
              <a:cxnLst/>
              <a:rect l="l" t="t" r="r" b="b"/>
              <a:pathLst>
                <a:path w="1930" h="1545" extrusionOk="0">
                  <a:moveTo>
                    <a:pt x="1" y="1"/>
                  </a:moveTo>
                  <a:lnTo>
                    <a:pt x="978" y="1544"/>
                  </a:lnTo>
                  <a:lnTo>
                    <a:pt x="193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1790;p54">
              <a:extLst>
                <a:ext uri="{FF2B5EF4-FFF2-40B4-BE49-F238E27FC236}">
                  <a16:creationId xmlns:a16="http://schemas.microsoft.com/office/drawing/2014/main" id="{EE664DEA-3216-DEE2-A183-DB99BA7D55F3}"/>
                </a:ext>
              </a:extLst>
            </p:cNvPr>
            <p:cNvSpPr/>
            <p:nvPr/>
          </p:nvSpPr>
          <p:spPr>
            <a:xfrm>
              <a:off x="6603125" y="991650"/>
              <a:ext cx="48900" cy="50175"/>
            </a:xfrm>
            <a:custGeom>
              <a:avLst/>
              <a:gdLst/>
              <a:ahLst/>
              <a:cxnLst/>
              <a:rect l="l" t="t" r="r" b="b"/>
              <a:pathLst>
                <a:path w="1956" h="2007" extrusionOk="0">
                  <a:moveTo>
                    <a:pt x="618" y="0"/>
                  </a:moveTo>
                  <a:lnTo>
                    <a:pt x="283" y="129"/>
                  </a:lnTo>
                  <a:lnTo>
                    <a:pt x="0" y="335"/>
                  </a:lnTo>
                  <a:lnTo>
                    <a:pt x="1261" y="2007"/>
                  </a:lnTo>
                  <a:lnTo>
                    <a:pt x="1955" y="1595"/>
                  </a:lnTo>
                  <a:lnTo>
                    <a:pt x="978" y="52"/>
                  </a:lnTo>
                  <a:lnTo>
                    <a:pt x="618"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1791;p54">
              <a:extLst>
                <a:ext uri="{FF2B5EF4-FFF2-40B4-BE49-F238E27FC236}">
                  <a16:creationId xmlns:a16="http://schemas.microsoft.com/office/drawing/2014/main" id="{AA6FFACD-430E-875A-BFC0-856748A588C6}"/>
                </a:ext>
              </a:extLst>
            </p:cNvPr>
            <p:cNvSpPr/>
            <p:nvPr/>
          </p:nvSpPr>
          <p:spPr>
            <a:xfrm>
              <a:off x="6652000" y="991650"/>
              <a:ext cx="48250" cy="50175"/>
            </a:xfrm>
            <a:custGeom>
              <a:avLst/>
              <a:gdLst/>
              <a:ahLst/>
              <a:cxnLst/>
              <a:rect l="l" t="t" r="r" b="b"/>
              <a:pathLst>
                <a:path w="1930" h="2007" extrusionOk="0">
                  <a:moveTo>
                    <a:pt x="1312" y="0"/>
                  </a:moveTo>
                  <a:lnTo>
                    <a:pt x="952" y="52"/>
                  </a:lnTo>
                  <a:lnTo>
                    <a:pt x="0" y="1595"/>
                  </a:lnTo>
                  <a:lnTo>
                    <a:pt x="669" y="2007"/>
                  </a:lnTo>
                  <a:lnTo>
                    <a:pt x="1929" y="335"/>
                  </a:lnTo>
                  <a:lnTo>
                    <a:pt x="1646" y="129"/>
                  </a:lnTo>
                  <a:lnTo>
                    <a:pt x="1312"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1792;p54">
              <a:extLst>
                <a:ext uri="{FF2B5EF4-FFF2-40B4-BE49-F238E27FC236}">
                  <a16:creationId xmlns:a16="http://schemas.microsoft.com/office/drawing/2014/main" id="{941D6022-37A6-4BD3-09F2-DBB8958AE73A}"/>
                </a:ext>
              </a:extLst>
            </p:cNvPr>
            <p:cNvSpPr/>
            <p:nvPr/>
          </p:nvSpPr>
          <p:spPr>
            <a:xfrm>
              <a:off x="6674500" y="991650"/>
              <a:ext cx="25750" cy="18675"/>
            </a:xfrm>
            <a:custGeom>
              <a:avLst/>
              <a:gdLst/>
              <a:ahLst/>
              <a:cxnLst/>
              <a:rect l="l" t="t" r="r" b="b"/>
              <a:pathLst>
                <a:path w="1030" h="747" extrusionOk="0">
                  <a:moveTo>
                    <a:pt x="412" y="0"/>
                  </a:moveTo>
                  <a:lnTo>
                    <a:pt x="52" y="52"/>
                  </a:lnTo>
                  <a:lnTo>
                    <a:pt x="0" y="129"/>
                  </a:lnTo>
                  <a:lnTo>
                    <a:pt x="206" y="232"/>
                  </a:lnTo>
                  <a:lnTo>
                    <a:pt x="412" y="386"/>
                  </a:lnTo>
                  <a:lnTo>
                    <a:pt x="566" y="540"/>
                  </a:lnTo>
                  <a:lnTo>
                    <a:pt x="721" y="746"/>
                  </a:lnTo>
                  <a:lnTo>
                    <a:pt x="1029" y="335"/>
                  </a:lnTo>
                  <a:lnTo>
                    <a:pt x="746" y="129"/>
                  </a:lnTo>
                  <a:lnTo>
                    <a:pt x="412"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1793;p54">
              <a:extLst>
                <a:ext uri="{FF2B5EF4-FFF2-40B4-BE49-F238E27FC236}">
                  <a16:creationId xmlns:a16="http://schemas.microsoft.com/office/drawing/2014/main" id="{902C5029-B1B1-4E8E-3CC9-F614968F0867}"/>
                </a:ext>
              </a:extLst>
            </p:cNvPr>
            <p:cNvSpPr/>
            <p:nvPr/>
          </p:nvSpPr>
          <p:spPr>
            <a:xfrm>
              <a:off x="6584475" y="855950"/>
              <a:ext cx="135050" cy="101000"/>
            </a:xfrm>
            <a:custGeom>
              <a:avLst/>
              <a:gdLst/>
              <a:ahLst/>
              <a:cxnLst/>
              <a:rect l="l" t="t" r="r" b="b"/>
              <a:pathLst>
                <a:path w="5402" h="4040" extrusionOk="0">
                  <a:moveTo>
                    <a:pt x="1466" y="1"/>
                  </a:moveTo>
                  <a:lnTo>
                    <a:pt x="1312" y="27"/>
                  </a:lnTo>
                  <a:lnTo>
                    <a:pt x="1158" y="52"/>
                  </a:lnTo>
                  <a:lnTo>
                    <a:pt x="1003" y="78"/>
                  </a:lnTo>
                  <a:lnTo>
                    <a:pt x="849" y="155"/>
                  </a:lnTo>
                  <a:lnTo>
                    <a:pt x="720" y="207"/>
                  </a:lnTo>
                  <a:lnTo>
                    <a:pt x="592" y="310"/>
                  </a:lnTo>
                  <a:lnTo>
                    <a:pt x="463" y="387"/>
                  </a:lnTo>
                  <a:lnTo>
                    <a:pt x="360" y="515"/>
                  </a:lnTo>
                  <a:lnTo>
                    <a:pt x="283" y="618"/>
                  </a:lnTo>
                  <a:lnTo>
                    <a:pt x="180" y="747"/>
                  </a:lnTo>
                  <a:lnTo>
                    <a:pt x="129" y="901"/>
                  </a:lnTo>
                  <a:lnTo>
                    <a:pt x="52" y="1030"/>
                  </a:lnTo>
                  <a:lnTo>
                    <a:pt x="26" y="1184"/>
                  </a:lnTo>
                  <a:lnTo>
                    <a:pt x="0" y="1338"/>
                  </a:lnTo>
                  <a:lnTo>
                    <a:pt x="0" y="1519"/>
                  </a:lnTo>
                  <a:lnTo>
                    <a:pt x="0" y="1673"/>
                  </a:lnTo>
                  <a:lnTo>
                    <a:pt x="257" y="3705"/>
                  </a:lnTo>
                  <a:lnTo>
                    <a:pt x="283" y="3834"/>
                  </a:lnTo>
                  <a:lnTo>
                    <a:pt x="386" y="3936"/>
                  </a:lnTo>
                  <a:lnTo>
                    <a:pt x="489" y="4014"/>
                  </a:lnTo>
                  <a:lnTo>
                    <a:pt x="643" y="4039"/>
                  </a:lnTo>
                  <a:lnTo>
                    <a:pt x="4759" y="4039"/>
                  </a:lnTo>
                  <a:lnTo>
                    <a:pt x="4888" y="4014"/>
                  </a:lnTo>
                  <a:lnTo>
                    <a:pt x="5016" y="3936"/>
                  </a:lnTo>
                  <a:lnTo>
                    <a:pt x="5093" y="3834"/>
                  </a:lnTo>
                  <a:lnTo>
                    <a:pt x="5145" y="3705"/>
                  </a:lnTo>
                  <a:lnTo>
                    <a:pt x="5376" y="1673"/>
                  </a:lnTo>
                  <a:lnTo>
                    <a:pt x="5402" y="1519"/>
                  </a:lnTo>
                  <a:lnTo>
                    <a:pt x="5376" y="1338"/>
                  </a:lnTo>
                  <a:lnTo>
                    <a:pt x="5351" y="1184"/>
                  </a:lnTo>
                  <a:lnTo>
                    <a:pt x="5325" y="1030"/>
                  </a:lnTo>
                  <a:lnTo>
                    <a:pt x="5273" y="901"/>
                  </a:lnTo>
                  <a:lnTo>
                    <a:pt x="5196" y="747"/>
                  </a:lnTo>
                  <a:lnTo>
                    <a:pt x="5119" y="618"/>
                  </a:lnTo>
                  <a:lnTo>
                    <a:pt x="5016" y="515"/>
                  </a:lnTo>
                  <a:lnTo>
                    <a:pt x="4913" y="387"/>
                  </a:lnTo>
                  <a:lnTo>
                    <a:pt x="4785" y="310"/>
                  </a:lnTo>
                  <a:lnTo>
                    <a:pt x="4656" y="207"/>
                  </a:lnTo>
                  <a:lnTo>
                    <a:pt x="4527" y="155"/>
                  </a:lnTo>
                  <a:lnTo>
                    <a:pt x="4373" y="78"/>
                  </a:lnTo>
                  <a:lnTo>
                    <a:pt x="4219" y="52"/>
                  </a:lnTo>
                  <a:lnTo>
                    <a:pt x="4064" y="27"/>
                  </a:lnTo>
                  <a:lnTo>
                    <a:pt x="3910"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1794;p54">
              <a:extLst>
                <a:ext uri="{FF2B5EF4-FFF2-40B4-BE49-F238E27FC236}">
                  <a16:creationId xmlns:a16="http://schemas.microsoft.com/office/drawing/2014/main" id="{4521A55D-CBAA-42B9-C9D2-F331F5152DD4}"/>
                </a:ext>
              </a:extLst>
            </p:cNvPr>
            <p:cNvSpPr/>
            <p:nvPr/>
          </p:nvSpPr>
          <p:spPr>
            <a:xfrm>
              <a:off x="6666125" y="855950"/>
              <a:ext cx="53400" cy="101000"/>
            </a:xfrm>
            <a:custGeom>
              <a:avLst/>
              <a:gdLst/>
              <a:ahLst/>
              <a:cxnLst/>
              <a:rect l="l" t="t" r="r" b="b"/>
              <a:pathLst>
                <a:path w="2136" h="4040" extrusionOk="0">
                  <a:moveTo>
                    <a:pt x="1" y="1"/>
                  </a:moveTo>
                  <a:lnTo>
                    <a:pt x="155" y="27"/>
                  </a:lnTo>
                  <a:lnTo>
                    <a:pt x="335" y="52"/>
                  </a:lnTo>
                  <a:lnTo>
                    <a:pt x="464" y="78"/>
                  </a:lnTo>
                  <a:lnTo>
                    <a:pt x="618" y="155"/>
                  </a:lnTo>
                  <a:lnTo>
                    <a:pt x="747" y="207"/>
                  </a:lnTo>
                  <a:lnTo>
                    <a:pt x="876" y="310"/>
                  </a:lnTo>
                  <a:lnTo>
                    <a:pt x="1004" y="387"/>
                  </a:lnTo>
                  <a:lnTo>
                    <a:pt x="1107" y="515"/>
                  </a:lnTo>
                  <a:lnTo>
                    <a:pt x="1210" y="618"/>
                  </a:lnTo>
                  <a:lnTo>
                    <a:pt x="1287" y="747"/>
                  </a:lnTo>
                  <a:lnTo>
                    <a:pt x="1364" y="901"/>
                  </a:lnTo>
                  <a:lnTo>
                    <a:pt x="1416" y="1030"/>
                  </a:lnTo>
                  <a:lnTo>
                    <a:pt x="1441" y="1184"/>
                  </a:lnTo>
                  <a:lnTo>
                    <a:pt x="1467" y="1338"/>
                  </a:lnTo>
                  <a:lnTo>
                    <a:pt x="1493" y="1519"/>
                  </a:lnTo>
                  <a:lnTo>
                    <a:pt x="1467" y="1673"/>
                  </a:lnTo>
                  <a:lnTo>
                    <a:pt x="1236" y="3705"/>
                  </a:lnTo>
                  <a:lnTo>
                    <a:pt x="1184" y="3834"/>
                  </a:lnTo>
                  <a:lnTo>
                    <a:pt x="1107" y="3936"/>
                  </a:lnTo>
                  <a:lnTo>
                    <a:pt x="978" y="4014"/>
                  </a:lnTo>
                  <a:lnTo>
                    <a:pt x="850" y="4039"/>
                  </a:lnTo>
                  <a:lnTo>
                    <a:pt x="1493" y="4039"/>
                  </a:lnTo>
                  <a:lnTo>
                    <a:pt x="1622" y="4014"/>
                  </a:lnTo>
                  <a:lnTo>
                    <a:pt x="1750" y="3936"/>
                  </a:lnTo>
                  <a:lnTo>
                    <a:pt x="1827" y="3834"/>
                  </a:lnTo>
                  <a:lnTo>
                    <a:pt x="1879" y="3705"/>
                  </a:lnTo>
                  <a:lnTo>
                    <a:pt x="2110" y="1673"/>
                  </a:lnTo>
                  <a:lnTo>
                    <a:pt x="2136" y="1519"/>
                  </a:lnTo>
                  <a:lnTo>
                    <a:pt x="2110" y="1338"/>
                  </a:lnTo>
                  <a:lnTo>
                    <a:pt x="2085" y="1184"/>
                  </a:lnTo>
                  <a:lnTo>
                    <a:pt x="2059" y="1030"/>
                  </a:lnTo>
                  <a:lnTo>
                    <a:pt x="2007" y="901"/>
                  </a:lnTo>
                  <a:lnTo>
                    <a:pt x="1930" y="747"/>
                  </a:lnTo>
                  <a:lnTo>
                    <a:pt x="1853" y="618"/>
                  </a:lnTo>
                  <a:lnTo>
                    <a:pt x="1750" y="515"/>
                  </a:lnTo>
                  <a:lnTo>
                    <a:pt x="1647" y="387"/>
                  </a:lnTo>
                  <a:lnTo>
                    <a:pt x="1519" y="310"/>
                  </a:lnTo>
                  <a:lnTo>
                    <a:pt x="1390" y="207"/>
                  </a:lnTo>
                  <a:lnTo>
                    <a:pt x="1261" y="155"/>
                  </a:lnTo>
                  <a:lnTo>
                    <a:pt x="1107" y="78"/>
                  </a:lnTo>
                  <a:lnTo>
                    <a:pt x="953" y="52"/>
                  </a:lnTo>
                  <a:lnTo>
                    <a:pt x="798" y="27"/>
                  </a:lnTo>
                  <a:lnTo>
                    <a:pt x="644"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1795;p54">
              <a:extLst>
                <a:ext uri="{FF2B5EF4-FFF2-40B4-BE49-F238E27FC236}">
                  <a16:creationId xmlns:a16="http://schemas.microsoft.com/office/drawing/2014/main" id="{E13C861B-AB4C-62B3-AE5D-B01D2857A8BB}"/>
                </a:ext>
              </a:extLst>
            </p:cNvPr>
            <p:cNvSpPr/>
            <p:nvPr/>
          </p:nvSpPr>
          <p:spPr>
            <a:xfrm>
              <a:off x="5903816" y="73271"/>
              <a:ext cx="93275" cy="97125"/>
            </a:xfrm>
            <a:custGeom>
              <a:avLst/>
              <a:gdLst/>
              <a:ahLst/>
              <a:cxnLst/>
              <a:rect l="l" t="t" r="r" b="b"/>
              <a:pathLst>
                <a:path w="3731" h="3885" extrusionOk="0">
                  <a:moveTo>
                    <a:pt x="2393" y="0"/>
                  </a:moveTo>
                  <a:lnTo>
                    <a:pt x="2187" y="129"/>
                  </a:lnTo>
                  <a:lnTo>
                    <a:pt x="1955" y="232"/>
                  </a:lnTo>
                  <a:lnTo>
                    <a:pt x="1672" y="309"/>
                  </a:lnTo>
                  <a:lnTo>
                    <a:pt x="1389" y="361"/>
                  </a:lnTo>
                  <a:lnTo>
                    <a:pt x="1081" y="386"/>
                  </a:lnTo>
                  <a:lnTo>
                    <a:pt x="746" y="412"/>
                  </a:lnTo>
                  <a:lnTo>
                    <a:pt x="412" y="412"/>
                  </a:lnTo>
                  <a:lnTo>
                    <a:pt x="103" y="386"/>
                  </a:lnTo>
                  <a:lnTo>
                    <a:pt x="26" y="412"/>
                  </a:lnTo>
                  <a:lnTo>
                    <a:pt x="0" y="489"/>
                  </a:lnTo>
                  <a:lnTo>
                    <a:pt x="0" y="2032"/>
                  </a:lnTo>
                  <a:lnTo>
                    <a:pt x="0" y="2213"/>
                  </a:lnTo>
                  <a:lnTo>
                    <a:pt x="52" y="2393"/>
                  </a:lnTo>
                  <a:lnTo>
                    <a:pt x="78" y="2573"/>
                  </a:lnTo>
                  <a:lnTo>
                    <a:pt x="155" y="2753"/>
                  </a:lnTo>
                  <a:lnTo>
                    <a:pt x="232" y="2907"/>
                  </a:lnTo>
                  <a:lnTo>
                    <a:pt x="335" y="3061"/>
                  </a:lnTo>
                  <a:lnTo>
                    <a:pt x="438" y="3216"/>
                  </a:lnTo>
                  <a:lnTo>
                    <a:pt x="541" y="3344"/>
                  </a:lnTo>
                  <a:lnTo>
                    <a:pt x="695" y="3473"/>
                  </a:lnTo>
                  <a:lnTo>
                    <a:pt x="823" y="3576"/>
                  </a:lnTo>
                  <a:lnTo>
                    <a:pt x="978" y="3679"/>
                  </a:lnTo>
                  <a:lnTo>
                    <a:pt x="1132" y="3756"/>
                  </a:lnTo>
                  <a:lnTo>
                    <a:pt x="1312" y="3807"/>
                  </a:lnTo>
                  <a:lnTo>
                    <a:pt x="1492" y="3859"/>
                  </a:lnTo>
                  <a:lnTo>
                    <a:pt x="1672" y="3884"/>
                  </a:lnTo>
                  <a:lnTo>
                    <a:pt x="2058" y="3884"/>
                  </a:lnTo>
                  <a:lnTo>
                    <a:pt x="2238" y="3859"/>
                  </a:lnTo>
                  <a:lnTo>
                    <a:pt x="2418" y="3807"/>
                  </a:lnTo>
                  <a:lnTo>
                    <a:pt x="2598" y="3756"/>
                  </a:lnTo>
                  <a:lnTo>
                    <a:pt x="2753" y="3679"/>
                  </a:lnTo>
                  <a:lnTo>
                    <a:pt x="2907" y="3576"/>
                  </a:lnTo>
                  <a:lnTo>
                    <a:pt x="3061" y="3473"/>
                  </a:lnTo>
                  <a:lnTo>
                    <a:pt x="3190" y="3344"/>
                  </a:lnTo>
                  <a:lnTo>
                    <a:pt x="3319" y="3216"/>
                  </a:lnTo>
                  <a:lnTo>
                    <a:pt x="3421" y="3061"/>
                  </a:lnTo>
                  <a:lnTo>
                    <a:pt x="3499" y="2907"/>
                  </a:lnTo>
                  <a:lnTo>
                    <a:pt x="3576" y="2753"/>
                  </a:lnTo>
                  <a:lnTo>
                    <a:pt x="3653" y="2573"/>
                  </a:lnTo>
                  <a:lnTo>
                    <a:pt x="3704" y="2393"/>
                  </a:lnTo>
                  <a:lnTo>
                    <a:pt x="3730" y="2213"/>
                  </a:lnTo>
                  <a:lnTo>
                    <a:pt x="3730" y="2032"/>
                  </a:lnTo>
                  <a:lnTo>
                    <a:pt x="3730" y="489"/>
                  </a:lnTo>
                  <a:lnTo>
                    <a:pt x="3730" y="438"/>
                  </a:lnTo>
                  <a:lnTo>
                    <a:pt x="3704" y="412"/>
                  </a:lnTo>
                  <a:lnTo>
                    <a:pt x="3627" y="386"/>
                  </a:lnTo>
                  <a:lnTo>
                    <a:pt x="3447" y="412"/>
                  </a:lnTo>
                  <a:lnTo>
                    <a:pt x="3293" y="386"/>
                  </a:lnTo>
                  <a:lnTo>
                    <a:pt x="3139" y="361"/>
                  </a:lnTo>
                  <a:lnTo>
                    <a:pt x="2984" y="309"/>
                  </a:lnTo>
                  <a:lnTo>
                    <a:pt x="2856" y="258"/>
                  </a:lnTo>
                  <a:lnTo>
                    <a:pt x="2727" y="180"/>
                  </a:lnTo>
                  <a:lnTo>
                    <a:pt x="2495" y="26"/>
                  </a:lnTo>
                  <a:lnTo>
                    <a:pt x="2444"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1796;p54">
              <a:extLst>
                <a:ext uri="{FF2B5EF4-FFF2-40B4-BE49-F238E27FC236}">
                  <a16:creationId xmlns:a16="http://schemas.microsoft.com/office/drawing/2014/main" id="{EF2525F3-CE2E-B468-38F1-7A4625997507}"/>
                </a:ext>
              </a:extLst>
            </p:cNvPr>
            <p:cNvSpPr/>
            <p:nvPr/>
          </p:nvSpPr>
          <p:spPr>
            <a:xfrm>
              <a:off x="6718875" y="816100"/>
              <a:ext cx="27675" cy="36025"/>
            </a:xfrm>
            <a:custGeom>
              <a:avLst/>
              <a:gdLst/>
              <a:ahLst/>
              <a:cxnLst/>
              <a:rect l="l" t="t" r="r" b="b"/>
              <a:pathLst>
                <a:path w="1107" h="1441" extrusionOk="0">
                  <a:moveTo>
                    <a:pt x="77" y="0"/>
                  </a:moveTo>
                  <a:lnTo>
                    <a:pt x="26" y="26"/>
                  </a:lnTo>
                  <a:lnTo>
                    <a:pt x="26" y="52"/>
                  </a:lnTo>
                  <a:lnTo>
                    <a:pt x="0" y="103"/>
                  </a:lnTo>
                  <a:lnTo>
                    <a:pt x="0" y="1312"/>
                  </a:lnTo>
                  <a:lnTo>
                    <a:pt x="26" y="1363"/>
                  </a:lnTo>
                  <a:lnTo>
                    <a:pt x="26" y="1389"/>
                  </a:lnTo>
                  <a:lnTo>
                    <a:pt x="77" y="1415"/>
                  </a:lnTo>
                  <a:lnTo>
                    <a:pt x="103" y="1441"/>
                  </a:lnTo>
                  <a:lnTo>
                    <a:pt x="1003" y="1441"/>
                  </a:lnTo>
                  <a:lnTo>
                    <a:pt x="1029" y="1415"/>
                  </a:lnTo>
                  <a:lnTo>
                    <a:pt x="1081" y="1389"/>
                  </a:lnTo>
                  <a:lnTo>
                    <a:pt x="1106" y="1363"/>
                  </a:lnTo>
                  <a:lnTo>
                    <a:pt x="1106" y="1312"/>
                  </a:lnTo>
                  <a:lnTo>
                    <a:pt x="1106" y="103"/>
                  </a:lnTo>
                  <a:lnTo>
                    <a:pt x="1106" y="52"/>
                  </a:lnTo>
                  <a:lnTo>
                    <a:pt x="1081" y="26"/>
                  </a:lnTo>
                  <a:lnTo>
                    <a:pt x="1029"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1797;p54">
              <a:extLst>
                <a:ext uri="{FF2B5EF4-FFF2-40B4-BE49-F238E27FC236}">
                  <a16:creationId xmlns:a16="http://schemas.microsoft.com/office/drawing/2014/main" id="{E13204F1-96F3-3758-8E03-EEAC9DFAED78}"/>
                </a:ext>
              </a:extLst>
            </p:cNvPr>
            <p:cNvSpPr/>
            <p:nvPr/>
          </p:nvSpPr>
          <p:spPr>
            <a:xfrm>
              <a:off x="6732375" y="816100"/>
              <a:ext cx="14175" cy="36025"/>
            </a:xfrm>
            <a:custGeom>
              <a:avLst/>
              <a:gdLst/>
              <a:ahLst/>
              <a:cxnLst/>
              <a:rect l="l" t="t" r="r" b="b"/>
              <a:pathLst>
                <a:path w="567" h="1441" extrusionOk="0">
                  <a:moveTo>
                    <a:pt x="52" y="0"/>
                  </a:moveTo>
                  <a:lnTo>
                    <a:pt x="78" y="26"/>
                  </a:lnTo>
                  <a:lnTo>
                    <a:pt x="103" y="52"/>
                  </a:lnTo>
                  <a:lnTo>
                    <a:pt x="103" y="103"/>
                  </a:lnTo>
                  <a:lnTo>
                    <a:pt x="103" y="1312"/>
                  </a:lnTo>
                  <a:lnTo>
                    <a:pt x="103" y="1363"/>
                  </a:lnTo>
                  <a:lnTo>
                    <a:pt x="78" y="1389"/>
                  </a:lnTo>
                  <a:lnTo>
                    <a:pt x="52" y="1415"/>
                  </a:lnTo>
                  <a:lnTo>
                    <a:pt x="0" y="1441"/>
                  </a:lnTo>
                  <a:lnTo>
                    <a:pt x="463" y="1441"/>
                  </a:lnTo>
                  <a:lnTo>
                    <a:pt x="489" y="1415"/>
                  </a:lnTo>
                  <a:lnTo>
                    <a:pt x="541" y="1389"/>
                  </a:lnTo>
                  <a:lnTo>
                    <a:pt x="566" y="1363"/>
                  </a:lnTo>
                  <a:lnTo>
                    <a:pt x="566" y="1312"/>
                  </a:lnTo>
                  <a:lnTo>
                    <a:pt x="566" y="103"/>
                  </a:lnTo>
                  <a:lnTo>
                    <a:pt x="566" y="52"/>
                  </a:lnTo>
                  <a:lnTo>
                    <a:pt x="541" y="26"/>
                  </a:lnTo>
                  <a:lnTo>
                    <a:pt x="489"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1798;p54">
              <a:extLst>
                <a:ext uri="{FF2B5EF4-FFF2-40B4-BE49-F238E27FC236}">
                  <a16:creationId xmlns:a16="http://schemas.microsoft.com/office/drawing/2014/main" id="{7DEDFCD0-AC8F-3A4E-25BD-EE03D40EA94C}"/>
                </a:ext>
              </a:extLst>
            </p:cNvPr>
            <p:cNvSpPr/>
            <p:nvPr/>
          </p:nvSpPr>
          <p:spPr>
            <a:xfrm>
              <a:off x="6767100" y="809025"/>
              <a:ext cx="27675" cy="43100"/>
            </a:xfrm>
            <a:custGeom>
              <a:avLst/>
              <a:gdLst/>
              <a:ahLst/>
              <a:cxnLst/>
              <a:rect l="l" t="t" r="r" b="b"/>
              <a:pathLst>
                <a:path w="1107" h="1724" extrusionOk="0">
                  <a:moveTo>
                    <a:pt x="78" y="0"/>
                  </a:moveTo>
                  <a:lnTo>
                    <a:pt x="52" y="26"/>
                  </a:lnTo>
                  <a:lnTo>
                    <a:pt x="26" y="52"/>
                  </a:lnTo>
                  <a:lnTo>
                    <a:pt x="0" y="103"/>
                  </a:lnTo>
                  <a:lnTo>
                    <a:pt x="0" y="1595"/>
                  </a:lnTo>
                  <a:lnTo>
                    <a:pt x="26" y="1646"/>
                  </a:lnTo>
                  <a:lnTo>
                    <a:pt x="52" y="1672"/>
                  </a:lnTo>
                  <a:lnTo>
                    <a:pt x="78" y="1698"/>
                  </a:lnTo>
                  <a:lnTo>
                    <a:pt x="129" y="1724"/>
                  </a:lnTo>
                  <a:lnTo>
                    <a:pt x="1004" y="1724"/>
                  </a:lnTo>
                  <a:lnTo>
                    <a:pt x="1055" y="1698"/>
                  </a:lnTo>
                  <a:lnTo>
                    <a:pt x="1081" y="1672"/>
                  </a:lnTo>
                  <a:lnTo>
                    <a:pt x="1106" y="1646"/>
                  </a:lnTo>
                  <a:lnTo>
                    <a:pt x="1106" y="1595"/>
                  </a:lnTo>
                  <a:lnTo>
                    <a:pt x="1106" y="103"/>
                  </a:lnTo>
                  <a:lnTo>
                    <a:pt x="1106" y="52"/>
                  </a:lnTo>
                  <a:lnTo>
                    <a:pt x="1081" y="26"/>
                  </a:lnTo>
                  <a:lnTo>
                    <a:pt x="1055"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1799;p54">
              <a:extLst>
                <a:ext uri="{FF2B5EF4-FFF2-40B4-BE49-F238E27FC236}">
                  <a16:creationId xmlns:a16="http://schemas.microsoft.com/office/drawing/2014/main" id="{59AD0469-8114-15B6-F84E-26C6E27C4EDD}"/>
                </a:ext>
              </a:extLst>
            </p:cNvPr>
            <p:cNvSpPr/>
            <p:nvPr/>
          </p:nvSpPr>
          <p:spPr>
            <a:xfrm>
              <a:off x="6781900" y="809025"/>
              <a:ext cx="12875" cy="43100"/>
            </a:xfrm>
            <a:custGeom>
              <a:avLst/>
              <a:gdLst/>
              <a:ahLst/>
              <a:cxnLst/>
              <a:rect l="l" t="t" r="r" b="b"/>
              <a:pathLst>
                <a:path w="515" h="1724" extrusionOk="0">
                  <a:moveTo>
                    <a:pt x="26" y="0"/>
                  </a:moveTo>
                  <a:lnTo>
                    <a:pt x="77" y="26"/>
                  </a:lnTo>
                  <a:lnTo>
                    <a:pt x="103" y="52"/>
                  </a:lnTo>
                  <a:lnTo>
                    <a:pt x="103" y="103"/>
                  </a:lnTo>
                  <a:lnTo>
                    <a:pt x="103" y="1595"/>
                  </a:lnTo>
                  <a:lnTo>
                    <a:pt x="103" y="1646"/>
                  </a:lnTo>
                  <a:lnTo>
                    <a:pt x="77" y="1672"/>
                  </a:lnTo>
                  <a:lnTo>
                    <a:pt x="26" y="1698"/>
                  </a:lnTo>
                  <a:lnTo>
                    <a:pt x="0" y="1724"/>
                  </a:lnTo>
                  <a:lnTo>
                    <a:pt x="412" y="1724"/>
                  </a:lnTo>
                  <a:lnTo>
                    <a:pt x="463" y="1698"/>
                  </a:lnTo>
                  <a:lnTo>
                    <a:pt x="489" y="1672"/>
                  </a:lnTo>
                  <a:lnTo>
                    <a:pt x="514" y="1646"/>
                  </a:lnTo>
                  <a:lnTo>
                    <a:pt x="514" y="1595"/>
                  </a:lnTo>
                  <a:lnTo>
                    <a:pt x="514" y="103"/>
                  </a:lnTo>
                  <a:lnTo>
                    <a:pt x="514" y="52"/>
                  </a:lnTo>
                  <a:lnTo>
                    <a:pt x="489" y="26"/>
                  </a:lnTo>
                  <a:lnTo>
                    <a:pt x="463"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1800;p54">
              <a:extLst>
                <a:ext uri="{FF2B5EF4-FFF2-40B4-BE49-F238E27FC236}">
                  <a16:creationId xmlns:a16="http://schemas.microsoft.com/office/drawing/2014/main" id="{B79F82A2-9C35-DD95-004A-40AC1D2AFAD6}"/>
                </a:ext>
              </a:extLst>
            </p:cNvPr>
            <p:cNvSpPr/>
            <p:nvPr/>
          </p:nvSpPr>
          <p:spPr>
            <a:xfrm>
              <a:off x="6815975" y="794225"/>
              <a:ext cx="27025" cy="57900"/>
            </a:xfrm>
            <a:custGeom>
              <a:avLst/>
              <a:gdLst/>
              <a:ahLst/>
              <a:cxnLst/>
              <a:rect l="l" t="t" r="r" b="b"/>
              <a:pathLst>
                <a:path w="1081" h="2316" extrusionOk="0">
                  <a:moveTo>
                    <a:pt x="52" y="1"/>
                  </a:moveTo>
                  <a:lnTo>
                    <a:pt x="26" y="26"/>
                  </a:lnTo>
                  <a:lnTo>
                    <a:pt x="0" y="52"/>
                  </a:lnTo>
                  <a:lnTo>
                    <a:pt x="0" y="103"/>
                  </a:lnTo>
                  <a:lnTo>
                    <a:pt x="0" y="2187"/>
                  </a:lnTo>
                  <a:lnTo>
                    <a:pt x="0" y="2238"/>
                  </a:lnTo>
                  <a:lnTo>
                    <a:pt x="26" y="2264"/>
                  </a:lnTo>
                  <a:lnTo>
                    <a:pt x="52" y="2290"/>
                  </a:lnTo>
                  <a:lnTo>
                    <a:pt x="103" y="2316"/>
                  </a:lnTo>
                  <a:lnTo>
                    <a:pt x="978" y="2316"/>
                  </a:lnTo>
                  <a:lnTo>
                    <a:pt x="1029" y="2290"/>
                  </a:lnTo>
                  <a:lnTo>
                    <a:pt x="1055" y="2264"/>
                  </a:lnTo>
                  <a:lnTo>
                    <a:pt x="1081" y="2238"/>
                  </a:lnTo>
                  <a:lnTo>
                    <a:pt x="1081" y="2187"/>
                  </a:lnTo>
                  <a:lnTo>
                    <a:pt x="1081" y="103"/>
                  </a:lnTo>
                  <a:lnTo>
                    <a:pt x="1081" y="52"/>
                  </a:lnTo>
                  <a:lnTo>
                    <a:pt x="1055" y="26"/>
                  </a:lnTo>
                  <a:lnTo>
                    <a:pt x="1029"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1801;p54">
              <a:extLst>
                <a:ext uri="{FF2B5EF4-FFF2-40B4-BE49-F238E27FC236}">
                  <a16:creationId xmlns:a16="http://schemas.microsoft.com/office/drawing/2014/main" id="{2783CA85-A4D6-0C01-5BAC-BCEA4B373C18}"/>
                </a:ext>
              </a:extLst>
            </p:cNvPr>
            <p:cNvSpPr/>
            <p:nvPr/>
          </p:nvSpPr>
          <p:spPr>
            <a:xfrm>
              <a:off x="6829475" y="794225"/>
              <a:ext cx="13525" cy="57900"/>
            </a:xfrm>
            <a:custGeom>
              <a:avLst/>
              <a:gdLst/>
              <a:ahLst/>
              <a:cxnLst/>
              <a:rect l="l" t="t" r="r" b="b"/>
              <a:pathLst>
                <a:path w="541" h="2316" extrusionOk="0">
                  <a:moveTo>
                    <a:pt x="26" y="1"/>
                  </a:moveTo>
                  <a:lnTo>
                    <a:pt x="78" y="26"/>
                  </a:lnTo>
                  <a:lnTo>
                    <a:pt x="103" y="52"/>
                  </a:lnTo>
                  <a:lnTo>
                    <a:pt x="103" y="103"/>
                  </a:lnTo>
                  <a:lnTo>
                    <a:pt x="103" y="2187"/>
                  </a:lnTo>
                  <a:lnTo>
                    <a:pt x="103" y="2238"/>
                  </a:lnTo>
                  <a:lnTo>
                    <a:pt x="78" y="2264"/>
                  </a:lnTo>
                  <a:lnTo>
                    <a:pt x="26" y="2290"/>
                  </a:lnTo>
                  <a:lnTo>
                    <a:pt x="0" y="2316"/>
                  </a:lnTo>
                  <a:lnTo>
                    <a:pt x="438" y="2316"/>
                  </a:lnTo>
                  <a:lnTo>
                    <a:pt x="489" y="2290"/>
                  </a:lnTo>
                  <a:lnTo>
                    <a:pt x="515" y="2264"/>
                  </a:lnTo>
                  <a:lnTo>
                    <a:pt x="541" y="2238"/>
                  </a:lnTo>
                  <a:lnTo>
                    <a:pt x="541" y="2187"/>
                  </a:lnTo>
                  <a:lnTo>
                    <a:pt x="541" y="103"/>
                  </a:lnTo>
                  <a:lnTo>
                    <a:pt x="541" y="52"/>
                  </a:lnTo>
                  <a:lnTo>
                    <a:pt x="515" y="26"/>
                  </a:lnTo>
                  <a:lnTo>
                    <a:pt x="489"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1802;p54">
              <a:extLst>
                <a:ext uri="{FF2B5EF4-FFF2-40B4-BE49-F238E27FC236}">
                  <a16:creationId xmlns:a16="http://schemas.microsoft.com/office/drawing/2014/main" id="{F535DF84-6A38-8D1E-09BF-F444D50D0423}"/>
                </a:ext>
              </a:extLst>
            </p:cNvPr>
            <p:cNvSpPr/>
            <p:nvPr/>
          </p:nvSpPr>
          <p:spPr>
            <a:xfrm>
              <a:off x="6821750" y="879750"/>
              <a:ext cx="41200" cy="50175"/>
            </a:xfrm>
            <a:custGeom>
              <a:avLst/>
              <a:gdLst/>
              <a:ahLst/>
              <a:cxnLst/>
              <a:rect l="l" t="t" r="r" b="b"/>
              <a:pathLst>
                <a:path w="1648" h="2007" extrusionOk="0">
                  <a:moveTo>
                    <a:pt x="1338" y="1"/>
                  </a:moveTo>
                  <a:lnTo>
                    <a:pt x="1158" y="52"/>
                  </a:lnTo>
                  <a:lnTo>
                    <a:pt x="978" y="104"/>
                  </a:lnTo>
                  <a:lnTo>
                    <a:pt x="824" y="181"/>
                  </a:lnTo>
                  <a:lnTo>
                    <a:pt x="644" y="284"/>
                  </a:lnTo>
                  <a:lnTo>
                    <a:pt x="515" y="386"/>
                  </a:lnTo>
                  <a:lnTo>
                    <a:pt x="387" y="541"/>
                  </a:lnTo>
                  <a:lnTo>
                    <a:pt x="258" y="695"/>
                  </a:lnTo>
                  <a:lnTo>
                    <a:pt x="155" y="849"/>
                  </a:lnTo>
                  <a:lnTo>
                    <a:pt x="52" y="1132"/>
                  </a:lnTo>
                  <a:lnTo>
                    <a:pt x="1" y="1441"/>
                  </a:lnTo>
                  <a:lnTo>
                    <a:pt x="27" y="1724"/>
                  </a:lnTo>
                  <a:lnTo>
                    <a:pt x="78" y="2007"/>
                  </a:lnTo>
                  <a:lnTo>
                    <a:pt x="1647" y="1544"/>
                  </a:lnTo>
                  <a:lnTo>
                    <a:pt x="1338"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1803;p54">
              <a:extLst>
                <a:ext uri="{FF2B5EF4-FFF2-40B4-BE49-F238E27FC236}">
                  <a16:creationId xmlns:a16="http://schemas.microsoft.com/office/drawing/2014/main" id="{75EFD5E1-AC75-BF57-2F1D-EF5F3891FB1F}"/>
                </a:ext>
              </a:extLst>
            </p:cNvPr>
            <p:cNvSpPr/>
            <p:nvPr/>
          </p:nvSpPr>
          <p:spPr>
            <a:xfrm>
              <a:off x="6823675" y="918325"/>
              <a:ext cx="46975" cy="37975"/>
            </a:xfrm>
            <a:custGeom>
              <a:avLst/>
              <a:gdLst/>
              <a:ahLst/>
              <a:cxnLst/>
              <a:rect l="l" t="t" r="r" b="b"/>
              <a:pathLst>
                <a:path w="1879" h="1519" extrusionOk="0">
                  <a:moveTo>
                    <a:pt x="1570" y="1"/>
                  </a:moveTo>
                  <a:lnTo>
                    <a:pt x="1" y="464"/>
                  </a:lnTo>
                  <a:lnTo>
                    <a:pt x="130" y="747"/>
                  </a:lnTo>
                  <a:lnTo>
                    <a:pt x="284" y="1004"/>
                  </a:lnTo>
                  <a:lnTo>
                    <a:pt x="413" y="1107"/>
                  </a:lnTo>
                  <a:lnTo>
                    <a:pt x="515" y="1210"/>
                  </a:lnTo>
                  <a:lnTo>
                    <a:pt x="644" y="1287"/>
                  </a:lnTo>
                  <a:lnTo>
                    <a:pt x="798" y="1364"/>
                  </a:lnTo>
                  <a:lnTo>
                    <a:pt x="1056" y="1467"/>
                  </a:lnTo>
                  <a:lnTo>
                    <a:pt x="1339" y="1519"/>
                  </a:lnTo>
                  <a:lnTo>
                    <a:pt x="1621" y="1519"/>
                  </a:lnTo>
                  <a:lnTo>
                    <a:pt x="1879" y="1467"/>
                  </a:lnTo>
                  <a:lnTo>
                    <a:pt x="1570" y="1"/>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1804;p54">
              <a:extLst>
                <a:ext uri="{FF2B5EF4-FFF2-40B4-BE49-F238E27FC236}">
                  <a16:creationId xmlns:a16="http://schemas.microsoft.com/office/drawing/2014/main" id="{37411958-D00E-9287-3E71-A38193BC8DE4}"/>
                </a:ext>
              </a:extLst>
            </p:cNvPr>
            <p:cNvSpPr/>
            <p:nvPr/>
          </p:nvSpPr>
          <p:spPr>
            <a:xfrm>
              <a:off x="6855200" y="879750"/>
              <a:ext cx="43750" cy="75275"/>
            </a:xfrm>
            <a:custGeom>
              <a:avLst/>
              <a:gdLst/>
              <a:ahLst/>
              <a:cxnLst/>
              <a:rect l="l" t="t" r="r" b="b"/>
              <a:pathLst>
                <a:path w="1750" h="3011" extrusionOk="0">
                  <a:moveTo>
                    <a:pt x="0" y="1"/>
                  </a:moveTo>
                  <a:lnTo>
                    <a:pt x="309" y="1544"/>
                  </a:lnTo>
                  <a:lnTo>
                    <a:pt x="618" y="3010"/>
                  </a:lnTo>
                  <a:lnTo>
                    <a:pt x="772" y="2959"/>
                  </a:lnTo>
                  <a:lnTo>
                    <a:pt x="901" y="2907"/>
                  </a:lnTo>
                  <a:lnTo>
                    <a:pt x="1055" y="2830"/>
                  </a:lnTo>
                  <a:lnTo>
                    <a:pt x="1184" y="2727"/>
                  </a:lnTo>
                  <a:lnTo>
                    <a:pt x="1312" y="2624"/>
                  </a:lnTo>
                  <a:lnTo>
                    <a:pt x="1415" y="2496"/>
                  </a:lnTo>
                  <a:lnTo>
                    <a:pt x="1518" y="2367"/>
                  </a:lnTo>
                  <a:lnTo>
                    <a:pt x="1595" y="2213"/>
                  </a:lnTo>
                  <a:lnTo>
                    <a:pt x="1647" y="2058"/>
                  </a:lnTo>
                  <a:lnTo>
                    <a:pt x="1698" y="1930"/>
                  </a:lnTo>
                  <a:lnTo>
                    <a:pt x="1750" y="1621"/>
                  </a:lnTo>
                  <a:lnTo>
                    <a:pt x="1724" y="1312"/>
                  </a:lnTo>
                  <a:lnTo>
                    <a:pt x="1672" y="1030"/>
                  </a:lnTo>
                  <a:lnTo>
                    <a:pt x="1544" y="772"/>
                  </a:lnTo>
                  <a:lnTo>
                    <a:pt x="1364" y="515"/>
                  </a:lnTo>
                  <a:lnTo>
                    <a:pt x="1158" y="309"/>
                  </a:lnTo>
                  <a:lnTo>
                    <a:pt x="1029" y="232"/>
                  </a:lnTo>
                  <a:lnTo>
                    <a:pt x="875" y="155"/>
                  </a:lnTo>
                  <a:lnTo>
                    <a:pt x="669" y="52"/>
                  </a:lnTo>
                  <a:lnTo>
                    <a:pt x="438"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1805;p54">
              <a:extLst>
                <a:ext uri="{FF2B5EF4-FFF2-40B4-BE49-F238E27FC236}">
                  <a16:creationId xmlns:a16="http://schemas.microsoft.com/office/drawing/2014/main" id="{CB0FE151-F3D3-41B8-0E0C-10EF625381DE}"/>
                </a:ext>
              </a:extLst>
            </p:cNvPr>
            <p:cNvSpPr/>
            <p:nvPr/>
          </p:nvSpPr>
          <p:spPr>
            <a:xfrm>
              <a:off x="6855200" y="879750"/>
              <a:ext cx="43750" cy="75275"/>
            </a:xfrm>
            <a:custGeom>
              <a:avLst/>
              <a:gdLst/>
              <a:ahLst/>
              <a:cxnLst/>
              <a:rect l="l" t="t" r="r" b="b"/>
              <a:pathLst>
                <a:path w="1750" h="3011" extrusionOk="0">
                  <a:moveTo>
                    <a:pt x="0" y="1"/>
                  </a:moveTo>
                  <a:lnTo>
                    <a:pt x="26" y="78"/>
                  </a:lnTo>
                  <a:lnTo>
                    <a:pt x="180" y="129"/>
                  </a:lnTo>
                  <a:lnTo>
                    <a:pt x="309" y="181"/>
                  </a:lnTo>
                  <a:lnTo>
                    <a:pt x="463" y="258"/>
                  </a:lnTo>
                  <a:lnTo>
                    <a:pt x="592" y="335"/>
                  </a:lnTo>
                  <a:lnTo>
                    <a:pt x="798" y="567"/>
                  </a:lnTo>
                  <a:lnTo>
                    <a:pt x="978" y="798"/>
                  </a:lnTo>
                  <a:lnTo>
                    <a:pt x="1106" y="1055"/>
                  </a:lnTo>
                  <a:lnTo>
                    <a:pt x="1184" y="1364"/>
                  </a:lnTo>
                  <a:lnTo>
                    <a:pt x="1184" y="1647"/>
                  </a:lnTo>
                  <a:lnTo>
                    <a:pt x="1132" y="1956"/>
                  </a:lnTo>
                  <a:lnTo>
                    <a:pt x="1081" y="2110"/>
                  </a:lnTo>
                  <a:lnTo>
                    <a:pt x="1029" y="2238"/>
                  </a:lnTo>
                  <a:lnTo>
                    <a:pt x="926" y="2393"/>
                  </a:lnTo>
                  <a:lnTo>
                    <a:pt x="823" y="2547"/>
                  </a:lnTo>
                  <a:lnTo>
                    <a:pt x="695" y="2676"/>
                  </a:lnTo>
                  <a:lnTo>
                    <a:pt x="566" y="2804"/>
                  </a:lnTo>
                  <a:lnTo>
                    <a:pt x="618" y="3010"/>
                  </a:lnTo>
                  <a:lnTo>
                    <a:pt x="772" y="2959"/>
                  </a:lnTo>
                  <a:lnTo>
                    <a:pt x="926" y="2907"/>
                  </a:lnTo>
                  <a:lnTo>
                    <a:pt x="1055" y="2830"/>
                  </a:lnTo>
                  <a:lnTo>
                    <a:pt x="1184" y="2727"/>
                  </a:lnTo>
                  <a:lnTo>
                    <a:pt x="1312" y="2624"/>
                  </a:lnTo>
                  <a:lnTo>
                    <a:pt x="1415" y="2496"/>
                  </a:lnTo>
                  <a:lnTo>
                    <a:pt x="1518" y="2367"/>
                  </a:lnTo>
                  <a:lnTo>
                    <a:pt x="1595" y="2213"/>
                  </a:lnTo>
                  <a:lnTo>
                    <a:pt x="1647" y="2058"/>
                  </a:lnTo>
                  <a:lnTo>
                    <a:pt x="1698" y="1930"/>
                  </a:lnTo>
                  <a:lnTo>
                    <a:pt x="1750" y="1621"/>
                  </a:lnTo>
                  <a:lnTo>
                    <a:pt x="1724" y="1312"/>
                  </a:lnTo>
                  <a:lnTo>
                    <a:pt x="1672" y="1030"/>
                  </a:lnTo>
                  <a:lnTo>
                    <a:pt x="1544" y="772"/>
                  </a:lnTo>
                  <a:lnTo>
                    <a:pt x="1364" y="515"/>
                  </a:lnTo>
                  <a:lnTo>
                    <a:pt x="1158" y="309"/>
                  </a:lnTo>
                  <a:lnTo>
                    <a:pt x="1029" y="232"/>
                  </a:lnTo>
                  <a:lnTo>
                    <a:pt x="875" y="155"/>
                  </a:lnTo>
                  <a:lnTo>
                    <a:pt x="669" y="52"/>
                  </a:lnTo>
                  <a:lnTo>
                    <a:pt x="438"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1806;p54">
              <a:extLst>
                <a:ext uri="{FF2B5EF4-FFF2-40B4-BE49-F238E27FC236}">
                  <a16:creationId xmlns:a16="http://schemas.microsoft.com/office/drawing/2014/main" id="{D3E79163-956D-3CF6-9846-2B69DAE67489}"/>
                </a:ext>
              </a:extLst>
            </p:cNvPr>
            <p:cNvSpPr/>
            <p:nvPr/>
          </p:nvSpPr>
          <p:spPr>
            <a:xfrm>
              <a:off x="6679000" y="1058525"/>
              <a:ext cx="28325" cy="10950"/>
            </a:xfrm>
            <a:custGeom>
              <a:avLst/>
              <a:gdLst/>
              <a:ahLst/>
              <a:cxnLst/>
              <a:rect l="l" t="t" r="r" b="b"/>
              <a:pathLst>
                <a:path w="1133" h="438" extrusionOk="0">
                  <a:moveTo>
                    <a:pt x="206" y="0"/>
                  </a:moveTo>
                  <a:lnTo>
                    <a:pt x="129" y="26"/>
                  </a:lnTo>
                  <a:lnTo>
                    <a:pt x="52" y="78"/>
                  </a:lnTo>
                  <a:lnTo>
                    <a:pt x="0" y="155"/>
                  </a:lnTo>
                  <a:lnTo>
                    <a:pt x="0" y="232"/>
                  </a:lnTo>
                  <a:lnTo>
                    <a:pt x="0" y="309"/>
                  </a:lnTo>
                  <a:lnTo>
                    <a:pt x="52" y="386"/>
                  </a:lnTo>
                  <a:lnTo>
                    <a:pt x="129" y="438"/>
                  </a:lnTo>
                  <a:lnTo>
                    <a:pt x="1004" y="438"/>
                  </a:lnTo>
                  <a:lnTo>
                    <a:pt x="1081" y="386"/>
                  </a:lnTo>
                  <a:lnTo>
                    <a:pt x="1132" y="309"/>
                  </a:lnTo>
                  <a:lnTo>
                    <a:pt x="1132" y="232"/>
                  </a:lnTo>
                  <a:lnTo>
                    <a:pt x="1132" y="155"/>
                  </a:lnTo>
                  <a:lnTo>
                    <a:pt x="1081" y="78"/>
                  </a:lnTo>
                  <a:lnTo>
                    <a:pt x="1004" y="26"/>
                  </a:lnTo>
                  <a:lnTo>
                    <a:pt x="926"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1807;p54">
              <a:extLst>
                <a:ext uri="{FF2B5EF4-FFF2-40B4-BE49-F238E27FC236}">
                  <a16:creationId xmlns:a16="http://schemas.microsoft.com/office/drawing/2014/main" id="{0D640E3D-922C-2713-7F11-3D6B3520B8B4}"/>
                </a:ext>
              </a:extLst>
            </p:cNvPr>
            <p:cNvSpPr/>
            <p:nvPr/>
          </p:nvSpPr>
          <p:spPr>
            <a:xfrm>
              <a:off x="6626900" y="944050"/>
              <a:ext cx="10975" cy="13550"/>
            </a:xfrm>
            <a:custGeom>
              <a:avLst/>
              <a:gdLst/>
              <a:ahLst/>
              <a:cxnLst/>
              <a:rect l="l" t="t" r="r" b="b"/>
              <a:pathLst>
                <a:path w="439" h="542" extrusionOk="0">
                  <a:moveTo>
                    <a:pt x="207" y="1"/>
                  </a:moveTo>
                  <a:lnTo>
                    <a:pt x="130" y="27"/>
                  </a:lnTo>
                  <a:lnTo>
                    <a:pt x="52" y="78"/>
                  </a:lnTo>
                  <a:lnTo>
                    <a:pt x="1" y="129"/>
                  </a:lnTo>
                  <a:lnTo>
                    <a:pt x="1" y="232"/>
                  </a:lnTo>
                  <a:lnTo>
                    <a:pt x="1" y="335"/>
                  </a:lnTo>
                  <a:lnTo>
                    <a:pt x="1" y="412"/>
                  </a:lnTo>
                  <a:lnTo>
                    <a:pt x="52" y="490"/>
                  </a:lnTo>
                  <a:lnTo>
                    <a:pt x="130" y="541"/>
                  </a:lnTo>
                  <a:lnTo>
                    <a:pt x="310" y="541"/>
                  </a:lnTo>
                  <a:lnTo>
                    <a:pt x="361" y="490"/>
                  </a:lnTo>
                  <a:lnTo>
                    <a:pt x="412" y="412"/>
                  </a:lnTo>
                  <a:lnTo>
                    <a:pt x="438" y="335"/>
                  </a:lnTo>
                  <a:lnTo>
                    <a:pt x="438" y="232"/>
                  </a:lnTo>
                  <a:lnTo>
                    <a:pt x="412" y="129"/>
                  </a:lnTo>
                  <a:lnTo>
                    <a:pt x="361" y="78"/>
                  </a:lnTo>
                  <a:lnTo>
                    <a:pt x="310" y="27"/>
                  </a:lnTo>
                  <a:lnTo>
                    <a:pt x="207"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1808;p54">
              <a:extLst>
                <a:ext uri="{FF2B5EF4-FFF2-40B4-BE49-F238E27FC236}">
                  <a16:creationId xmlns:a16="http://schemas.microsoft.com/office/drawing/2014/main" id="{A0F6351C-2471-90EA-C10F-EA663B7130BE}"/>
                </a:ext>
              </a:extLst>
            </p:cNvPr>
            <p:cNvSpPr/>
            <p:nvPr/>
          </p:nvSpPr>
          <p:spPr>
            <a:xfrm>
              <a:off x="6666125" y="944050"/>
              <a:ext cx="10975" cy="13550"/>
            </a:xfrm>
            <a:custGeom>
              <a:avLst/>
              <a:gdLst/>
              <a:ahLst/>
              <a:cxnLst/>
              <a:rect l="l" t="t" r="r" b="b"/>
              <a:pathLst>
                <a:path w="439" h="542" extrusionOk="0">
                  <a:moveTo>
                    <a:pt x="207" y="1"/>
                  </a:moveTo>
                  <a:lnTo>
                    <a:pt x="130" y="27"/>
                  </a:lnTo>
                  <a:lnTo>
                    <a:pt x="52" y="78"/>
                  </a:lnTo>
                  <a:lnTo>
                    <a:pt x="1" y="129"/>
                  </a:lnTo>
                  <a:lnTo>
                    <a:pt x="1" y="232"/>
                  </a:lnTo>
                  <a:lnTo>
                    <a:pt x="1" y="335"/>
                  </a:lnTo>
                  <a:lnTo>
                    <a:pt x="1" y="412"/>
                  </a:lnTo>
                  <a:lnTo>
                    <a:pt x="52" y="490"/>
                  </a:lnTo>
                  <a:lnTo>
                    <a:pt x="130" y="541"/>
                  </a:lnTo>
                  <a:lnTo>
                    <a:pt x="284" y="541"/>
                  </a:lnTo>
                  <a:lnTo>
                    <a:pt x="361" y="490"/>
                  </a:lnTo>
                  <a:lnTo>
                    <a:pt x="413" y="412"/>
                  </a:lnTo>
                  <a:lnTo>
                    <a:pt x="438" y="335"/>
                  </a:lnTo>
                  <a:lnTo>
                    <a:pt x="438" y="232"/>
                  </a:lnTo>
                  <a:lnTo>
                    <a:pt x="413" y="129"/>
                  </a:lnTo>
                  <a:lnTo>
                    <a:pt x="361" y="78"/>
                  </a:lnTo>
                  <a:lnTo>
                    <a:pt x="284" y="27"/>
                  </a:lnTo>
                  <a:lnTo>
                    <a:pt x="207"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1809;p54">
              <a:extLst>
                <a:ext uri="{FF2B5EF4-FFF2-40B4-BE49-F238E27FC236}">
                  <a16:creationId xmlns:a16="http://schemas.microsoft.com/office/drawing/2014/main" id="{51EF599E-DB03-1617-896E-ECE5590514FB}"/>
                </a:ext>
              </a:extLst>
            </p:cNvPr>
            <p:cNvSpPr/>
            <p:nvPr/>
          </p:nvSpPr>
          <p:spPr>
            <a:xfrm>
              <a:off x="6638475" y="969150"/>
              <a:ext cx="27050" cy="13525"/>
            </a:xfrm>
            <a:custGeom>
              <a:avLst/>
              <a:gdLst/>
              <a:ahLst/>
              <a:cxnLst/>
              <a:rect l="l" t="t" r="r" b="b"/>
              <a:pathLst>
                <a:path w="1082" h="541" extrusionOk="0">
                  <a:moveTo>
                    <a:pt x="181" y="0"/>
                  </a:moveTo>
                  <a:lnTo>
                    <a:pt x="78" y="26"/>
                  </a:lnTo>
                  <a:lnTo>
                    <a:pt x="27" y="77"/>
                  </a:lnTo>
                  <a:lnTo>
                    <a:pt x="1" y="154"/>
                  </a:lnTo>
                  <a:lnTo>
                    <a:pt x="1" y="257"/>
                  </a:lnTo>
                  <a:lnTo>
                    <a:pt x="27" y="334"/>
                  </a:lnTo>
                  <a:lnTo>
                    <a:pt x="78" y="386"/>
                  </a:lnTo>
                  <a:lnTo>
                    <a:pt x="207" y="463"/>
                  </a:lnTo>
                  <a:lnTo>
                    <a:pt x="310" y="514"/>
                  </a:lnTo>
                  <a:lnTo>
                    <a:pt x="412" y="540"/>
                  </a:lnTo>
                  <a:lnTo>
                    <a:pt x="644" y="540"/>
                  </a:lnTo>
                  <a:lnTo>
                    <a:pt x="773" y="514"/>
                  </a:lnTo>
                  <a:lnTo>
                    <a:pt x="875" y="463"/>
                  </a:lnTo>
                  <a:lnTo>
                    <a:pt x="978" y="386"/>
                  </a:lnTo>
                  <a:lnTo>
                    <a:pt x="1056" y="309"/>
                  </a:lnTo>
                  <a:lnTo>
                    <a:pt x="1081" y="232"/>
                  </a:lnTo>
                  <a:lnTo>
                    <a:pt x="1056" y="154"/>
                  </a:lnTo>
                  <a:lnTo>
                    <a:pt x="1030" y="77"/>
                  </a:lnTo>
                  <a:lnTo>
                    <a:pt x="953" y="26"/>
                  </a:lnTo>
                  <a:lnTo>
                    <a:pt x="875" y="0"/>
                  </a:lnTo>
                  <a:lnTo>
                    <a:pt x="798" y="0"/>
                  </a:lnTo>
                  <a:lnTo>
                    <a:pt x="721" y="51"/>
                  </a:lnTo>
                  <a:lnTo>
                    <a:pt x="618" y="103"/>
                  </a:lnTo>
                  <a:lnTo>
                    <a:pt x="438" y="103"/>
                  </a:lnTo>
                  <a:lnTo>
                    <a:pt x="335" y="26"/>
                  </a:lnTo>
                  <a:lnTo>
                    <a:pt x="258"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1810;p54">
              <a:extLst>
                <a:ext uri="{FF2B5EF4-FFF2-40B4-BE49-F238E27FC236}">
                  <a16:creationId xmlns:a16="http://schemas.microsoft.com/office/drawing/2014/main" id="{30A5675C-5D3A-649F-276A-ADBAB4108B9E}"/>
                </a:ext>
              </a:extLst>
            </p:cNvPr>
            <p:cNvSpPr/>
            <p:nvPr/>
          </p:nvSpPr>
          <p:spPr>
            <a:xfrm>
              <a:off x="6713725" y="810300"/>
              <a:ext cx="37975" cy="46975"/>
            </a:xfrm>
            <a:custGeom>
              <a:avLst/>
              <a:gdLst/>
              <a:ahLst/>
              <a:cxnLst/>
              <a:rect l="l" t="t" r="r" b="b"/>
              <a:pathLst>
                <a:path w="1519" h="1879" extrusionOk="0">
                  <a:moveTo>
                    <a:pt x="1107" y="438"/>
                  </a:moveTo>
                  <a:lnTo>
                    <a:pt x="1107" y="1441"/>
                  </a:lnTo>
                  <a:lnTo>
                    <a:pt x="438" y="1441"/>
                  </a:lnTo>
                  <a:lnTo>
                    <a:pt x="438" y="438"/>
                  </a:lnTo>
                  <a:close/>
                  <a:moveTo>
                    <a:pt x="309" y="1"/>
                  </a:moveTo>
                  <a:lnTo>
                    <a:pt x="181" y="26"/>
                  </a:lnTo>
                  <a:lnTo>
                    <a:pt x="78" y="104"/>
                  </a:lnTo>
                  <a:lnTo>
                    <a:pt x="26" y="206"/>
                  </a:lnTo>
                  <a:lnTo>
                    <a:pt x="0" y="335"/>
                  </a:lnTo>
                  <a:lnTo>
                    <a:pt x="0" y="1544"/>
                  </a:lnTo>
                  <a:lnTo>
                    <a:pt x="26" y="1673"/>
                  </a:lnTo>
                  <a:lnTo>
                    <a:pt x="78" y="1775"/>
                  </a:lnTo>
                  <a:lnTo>
                    <a:pt x="181" y="1853"/>
                  </a:lnTo>
                  <a:lnTo>
                    <a:pt x="309" y="1878"/>
                  </a:lnTo>
                  <a:lnTo>
                    <a:pt x="1209" y="1878"/>
                  </a:lnTo>
                  <a:lnTo>
                    <a:pt x="1338" y="1853"/>
                  </a:lnTo>
                  <a:lnTo>
                    <a:pt x="1441" y="1775"/>
                  </a:lnTo>
                  <a:lnTo>
                    <a:pt x="1492" y="1673"/>
                  </a:lnTo>
                  <a:lnTo>
                    <a:pt x="1518" y="1544"/>
                  </a:lnTo>
                  <a:lnTo>
                    <a:pt x="1518" y="335"/>
                  </a:lnTo>
                  <a:lnTo>
                    <a:pt x="1492" y="206"/>
                  </a:lnTo>
                  <a:lnTo>
                    <a:pt x="1441" y="104"/>
                  </a:lnTo>
                  <a:lnTo>
                    <a:pt x="1338" y="26"/>
                  </a:lnTo>
                  <a:lnTo>
                    <a:pt x="1209"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1811;p54">
              <a:extLst>
                <a:ext uri="{FF2B5EF4-FFF2-40B4-BE49-F238E27FC236}">
                  <a16:creationId xmlns:a16="http://schemas.microsoft.com/office/drawing/2014/main" id="{CF2D75A7-767E-2F02-A03A-41336797E8F6}"/>
                </a:ext>
              </a:extLst>
            </p:cNvPr>
            <p:cNvSpPr/>
            <p:nvPr/>
          </p:nvSpPr>
          <p:spPr>
            <a:xfrm>
              <a:off x="6761950" y="803225"/>
              <a:ext cx="38600" cy="54050"/>
            </a:xfrm>
            <a:custGeom>
              <a:avLst/>
              <a:gdLst/>
              <a:ahLst/>
              <a:cxnLst/>
              <a:rect l="l" t="t" r="r" b="b"/>
              <a:pathLst>
                <a:path w="1544" h="2162" extrusionOk="0">
                  <a:moveTo>
                    <a:pt x="1107" y="438"/>
                  </a:moveTo>
                  <a:lnTo>
                    <a:pt x="1107" y="1724"/>
                  </a:lnTo>
                  <a:lnTo>
                    <a:pt x="438" y="1724"/>
                  </a:lnTo>
                  <a:lnTo>
                    <a:pt x="438" y="438"/>
                  </a:lnTo>
                  <a:close/>
                  <a:moveTo>
                    <a:pt x="335" y="1"/>
                  </a:moveTo>
                  <a:lnTo>
                    <a:pt x="206" y="26"/>
                  </a:lnTo>
                  <a:lnTo>
                    <a:pt x="104" y="104"/>
                  </a:lnTo>
                  <a:lnTo>
                    <a:pt x="26" y="206"/>
                  </a:lnTo>
                  <a:lnTo>
                    <a:pt x="1" y="335"/>
                  </a:lnTo>
                  <a:lnTo>
                    <a:pt x="1" y="1827"/>
                  </a:lnTo>
                  <a:lnTo>
                    <a:pt x="26" y="1956"/>
                  </a:lnTo>
                  <a:lnTo>
                    <a:pt x="104" y="2058"/>
                  </a:lnTo>
                  <a:lnTo>
                    <a:pt x="206" y="2136"/>
                  </a:lnTo>
                  <a:lnTo>
                    <a:pt x="335" y="2161"/>
                  </a:lnTo>
                  <a:lnTo>
                    <a:pt x="1210" y="2161"/>
                  </a:lnTo>
                  <a:lnTo>
                    <a:pt x="1338" y="2136"/>
                  </a:lnTo>
                  <a:lnTo>
                    <a:pt x="1441" y="2058"/>
                  </a:lnTo>
                  <a:lnTo>
                    <a:pt x="1518" y="1956"/>
                  </a:lnTo>
                  <a:lnTo>
                    <a:pt x="1544" y="1827"/>
                  </a:lnTo>
                  <a:lnTo>
                    <a:pt x="1544" y="335"/>
                  </a:lnTo>
                  <a:lnTo>
                    <a:pt x="1518" y="206"/>
                  </a:lnTo>
                  <a:lnTo>
                    <a:pt x="1441" y="104"/>
                  </a:lnTo>
                  <a:lnTo>
                    <a:pt x="1338" y="26"/>
                  </a:lnTo>
                  <a:lnTo>
                    <a:pt x="1210"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1812;p54">
              <a:extLst>
                <a:ext uri="{FF2B5EF4-FFF2-40B4-BE49-F238E27FC236}">
                  <a16:creationId xmlns:a16="http://schemas.microsoft.com/office/drawing/2014/main" id="{A235AA9E-3841-6FAE-74B8-1ADA1CDD41E8}"/>
                </a:ext>
              </a:extLst>
            </p:cNvPr>
            <p:cNvSpPr/>
            <p:nvPr/>
          </p:nvSpPr>
          <p:spPr>
            <a:xfrm>
              <a:off x="6810175" y="788450"/>
              <a:ext cx="38625" cy="68825"/>
            </a:xfrm>
            <a:custGeom>
              <a:avLst/>
              <a:gdLst/>
              <a:ahLst/>
              <a:cxnLst/>
              <a:rect l="l" t="t" r="r" b="b"/>
              <a:pathLst>
                <a:path w="1545" h="2753" extrusionOk="0">
                  <a:moveTo>
                    <a:pt x="1107" y="437"/>
                  </a:moveTo>
                  <a:lnTo>
                    <a:pt x="1107" y="2315"/>
                  </a:lnTo>
                  <a:lnTo>
                    <a:pt x="438" y="2315"/>
                  </a:lnTo>
                  <a:lnTo>
                    <a:pt x="438" y="437"/>
                  </a:lnTo>
                  <a:close/>
                  <a:moveTo>
                    <a:pt x="335" y="0"/>
                  </a:moveTo>
                  <a:lnTo>
                    <a:pt x="207" y="26"/>
                  </a:lnTo>
                  <a:lnTo>
                    <a:pt x="104" y="103"/>
                  </a:lnTo>
                  <a:lnTo>
                    <a:pt x="27" y="206"/>
                  </a:lnTo>
                  <a:lnTo>
                    <a:pt x="1" y="334"/>
                  </a:lnTo>
                  <a:lnTo>
                    <a:pt x="1" y="2418"/>
                  </a:lnTo>
                  <a:lnTo>
                    <a:pt x="27" y="2547"/>
                  </a:lnTo>
                  <a:lnTo>
                    <a:pt x="104" y="2649"/>
                  </a:lnTo>
                  <a:lnTo>
                    <a:pt x="207" y="2727"/>
                  </a:lnTo>
                  <a:lnTo>
                    <a:pt x="335" y="2752"/>
                  </a:lnTo>
                  <a:lnTo>
                    <a:pt x="1210" y="2752"/>
                  </a:lnTo>
                  <a:lnTo>
                    <a:pt x="1338" y="2727"/>
                  </a:lnTo>
                  <a:lnTo>
                    <a:pt x="1441" y="2649"/>
                  </a:lnTo>
                  <a:lnTo>
                    <a:pt x="1518" y="2547"/>
                  </a:lnTo>
                  <a:lnTo>
                    <a:pt x="1544" y="2418"/>
                  </a:lnTo>
                  <a:lnTo>
                    <a:pt x="1544" y="334"/>
                  </a:lnTo>
                  <a:lnTo>
                    <a:pt x="1518" y="206"/>
                  </a:lnTo>
                  <a:lnTo>
                    <a:pt x="1441" y="103"/>
                  </a:lnTo>
                  <a:lnTo>
                    <a:pt x="1338" y="26"/>
                  </a:lnTo>
                  <a:lnTo>
                    <a:pt x="121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1813;p54">
              <a:extLst>
                <a:ext uri="{FF2B5EF4-FFF2-40B4-BE49-F238E27FC236}">
                  <a16:creationId xmlns:a16="http://schemas.microsoft.com/office/drawing/2014/main" id="{4EE7EA6B-CA2D-6160-B0F1-637C02A13D61}"/>
                </a:ext>
              </a:extLst>
            </p:cNvPr>
            <p:cNvSpPr/>
            <p:nvPr/>
          </p:nvSpPr>
          <p:spPr>
            <a:xfrm>
              <a:off x="6816625" y="873975"/>
              <a:ext cx="87475" cy="88125"/>
            </a:xfrm>
            <a:custGeom>
              <a:avLst/>
              <a:gdLst/>
              <a:ahLst/>
              <a:cxnLst/>
              <a:rect l="l" t="t" r="r" b="b"/>
              <a:pathLst>
                <a:path w="3499" h="3525" extrusionOk="0">
                  <a:moveTo>
                    <a:pt x="1389" y="489"/>
                  </a:moveTo>
                  <a:lnTo>
                    <a:pt x="1595" y="1621"/>
                  </a:lnTo>
                  <a:lnTo>
                    <a:pt x="437" y="1955"/>
                  </a:lnTo>
                  <a:lnTo>
                    <a:pt x="437" y="1724"/>
                  </a:lnTo>
                  <a:lnTo>
                    <a:pt x="463" y="1492"/>
                  </a:lnTo>
                  <a:lnTo>
                    <a:pt x="514" y="1261"/>
                  </a:lnTo>
                  <a:lnTo>
                    <a:pt x="643" y="1055"/>
                  </a:lnTo>
                  <a:lnTo>
                    <a:pt x="772" y="875"/>
                  </a:lnTo>
                  <a:lnTo>
                    <a:pt x="952" y="720"/>
                  </a:lnTo>
                  <a:lnTo>
                    <a:pt x="1158" y="592"/>
                  </a:lnTo>
                  <a:lnTo>
                    <a:pt x="1389" y="489"/>
                  </a:lnTo>
                  <a:close/>
                  <a:moveTo>
                    <a:pt x="1801" y="437"/>
                  </a:moveTo>
                  <a:lnTo>
                    <a:pt x="2006" y="463"/>
                  </a:lnTo>
                  <a:lnTo>
                    <a:pt x="2186" y="515"/>
                  </a:lnTo>
                  <a:lnTo>
                    <a:pt x="2366" y="592"/>
                  </a:lnTo>
                  <a:lnTo>
                    <a:pt x="2521" y="695"/>
                  </a:lnTo>
                  <a:lnTo>
                    <a:pt x="2675" y="823"/>
                  </a:lnTo>
                  <a:lnTo>
                    <a:pt x="2804" y="978"/>
                  </a:lnTo>
                  <a:lnTo>
                    <a:pt x="2907" y="1158"/>
                  </a:lnTo>
                  <a:lnTo>
                    <a:pt x="3010" y="1338"/>
                  </a:lnTo>
                  <a:lnTo>
                    <a:pt x="3061" y="1595"/>
                  </a:lnTo>
                  <a:lnTo>
                    <a:pt x="3061" y="1852"/>
                  </a:lnTo>
                  <a:lnTo>
                    <a:pt x="3035" y="2109"/>
                  </a:lnTo>
                  <a:lnTo>
                    <a:pt x="2932" y="2341"/>
                  </a:lnTo>
                  <a:lnTo>
                    <a:pt x="2829" y="2547"/>
                  </a:lnTo>
                  <a:lnTo>
                    <a:pt x="2675" y="2701"/>
                  </a:lnTo>
                  <a:lnTo>
                    <a:pt x="2521" y="2855"/>
                  </a:lnTo>
                  <a:lnTo>
                    <a:pt x="2315" y="2958"/>
                  </a:lnTo>
                  <a:lnTo>
                    <a:pt x="1801" y="437"/>
                  </a:lnTo>
                  <a:close/>
                  <a:moveTo>
                    <a:pt x="1698" y="2058"/>
                  </a:moveTo>
                  <a:lnTo>
                    <a:pt x="1903" y="3087"/>
                  </a:lnTo>
                  <a:lnTo>
                    <a:pt x="1698" y="3087"/>
                  </a:lnTo>
                  <a:lnTo>
                    <a:pt x="1492" y="3061"/>
                  </a:lnTo>
                  <a:lnTo>
                    <a:pt x="1312" y="3010"/>
                  </a:lnTo>
                  <a:lnTo>
                    <a:pt x="1132" y="2932"/>
                  </a:lnTo>
                  <a:lnTo>
                    <a:pt x="977" y="2830"/>
                  </a:lnTo>
                  <a:lnTo>
                    <a:pt x="823" y="2701"/>
                  </a:lnTo>
                  <a:lnTo>
                    <a:pt x="695" y="2547"/>
                  </a:lnTo>
                  <a:lnTo>
                    <a:pt x="566" y="2367"/>
                  </a:lnTo>
                  <a:lnTo>
                    <a:pt x="1698" y="2058"/>
                  </a:lnTo>
                  <a:close/>
                  <a:moveTo>
                    <a:pt x="1826" y="0"/>
                  </a:moveTo>
                  <a:lnTo>
                    <a:pt x="1518" y="26"/>
                  </a:lnTo>
                  <a:lnTo>
                    <a:pt x="1312" y="52"/>
                  </a:lnTo>
                  <a:lnTo>
                    <a:pt x="1132" y="129"/>
                  </a:lnTo>
                  <a:lnTo>
                    <a:pt x="952" y="206"/>
                  </a:lnTo>
                  <a:lnTo>
                    <a:pt x="797" y="283"/>
                  </a:lnTo>
                  <a:lnTo>
                    <a:pt x="643" y="412"/>
                  </a:lnTo>
                  <a:lnTo>
                    <a:pt x="489" y="540"/>
                  </a:lnTo>
                  <a:lnTo>
                    <a:pt x="360" y="669"/>
                  </a:lnTo>
                  <a:lnTo>
                    <a:pt x="257" y="823"/>
                  </a:lnTo>
                  <a:lnTo>
                    <a:pt x="180" y="978"/>
                  </a:lnTo>
                  <a:lnTo>
                    <a:pt x="103" y="1158"/>
                  </a:lnTo>
                  <a:lnTo>
                    <a:pt x="51" y="1338"/>
                  </a:lnTo>
                  <a:lnTo>
                    <a:pt x="0" y="1518"/>
                  </a:lnTo>
                  <a:lnTo>
                    <a:pt x="0" y="1724"/>
                  </a:lnTo>
                  <a:lnTo>
                    <a:pt x="0" y="1904"/>
                  </a:lnTo>
                  <a:lnTo>
                    <a:pt x="26" y="2109"/>
                  </a:lnTo>
                  <a:lnTo>
                    <a:pt x="77" y="2315"/>
                  </a:lnTo>
                  <a:lnTo>
                    <a:pt x="129" y="2469"/>
                  </a:lnTo>
                  <a:lnTo>
                    <a:pt x="206" y="2624"/>
                  </a:lnTo>
                  <a:lnTo>
                    <a:pt x="309" y="2778"/>
                  </a:lnTo>
                  <a:lnTo>
                    <a:pt x="412" y="2907"/>
                  </a:lnTo>
                  <a:lnTo>
                    <a:pt x="514" y="3035"/>
                  </a:lnTo>
                  <a:lnTo>
                    <a:pt x="643" y="3138"/>
                  </a:lnTo>
                  <a:lnTo>
                    <a:pt x="772" y="3241"/>
                  </a:lnTo>
                  <a:lnTo>
                    <a:pt x="926" y="3318"/>
                  </a:lnTo>
                  <a:lnTo>
                    <a:pt x="1235" y="3447"/>
                  </a:lnTo>
                  <a:lnTo>
                    <a:pt x="1389" y="3498"/>
                  </a:lnTo>
                  <a:lnTo>
                    <a:pt x="1543" y="3524"/>
                  </a:lnTo>
                  <a:lnTo>
                    <a:pt x="1878" y="3524"/>
                  </a:lnTo>
                  <a:lnTo>
                    <a:pt x="2058" y="3498"/>
                  </a:lnTo>
                  <a:lnTo>
                    <a:pt x="2212" y="3473"/>
                  </a:lnTo>
                  <a:lnTo>
                    <a:pt x="2392" y="3395"/>
                  </a:lnTo>
                  <a:lnTo>
                    <a:pt x="2547" y="3318"/>
                  </a:lnTo>
                  <a:lnTo>
                    <a:pt x="2727" y="3241"/>
                  </a:lnTo>
                  <a:lnTo>
                    <a:pt x="2855" y="3138"/>
                  </a:lnTo>
                  <a:lnTo>
                    <a:pt x="2984" y="3010"/>
                  </a:lnTo>
                  <a:lnTo>
                    <a:pt x="3112" y="2881"/>
                  </a:lnTo>
                  <a:lnTo>
                    <a:pt x="3215" y="2752"/>
                  </a:lnTo>
                  <a:lnTo>
                    <a:pt x="3293" y="2598"/>
                  </a:lnTo>
                  <a:lnTo>
                    <a:pt x="3370" y="2444"/>
                  </a:lnTo>
                  <a:lnTo>
                    <a:pt x="3447" y="2264"/>
                  </a:lnTo>
                  <a:lnTo>
                    <a:pt x="3473" y="2109"/>
                  </a:lnTo>
                  <a:lnTo>
                    <a:pt x="3498" y="1929"/>
                  </a:lnTo>
                  <a:lnTo>
                    <a:pt x="3498" y="1749"/>
                  </a:lnTo>
                  <a:lnTo>
                    <a:pt x="3498" y="1569"/>
                  </a:lnTo>
                  <a:lnTo>
                    <a:pt x="3473" y="1389"/>
                  </a:lnTo>
                  <a:lnTo>
                    <a:pt x="3421" y="1183"/>
                  </a:lnTo>
                  <a:lnTo>
                    <a:pt x="3293" y="900"/>
                  </a:lnTo>
                  <a:lnTo>
                    <a:pt x="3112" y="643"/>
                  </a:lnTo>
                  <a:lnTo>
                    <a:pt x="2907" y="437"/>
                  </a:lnTo>
                  <a:lnTo>
                    <a:pt x="2675" y="257"/>
                  </a:lnTo>
                  <a:lnTo>
                    <a:pt x="2392" y="129"/>
                  </a:lnTo>
                  <a:lnTo>
                    <a:pt x="2109" y="52"/>
                  </a:lnTo>
                  <a:lnTo>
                    <a:pt x="1826"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814;p54">
              <a:extLst>
                <a:ext uri="{FF2B5EF4-FFF2-40B4-BE49-F238E27FC236}">
                  <a16:creationId xmlns:a16="http://schemas.microsoft.com/office/drawing/2014/main" id="{9897AA6C-AFC2-D94B-B60C-2653905618EC}"/>
                </a:ext>
              </a:extLst>
            </p:cNvPr>
            <p:cNvSpPr/>
            <p:nvPr/>
          </p:nvSpPr>
          <p:spPr>
            <a:xfrm>
              <a:off x="6864850" y="798075"/>
              <a:ext cx="42450" cy="10975"/>
            </a:xfrm>
            <a:custGeom>
              <a:avLst/>
              <a:gdLst/>
              <a:ahLst/>
              <a:cxnLst/>
              <a:rect l="l" t="t" r="r" b="b"/>
              <a:pathLst>
                <a:path w="1698" h="439" extrusionOk="0">
                  <a:moveTo>
                    <a:pt x="232" y="1"/>
                  </a:moveTo>
                  <a:lnTo>
                    <a:pt x="129" y="27"/>
                  </a:lnTo>
                  <a:lnTo>
                    <a:pt x="77" y="78"/>
                  </a:lnTo>
                  <a:lnTo>
                    <a:pt x="26" y="130"/>
                  </a:lnTo>
                  <a:lnTo>
                    <a:pt x="0" y="232"/>
                  </a:lnTo>
                  <a:lnTo>
                    <a:pt x="26" y="310"/>
                  </a:lnTo>
                  <a:lnTo>
                    <a:pt x="77" y="387"/>
                  </a:lnTo>
                  <a:lnTo>
                    <a:pt x="129" y="412"/>
                  </a:lnTo>
                  <a:lnTo>
                    <a:pt x="232" y="438"/>
                  </a:lnTo>
                  <a:lnTo>
                    <a:pt x="1466" y="438"/>
                  </a:lnTo>
                  <a:lnTo>
                    <a:pt x="1569" y="412"/>
                  </a:lnTo>
                  <a:lnTo>
                    <a:pt x="1621" y="387"/>
                  </a:lnTo>
                  <a:lnTo>
                    <a:pt x="1672" y="310"/>
                  </a:lnTo>
                  <a:lnTo>
                    <a:pt x="1698" y="232"/>
                  </a:lnTo>
                  <a:lnTo>
                    <a:pt x="1672" y="130"/>
                  </a:lnTo>
                  <a:lnTo>
                    <a:pt x="1621" y="78"/>
                  </a:lnTo>
                  <a:lnTo>
                    <a:pt x="1569" y="27"/>
                  </a:lnTo>
                  <a:lnTo>
                    <a:pt x="146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815;p54">
              <a:extLst>
                <a:ext uri="{FF2B5EF4-FFF2-40B4-BE49-F238E27FC236}">
                  <a16:creationId xmlns:a16="http://schemas.microsoft.com/office/drawing/2014/main" id="{60CCFE4D-D753-4BEF-9EE0-DCFA901AADA7}"/>
                </a:ext>
              </a:extLst>
            </p:cNvPr>
            <p:cNvSpPr/>
            <p:nvPr/>
          </p:nvSpPr>
          <p:spPr>
            <a:xfrm>
              <a:off x="6864850" y="817375"/>
              <a:ext cx="42450" cy="10950"/>
            </a:xfrm>
            <a:custGeom>
              <a:avLst/>
              <a:gdLst/>
              <a:ahLst/>
              <a:cxnLst/>
              <a:rect l="l" t="t" r="r" b="b"/>
              <a:pathLst>
                <a:path w="1698" h="438" extrusionOk="0">
                  <a:moveTo>
                    <a:pt x="232" y="1"/>
                  </a:moveTo>
                  <a:lnTo>
                    <a:pt x="129" y="26"/>
                  </a:lnTo>
                  <a:lnTo>
                    <a:pt x="77" y="78"/>
                  </a:lnTo>
                  <a:lnTo>
                    <a:pt x="26" y="129"/>
                  </a:lnTo>
                  <a:lnTo>
                    <a:pt x="0" y="232"/>
                  </a:lnTo>
                  <a:lnTo>
                    <a:pt x="26" y="309"/>
                  </a:lnTo>
                  <a:lnTo>
                    <a:pt x="77" y="386"/>
                  </a:lnTo>
                  <a:lnTo>
                    <a:pt x="129" y="438"/>
                  </a:lnTo>
                  <a:lnTo>
                    <a:pt x="1569" y="438"/>
                  </a:lnTo>
                  <a:lnTo>
                    <a:pt x="1621" y="386"/>
                  </a:lnTo>
                  <a:lnTo>
                    <a:pt x="1672" y="309"/>
                  </a:lnTo>
                  <a:lnTo>
                    <a:pt x="1698" y="232"/>
                  </a:lnTo>
                  <a:lnTo>
                    <a:pt x="1672" y="129"/>
                  </a:lnTo>
                  <a:lnTo>
                    <a:pt x="1621" y="78"/>
                  </a:lnTo>
                  <a:lnTo>
                    <a:pt x="1569" y="26"/>
                  </a:lnTo>
                  <a:lnTo>
                    <a:pt x="146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816;p54">
              <a:extLst>
                <a:ext uri="{FF2B5EF4-FFF2-40B4-BE49-F238E27FC236}">
                  <a16:creationId xmlns:a16="http://schemas.microsoft.com/office/drawing/2014/main" id="{7F4002CF-C673-39B0-7CC9-DC4957B64B05}"/>
                </a:ext>
              </a:extLst>
            </p:cNvPr>
            <p:cNvSpPr/>
            <p:nvPr/>
          </p:nvSpPr>
          <p:spPr>
            <a:xfrm>
              <a:off x="6864850" y="836675"/>
              <a:ext cx="42450" cy="10950"/>
            </a:xfrm>
            <a:custGeom>
              <a:avLst/>
              <a:gdLst/>
              <a:ahLst/>
              <a:cxnLst/>
              <a:rect l="l" t="t" r="r" b="b"/>
              <a:pathLst>
                <a:path w="1698" h="438" extrusionOk="0">
                  <a:moveTo>
                    <a:pt x="232" y="0"/>
                  </a:moveTo>
                  <a:lnTo>
                    <a:pt x="129" y="26"/>
                  </a:lnTo>
                  <a:lnTo>
                    <a:pt x="77" y="77"/>
                  </a:lnTo>
                  <a:lnTo>
                    <a:pt x="26" y="155"/>
                  </a:lnTo>
                  <a:lnTo>
                    <a:pt x="0" y="232"/>
                  </a:lnTo>
                  <a:lnTo>
                    <a:pt x="26" y="309"/>
                  </a:lnTo>
                  <a:lnTo>
                    <a:pt x="77" y="386"/>
                  </a:lnTo>
                  <a:lnTo>
                    <a:pt x="129" y="438"/>
                  </a:lnTo>
                  <a:lnTo>
                    <a:pt x="1569" y="438"/>
                  </a:lnTo>
                  <a:lnTo>
                    <a:pt x="1621" y="386"/>
                  </a:lnTo>
                  <a:lnTo>
                    <a:pt x="1672" y="309"/>
                  </a:lnTo>
                  <a:lnTo>
                    <a:pt x="1698" y="232"/>
                  </a:lnTo>
                  <a:lnTo>
                    <a:pt x="1672" y="155"/>
                  </a:lnTo>
                  <a:lnTo>
                    <a:pt x="1621" y="77"/>
                  </a:lnTo>
                  <a:lnTo>
                    <a:pt x="1569" y="26"/>
                  </a:lnTo>
                  <a:lnTo>
                    <a:pt x="1466"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817;p54">
              <a:extLst>
                <a:ext uri="{FF2B5EF4-FFF2-40B4-BE49-F238E27FC236}">
                  <a16:creationId xmlns:a16="http://schemas.microsoft.com/office/drawing/2014/main" id="{B7542436-2A97-C5D8-538B-9752E585D896}"/>
                </a:ext>
              </a:extLst>
            </p:cNvPr>
            <p:cNvSpPr/>
            <p:nvPr/>
          </p:nvSpPr>
          <p:spPr>
            <a:xfrm>
              <a:off x="6733650" y="891975"/>
              <a:ext cx="60475" cy="10950"/>
            </a:xfrm>
            <a:custGeom>
              <a:avLst/>
              <a:gdLst/>
              <a:ahLst/>
              <a:cxnLst/>
              <a:rect l="l" t="t" r="r" b="b"/>
              <a:pathLst>
                <a:path w="2419" h="438" extrusionOk="0">
                  <a:moveTo>
                    <a:pt x="232" y="0"/>
                  </a:moveTo>
                  <a:lnTo>
                    <a:pt x="129" y="26"/>
                  </a:lnTo>
                  <a:lnTo>
                    <a:pt x="78" y="78"/>
                  </a:lnTo>
                  <a:lnTo>
                    <a:pt x="27" y="129"/>
                  </a:lnTo>
                  <a:lnTo>
                    <a:pt x="1" y="232"/>
                  </a:lnTo>
                  <a:lnTo>
                    <a:pt x="27" y="309"/>
                  </a:lnTo>
                  <a:lnTo>
                    <a:pt x="78" y="386"/>
                  </a:lnTo>
                  <a:lnTo>
                    <a:pt x="129" y="438"/>
                  </a:lnTo>
                  <a:lnTo>
                    <a:pt x="2290" y="438"/>
                  </a:lnTo>
                  <a:lnTo>
                    <a:pt x="2342" y="386"/>
                  </a:lnTo>
                  <a:lnTo>
                    <a:pt x="2393" y="309"/>
                  </a:lnTo>
                  <a:lnTo>
                    <a:pt x="2419" y="232"/>
                  </a:lnTo>
                  <a:lnTo>
                    <a:pt x="2393" y="129"/>
                  </a:lnTo>
                  <a:lnTo>
                    <a:pt x="2342" y="78"/>
                  </a:lnTo>
                  <a:lnTo>
                    <a:pt x="2290" y="26"/>
                  </a:lnTo>
                  <a:lnTo>
                    <a:pt x="2187"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818;p54">
              <a:extLst>
                <a:ext uri="{FF2B5EF4-FFF2-40B4-BE49-F238E27FC236}">
                  <a16:creationId xmlns:a16="http://schemas.microsoft.com/office/drawing/2014/main" id="{3391B024-56C6-3EEC-ACDB-2A105C08210D}"/>
                </a:ext>
              </a:extLst>
            </p:cNvPr>
            <p:cNvSpPr/>
            <p:nvPr/>
          </p:nvSpPr>
          <p:spPr>
            <a:xfrm>
              <a:off x="6733650" y="911275"/>
              <a:ext cx="60475" cy="10950"/>
            </a:xfrm>
            <a:custGeom>
              <a:avLst/>
              <a:gdLst/>
              <a:ahLst/>
              <a:cxnLst/>
              <a:rect l="l" t="t" r="r" b="b"/>
              <a:pathLst>
                <a:path w="2419" h="438" extrusionOk="0">
                  <a:moveTo>
                    <a:pt x="232" y="0"/>
                  </a:moveTo>
                  <a:lnTo>
                    <a:pt x="129" y="26"/>
                  </a:lnTo>
                  <a:lnTo>
                    <a:pt x="78" y="77"/>
                  </a:lnTo>
                  <a:lnTo>
                    <a:pt x="27" y="154"/>
                  </a:lnTo>
                  <a:lnTo>
                    <a:pt x="1" y="232"/>
                  </a:lnTo>
                  <a:lnTo>
                    <a:pt x="27" y="309"/>
                  </a:lnTo>
                  <a:lnTo>
                    <a:pt x="78" y="386"/>
                  </a:lnTo>
                  <a:lnTo>
                    <a:pt x="129" y="437"/>
                  </a:lnTo>
                  <a:lnTo>
                    <a:pt x="2290" y="437"/>
                  </a:lnTo>
                  <a:lnTo>
                    <a:pt x="2342" y="386"/>
                  </a:lnTo>
                  <a:lnTo>
                    <a:pt x="2393" y="309"/>
                  </a:lnTo>
                  <a:lnTo>
                    <a:pt x="2419" y="232"/>
                  </a:lnTo>
                  <a:lnTo>
                    <a:pt x="2393" y="154"/>
                  </a:lnTo>
                  <a:lnTo>
                    <a:pt x="2342" y="77"/>
                  </a:lnTo>
                  <a:lnTo>
                    <a:pt x="2290" y="26"/>
                  </a:lnTo>
                  <a:lnTo>
                    <a:pt x="2187"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819;p54">
              <a:extLst>
                <a:ext uri="{FF2B5EF4-FFF2-40B4-BE49-F238E27FC236}">
                  <a16:creationId xmlns:a16="http://schemas.microsoft.com/office/drawing/2014/main" id="{2F3CD377-E662-34EE-6765-F51959BDEF3F}"/>
                </a:ext>
              </a:extLst>
            </p:cNvPr>
            <p:cNvSpPr/>
            <p:nvPr/>
          </p:nvSpPr>
          <p:spPr>
            <a:xfrm>
              <a:off x="6733650" y="931200"/>
              <a:ext cx="60475" cy="10950"/>
            </a:xfrm>
            <a:custGeom>
              <a:avLst/>
              <a:gdLst/>
              <a:ahLst/>
              <a:cxnLst/>
              <a:rect l="l" t="t" r="r" b="b"/>
              <a:pathLst>
                <a:path w="2419" h="438" extrusionOk="0">
                  <a:moveTo>
                    <a:pt x="129" y="0"/>
                  </a:moveTo>
                  <a:lnTo>
                    <a:pt x="78" y="52"/>
                  </a:lnTo>
                  <a:lnTo>
                    <a:pt x="27" y="129"/>
                  </a:lnTo>
                  <a:lnTo>
                    <a:pt x="1" y="206"/>
                  </a:lnTo>
                  <a:lnTo>
                    <a:pt x="27" y="283"/>
                  </a:lnTo>
                  <a:lnTo>
                    <a:pt x="78" y="361"/>
                  </a:lnTo>
                  <a:lnTo>
                    <a:pt x="129" y="412"/>
                  </a:lnTo>
                  <a:lnTo>
                    <a:pt x="232" y="438"/>
                  </a:lnTo>
                  <a:lnTo>
                    <a:pt x="2187" y="438"/>
                  </a:lnTo>
                  <a:lnTo>
                    <a:pt x="2290" y="412"/>
                  </a:lnTo>
                  <a:lnTo>
                    <a:pt x="2342" y="361"/>
                  </a:lnTo>
                  <a:lnTo>
                    <a:pt x="2393" y="283"/>
                  </a:lnTo>
                  <a:lnTo>
                    <a:pt x="2419" y="206"/>
                  </a:lnTo>
                  <a:lnTo>
                    <a:pt x="2393" y="129"/>
                  </a:lnTo>
                  <a:lnTo>
                    <a:pt x="2342" y="52"/>
                  </a:lnTo>
                  <a:lnTo>
                    <a:pt x="229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820;p54">
              <a:extLst>
                <a:ext uri="{FF2B5EF4-FFF2-40B4-BE49-F238E27FC236}">
                  <a16:creationId xmlns:a16="http://schemas.microsoft.com/office/drawing/2014/main" id="{301BD224-F97B-65AC-45E5-B9DB02A22870}"/>
                </a:ext>
              </a:extLst>
            </p:cNvPr>
            <p:cNvSpPr/>
            <p:nvPr/>
          </p:nvSpPr>
          <p:spPr>
            <a:xfrm>
              <a:off x="6578675" y="749225"/>
              <a:ext cx="372350" cy="372350"/>
            </a:xfrm>
            <a:custGeom>
              <a:avLst/>
              <a:gdLst/>
              <a:ahLst/>
              <a:cxnLst/>
              <a:rect l="l" t="t" r="r" b="b"/>
              <a:pathLst>
                <a:path w="14894" h="14894" extrusionOk="0">
                  <a:moveTo>
                    <a:pt x="4142" y="4501"/>
                  </a:moveTo>
                  <a:lnTo>
                    <a:pt x="4399" y="4527"/>
                  </a:lnTo>
                  <a:lnTo>
                    <a:pt x="4657" y="4604"/>
                  </a:lnTo>
                  <a:lnTo>
                    <a:pt x="4888" y="4733"/>
                  </a:lnTo>
                  <a:lnTo>
                    <a:pt x="5094" y="4913"/>
                  </a:lnTo>
                  <a:lnTo>
                    <a:pt x="5248" y="5144"/>
                  </a:lnTo>
                  <a:lnTo>
                    <a:pt x="5351" y="5376"/>
                  </a:lnTo>
                  <a:lnTo>
                    <a:pt x="5402" y="5659"/>
                  </a:lnTo>
                  <a:lnTo>
                    <a:pt x="5402" y="5916"/>
                  </a:lnTo>
                  <a:lnTo>
                    <a:pt x="5145" y="7948"/>
                  </a:lnTo>
                  <a:lnTo>
                    <a:pt x="5145" y="8000"/>
                  </a:lnTo>
                  <a:lnTo>
                    <a:pt x="5094" y="8051"/>
                  </a:lnTo>
                  <a:lnTo>
                    <a:pt x="5068" y="8077"/>
                  </a:lnTo>
                  <a:lnTo>
                    <a:pt x="5017" y="8103"/>
                  </a:lnTo>
                  <a:lnTo>
                    <a:pt x="5017" y="6842"/>
                  </a:lnTo>
                  <a:lnTo>
                    <a:pt x="4991" y="6714"/>
                  </a:lnTo>
                  <a:lnTo>
                    <a:pt x="4914" y="6611"/>
                  </a:lnTo>
                  <a:lnTo>
                    <a:pt x="4811" y="6559"/>
                  </a:lnTo>
                  <a:lnTo>
                    <a:pt x="4682" y="6533"/>
                  </a:lnTo>
                  <a:lnTo>
                    <a:pt x="4399" y="6533"/>
                  </a:lnTo>
                  <a:lnTo>
                    <a:pt x="4142" y="6482"/>
                  </a:lnTo>
                  <a:lnTo>
                    <a:pt x="3911" y="6379"/>
                  </a:lnTo>
                  <a:lnTo>
                    <a:pt x="3679" y="6199"/>
                  </a:lnTo>
                  <a:lnTo>
                    <a:pt x="3602" y="6148"/>
                  </a:lnTo>
                  <a:lnTo>
                    <a:pt x="3499" y="6122"/>
                  </a:lnTo>
                  <a:lnTo>
                    <a:pt x="3396" y="6148"/>
                  </a:lnTo>
                  <a:lnTo>
                    <a:pt x="3319" y="6173"/>
                  </a:lnTo>
                  <a:lnTo>
                    <a:pt x="3139" y="6276"/>
                  </a:lnTo>
                  <a:lnTo>
                    <a:pt x="2933" y="6353"/>
                  </a:lnTo>
                  <a:lnTo>
                    <a:pt x="2702" y="6431"/>
                  </a:lnTo>
                  <a:lnTo>
                    <a:pt x="2444" y="6482"/>
                  </a:lnTo>
                  <a:lnTo>
                    <a:pt x="2136" y="6508"/>
                  </a:lnTo>
                  <a:lnTo>
                    <a:pt x="1827" y="6533"/>
                  </a:lnTo>
                  <a:lnTo>
                    <a:pt x="1055" y="6533"/>
                  </a:lnTo>
                  <a:lnTo>
                    <a:pt x="927" y="6611"/>
                  </a:lnTo>
                  <a:lnTo>
                    <a:pt x="875" y="6714"/>
                  </a:lnTo>
                  <a:lnTo>
                    <a:pt x="850" y="6842"/>
                  </a:lnTo>
                  <a:lnTo>
                    <a:pt x="850" y="8103"/>
                  </a:lnTo>
                  <a:lnTo>
                    <a:pt x="798" y="8077"/>
                  </a:lnTo>
                  <a:lnTo>
                    <a:pt x="747" y="8051"/>
                  </a:lnTo>
                  <a:lnTo>
                    <a:pt x="721" y="8000"/>
                  </a:lnTo>
                  <a:lnTo>
                    <a:pt x="695" y="7948"/>
                  </a:lnTo>
                  <a:lnTo>
                    <a:pt x="464" y="5916"/>
                  </a:lnTo>
                  <a:lnTo>
                    <a:pt x="438" y="5659"/>
                  </a:lnTo>
                  <a:lnTo>
                    <a:pt x="489" y="5376"/>
                  </a:lnTo>
                  <a:lnTo>
                    <a:pt x="618" y="5144"/>
                  </a:lnTo>
                  <a:lnTo>
                    <a:pt x="772" y="4913"/>
                  </a:lnTo>
                  <a:lnTo>
                    <a:pt x="952" y="4733"/>
                  </a:lnTo>
                  <a:lnTo>
                    <a:pt x="1184" y="4604"/>
                  </a:lnTo>
                  <a:lnTo>
                    <a:pt x="1441" y="4527"/>
                  </a:lnTo>
                  <a:lnTo>
                    <a:pt x="1698" y="4501"/>
                  </a:lnTo>
                  <a:close/>
                  <a:moveTo>
                    <a:pt x="13659" y="1235"/>
                  </a:moveTo>
                  <a:lnTo>
                    <a:pt x="13659" y="8848"/>
                  </a:lnTo>
                  <a:lnTo>
                    <a:pt x="4965" y="8848"/>
                  </a:lnTo>
                  <a:lnTo>
                    <a:pt x="4991" y="8540"/>
                  </a:lnTo>
                  <a:lnTo>
                    <a:pt x="5120" y="8514"/>
                  </a:lnTo>
                  <a:lnTo>
                    <a:pt x="5222" y="8488"/>
                  </a:lnTo>
                  <a:lnTo>
                    <a:pt x="5300" y="8437"/>
                  </a:lnTo>
                  <a:lnTo>
                    <a:pt x="5377" y="8360"/>
                  </a:lnTo>
                  <a:lnTo>
                    <a:pt x="5454" y="8283"/>
                  </a:lnTo>
                  <a:lnTo>
                    <a:pt x="5505" y="8205"/>
                  </a:lnTo>
                  <a:lnTo>
                    <a:pt x="5557" y="8103"/>
                  </a:lnTo>
                  <a:lnTo>
                    <a:pt x="5583" y="8000"/>
                  </a:lnTo>
                  <a:lnTo>
                    <a:pt x="5840" y="5968"/>
                  </a:lnTo>
                  <a:lnTo>
                    <a:pt x="5840" y="5788"/>
                  </a:lnTo>
                  <a:lnTo>
                    <a:pt x="5840" y="5607"/>
                  </a:lnTo>
                  <a:lnTo>
                    <a:pt x="5814" y="5427"/>
                  </a:lnTo>
                  <a:lnTo>
                    <a:pt x="5763" y="5247"/>
                  </a:lnTo>
                  <a:lnTo>
                    <a:pt x="5711" y="5093"/>
                  </a:lnTo>
                  <a:lnTo>
                    <a:pt x="5634" y="4939"/>
                  </a:lnTo>
                  <a:lnTo>
                    <a:pt x="5531" y="4784"/>
                  </a:lnTo>
                  <a:lnTo>
                    <a:pt x="5402" y="4630"/>
                  </a:lnTo>
                  <a:lnTo>
                    <a:pt x="5248" y="4476"/>
                  </a:lnTo>
                  <a:lnTo>
                    <a:pt x="5042" y="4321"/>
                  </a:lnTo>
                  <a:lnTo>
                    <a:pt x="4837" y="4218"/>
                  </a:lnTo>
                  <a:lnTo>
                    <a:pt x="4631" y="4141"/>
                  </a:lnTo>
                  <a:lnTo>
                    <a:pt x="4631" y="1235"/>
                  </a:lnTo>
                  <a:close/>
                  <a:moveTo>
                    <a:pt x="3473" y="6611"/>
                  </a:moveTo>
                  <a:lnTo>
                    <a:pt x="3731" y="6765"/>
                  </a:lnTo>
                  <a:lnTo>
                    <a:pt x="3988" y="6894"/>
                  </a:lnTo>
                  <a:lnTo>
                    <a:pt x="4271" y="6945"/>
                  </a:lnTo>
                  <a:lnTo>
                    <a:pt x="4579" y="6971"/>
                  </a:lnTo>
                  <a:lnTo>
                    <a:pt x="4579" y="8385"/>
                  </a:lnTo>
                  <a:lnTo>
                    <a:pt x="4554" y="8540"/>
                  </a:lnTo>
                  <a:lnTo>
                    <a:pt x="4528" y="8720"/>
                  </a:lnTo>
                  <a:lnTo>
                    <a:pt x="4502" y="8874"/>
                  </a:lnTo>
                  <a:lnTo>
                    <a:pt x="4451" y="9029"/>
                  </a:lnTo>
                  <a:lnTo>
                    <a:pt x="4374" y="9157"/>
                  </a:lnTo>
                  <a:lnTo>
                    <a:pt x="4296" y="9311"/>
                  </a:lnTo>
                  <a:lnTo>
                    <a:pt x="4091" y="9543"/>
                  </a:lnTo>
                  <a:lnTo>
                    <a:pt x="3833" y="9749"/>
                  </a:lnTo>
                  <a:lnTo>
                    <a:pt x="3705" y="9826"/>
                  </a:lnTo>
                  <a:lnTo>
                    <a:pt x="3576" y="9903"/>
                  </a:lnTo>
                  <a:lnTo>
                    <a:pt x="3422" y="9955"/>
                  </a:lnTo>
                  <a:lnTo>
                    <a:pt x="3267" y="9980"/>
                  </a:lnTo>
                  <a:lnTo>
                    <a:pt x="3087" y="10006"/>
                  </a:lnTo>
                  <a:lnTo>
                    <a:pt x="2933" y="10032"/>
                  </a:lnTo>
                  <a:lnTo>
                    <a:pt x="2753" y="10006"/>
                  </a:lnTo>
                  <a:lnTo>
                    <a:pt x="2599" y="9980"/>
                  </a:lnTo>
                  <a:lnTo>
                    <a:pt x="2444" y="9955"/>
                  </a:lnTo>
                  <a:lnTo>
                    <a:pt x="2290" y="9903"/>
                  </a:lnTo>
                  <a:lnTo>
                    <a:pt x="2136" y="9826"/>
                  </a:lnTo>
                  <a:lnTo>
                    <a:pt x="2007" y="9749"/>
                  </a:lnTo>
                  <a:lnTo>
                    <a:pt x="1750" y="9543"/>
                  </a:lnTo>
                  <a:lnTo>
                    <a:pt x="1570" y="9311"/>
                  </a:lnTo>
                  <a:lnTo>
                    <a:pt x="1467" y="9157"/>
                  </a:lnTo>
                  <a:lnTo>
                    <a:pt x="1415" y="9029"/>
                  </a:lnTo>
                  <a:lnTo>
                    <a:pt x="1338" y="8874"/>
                  </a:lnTo>
                  <a:lnTo>
                    <a:pt x="1313" y="8720"/>
                  </a:lnTo>
                  <a:lnTo>
                    <a:pt x="1287" y="8540"/>
                  </a:lnTo>
                  <a:lnTo>
                    <a:pt x="1287" y="8385"/>
                  </a:lnTo>
                  <a:lnTo>
                    <a:pt x="1287" y="6971"/>
                  </a:lnTo>
                  <a:lnTo>
                    <a:pt x="1904" y="6971"/>
                  </a:lnTo>
                  <a:lnTo>
                    <a:pt x="2470" y="6919"/>
                  </a:lnTo>
                  <a:lnTo>
                    <a:pt x="2779" y="6868"/>
                  </a:lnTo>
                  <a:lnTo>
                    <a:pt x="3036" y="6791"/>
                  </a:lnTo>
                  <a:lnTo>
                    <a:pt x="3267" y="6714"/>
                  </a:lnTo>
                  <a:lnTo>
                    <a:pt x="3473" y="6611"/>
                  </a:lnTo>
                  <a:close/>
                  <a:moveTo>
                    <a:pt x="3190" y="10443"/>
                  </a:moveTo>
                  <a:lnTo>
                    <a:pt x="2907" y="10881"/>
                  </a:lnTo>
                  <a:lnTo>
                    <a:pt x="2624" y="10443"/>
                  </a:lnTo>
                  <a:lnTo>
                    <a:pt x="2933" y="10469"/>
                  </a:lnTo>
                  <a:lnTo>
                    <a:pt x="3190" y="10443"/>
                  </a:lnTo>
                  <a:close/>
                  <a:moveTo>
                    <a:pt x="1544" y="9955"/>
                  </a:moveTo>
                  <a:lnTo>
                    <a:pt x="1750" y="10109"/>
                  </a:lnTo>
                  <a:lnTo>
                    <a:pt x="1981" y="10237"/>
                  </a:lnTo>
                  <a:lnTo>
                    <a:pt x="2624" y="11215"/>
                  </a:lnTo>
                  <a:lnTo>
                    <a:pt x="2290" y="11395"/>
                  </a:lnTo>
                  <a:lnTo>
                    <a:pt x="1287" y="10083"/>
                  </a:lnTo>
                  <a:lnTo>
                    <a:pt x="1544" y="9955"/>
                  </a:lnTo>
                  <a:close/>
                  <a:moveTo>
                    <a:pt x="4296" y="9955"/>
                  </a:moveTo>
                  <a:lnTo>
                    <a:pt x="4554" y="10083"/>
                  </a:lnTo>
                  <a:lnTo>
                    <a:pt x="3550" y="11395"/>
                  </a:lnTo>
                  <a:lnTo>
                    <a:pt x="3216" y="11215"/>
                  </a:lnTo>
                  <a:lnTo>
                    <a:pt x="3808" y="10263"/>
                  </a:lnTo>
                  <a:lnTo>
                    <a:pt x="4065" y="10109"/>
                  </a:lnTo>
                  <a:lnTo>
                    <a:pt x="4296" y="9955"/>
                  </a:lnTo>
                  <a:close/>
                  <a:moveTo>
                    <a:pt x="2933" y="11549"/>
                  </a:moveTo>
                  <a:lnTo>
                    <a:pt x="3165" y="11678"/>
                  </a:lnTo>
                  <a:lnTo>
                    <a:pt x="2933" y="11935"/>
                  </a:lnTo>
                  <a:lnTo>
                    <a:pt x="2676" y="11678"/>
                  </a:lnTo>
                  <a:lnTo>
                    <a:pt x="2933" y="11549"/>
                  </a:lnTo>
                  <a:close/>
                  <a:moveTo>
                    <a:pt x="3190" y="12270"/>
                  </a:moveTo>
                  <a:lnTo>
                    <a:pt x="3473" y="14456"/>
                  </a:lnTo>
                  <a:lnTo>
                    <a:pt x="2367" y="14456"/>
                  </a:lnTo>
                  <a:lnTo>
                    <a:pt x="2650" y="12270"/>
                  </a:lnTo>
                  <a:lnTo>
                    <a:pt x="2779" y="12347"/>
                  </a:lnTo>
                  <a:lnTo>
                    <a:pt x="2933" y="12372"/>
                  </a:lnTo>
                  <a:lnTo>
                    <a:pt x="3062" y="12347"/>
                  </a:lnTo>
                  <a:lnTo>
                    <a:pt x="3190" y="12270"/>
                  </a:lnTo>
                  <a:close/>
                  <a:moveTo>
                    <a:pt x="4888" y="10340"/>
                  </a:moveTo>
                  <a:lnTo>
                    <a:pt x="5017" y="10469"/>
                  </a:lnTo>
                  <a:lnTo>
                    <a:pt x="5120" y="10623"/>
                  </a:lnTo>
                  <a:lnTo>
                    <a:pt x="5197" y="10752"/>
                  </a:lnTo>
                  <a:lnTo>
                    <a:pt x="5274" y="10906"/>
                  </a:lnTo>
                  <a:lnTo>
                    <a:pt x="5325" y="11086"/>
                  </a:lnTo>
                  <a:lnTo>
                    <a:pt x="5377" y="11241"/>
                  </a:lnTo>
                  <a:lnTo>
                    <a:pt x="5402" y="11421"/>
                  </a:lnTo>
                  <a:lnTo>
                    <a:pt x="5402" y="11601"/>
                  </a:lnTo>
                  <a:lnTo>
                    <a:pt x="5402" y="14456"/>
                  </a:lnTo>
                  <a:lnTo>
                    <a:pt x="3911" y="14456"/>
                  </a:lnTo>
                  <a:lnTo>
                    <a:pt x="3576" y="11909"/>
                  </a:lnTo>
                  <a:lnTo>
                    <a:pt x="3602" y="11909"/>
                  </a:lnTo>
                  <a:lnTo>
                    <a:pt x="3705" y="11884"/>
                  </a:lnTo>
                  <a:lnTo>
                    <a:pt x="3782" y="11832"/>
                  </a:lnTo>
                  <a:lnTo>
                    <a:pt x="4888" y="10340"/>
                  </a:lnTo>
                  <a:close/>
                  <a:moveTo>
                    <a:pt x="3731" y="0"/>
                  </a:moveTo>
                  <a:lnTo>
                    <a:pt x="3628" y="26"/>
                  </a:lnTo>
                  <a:lnTo>
                    <a:pt x="3576" y="77"/>
                  </a:lnTo>
                  <a:lnTo>
                    <a:pt x="3499" y="129"/>
                  </a:lnTo>
                  <a:lnTo>
                    <a:pt x="3448" y="180"/>
                  </a:lnTo>
                  <a:lnTo>
                    <a:pt x="3422" y="257"/>
                  </a:lnTo>
                  <a:lnTo>
                    <a:pt x="3396" y="334"/>
                  </a:lnTo>
                  <a:lnTo>
                    <a:pt x="3370" y="437"/>
                  </a:lnTo>
                  <a:lnTo>
                    <a:pt x="3370" y="797"/>
                  </a:lnTo>
                  <a:lnTo>
                    <a:pt x="3396" y="900"/>
                  </a:lnTo>
                  <a:lnTo>
                    <a:pt x="3422" y="977"/>
                  </a:lnTo>
                  <a:lnTo>
                    <a:pt x="3448" y="1055"/>
                  </a:lnTo>
                  <a:lnTo>
                    <a:pt x="3499" y="1106"/>
                  </a:lnTo>
                  <a:lnTo>
                    <a:pt x="3576" y="1158"/>
                  </a:lnTo>
                  <a:lnTo>
                    <a:pt x="3628" y="1209"/>
                  </a:lnTo>
                  <a:lnTo>
                    <a:pt x="3731" y="1235"/>
                  </a:lnTo>
                  <a:lnTo>
                    <a:pt x="4194" y="1235"/>
                  </a:lnTo>
                  <a:lnTo>
                    <a:pt x="4194" y="4064"/>
                  </a:lnTo>
                  <a:lnTo>
                    <a:pt x="2804" y="4064"/>
                  </a:lnTo>
                  <a:lnTo>
                    <a:pt x="2804" y="3936"/>
                  </a:lnTo>
                  <a:lnTo>
                    <a:pt x="2779" y="3884"/>
                  </a:lnTo>
                  <a:lnTo>
                    <a:pt x="2727" y="3858"/>
                  </a:lnTo>
                  <a:lnTo>
                    <a:pt x="2650" y="3807"/>
                  </a:lnTo>
                  <a:lnTo>
                    <a:pt x="2573" y="3781"/>
                  </a:lnTo>
                  <a:lnTo>
                    <a:pt x="2496" y="3807"/>
                  </a:lnTo>
                  <a:lnTo>
                    <a:pt x="2419" y="3858"/>
                  </a:lnTo>
                  <a:lnTo>
                    <a:pt x="2393" y="3910"/>
                  </a:lnTo>
                  <a:lnTo>
                    <a:pt x="2341" y="3833"/>
                  </a:lnTo>
                  <a:lnTo>
                    <a:pt x="2290" y="3755"/>
                  </a:lnTo>
                  <a:lnTo>
                    <a:pt x="2213" y="3730"/>
                  </a:lnTo>
                  <a:lnTo>
                    <a:pt x="2136" y="3704"/>
                  </a:lnTo>
                  <a:lnTo>
                    <a:pt x="2059" y="3730"/>
                  </a:lnTo>
                  <a:lnTo>
                    <a:pt x="1981" y="3807"/>
                  </a:lnTo>
                  <a:lnTo>
                    <a:pt x="1956" y="3858"/>
                  </a:lnTo>
                  <a:lnTo>
                    <a:pt x="1930" y="3961"/>
                  </a:lnTo>
                  <a:lnTo>
                    <a:pt x="1956" y="4038"/>
                  </a:lnTo>
                  <a:lnTo>
                    <a:pt x="1981" y="4064"/>
                  </a:lnTo>
                  <a:lnTo>
                    <a:pt x="1518" y="4064"/>
                  </a:lnTo>
                  <a:lnTo>
                    <a:pt x="1338" y="4090"/>
                  </a:lnTo>
                  <a:lnTo>
                    <a:pt x="1184" y="4141"/>
                  </a:lnTo>
                  <a:lnTo>
                    <a:pt x="1004" y="4218"/>
                  </a:lnTo>
                  <a:lnTo>
                    <a:pt x="850" y="4296"/>
                  </a:lnTo>
                  <a:lnTo>
                    <a:pt x="695" y="4399"/>
                  </a:lnTo>
                  <a:lnTo>
                    <a:pt x="567" y="4501"/>
                  </a:lnTo>
                  <a:lnTo>
                    <a:pt x="438" y="4630"/>
                  </a:lnTo>
                  <a:lnTo>
                    <a:pt x="309" y="4784"/>
                  </a:lnTo>
                  <a:lnTo>
                    <a:pt x="232" y="4939"/>
                  </a:lnTo>
                  <a:lnTo>
                    <a:pt x="155" y="5093"/>
                  </a:lnTo>
                  <a:lnTo>
                    <a:pt x="78" y="5247"/>
                  </a:lnTo>
                  <a:lnTo>
                    <a:pt x="52" y="5427"/>
                  </a:lnTo>
                  <a:lnTo>
                    <a:pt x="26" y="5607"/>
                  </a:lnTo>
                  <a:lnTo>
                    <a:pt x="1" y="5788"/>
                  </a:lnTo>
                  <a:lnTo>
                    <a:pt x="26" y="5968"/>
                  </a:lnTo>
                  <a:lnTo>
                    <a:pt x="258" y="8000"/>
                  </a:lnTo>
                  <a:lnTo>
                    <a:pt x="284" y="8103"/>
                  </a:lnTo>
                  <a:lnTo>
                    <a:pt x="335" y="8205"/>
                  </a:lnTo>
                  <a:lnTo>
                    <a:pt x="387" y="8283"/>
                  </a:lnTo>
                  <a:lnTo>
                    <a:pt x="464" y="8360"/>
                  </a:lnTo>
                  <a:lnTo>
                    <a:pt x="541" y="8437"/>
                  </a:lnTo>
                  <a:lnTo>
                    <a:pt x="644" y="8488"/>
                  </a:lnTo>
                  <a:lnTo>
                    <a:pt x="747" y="8514"/>
                  </a:lnTo>
                  <a:lnTo>
                    <a:pt x="850" y="8540"/>
                  </a:lnTo>
                  <a:lnTo>
                    <a:pt x="901" y="8823"/>
                  </a:lnTo>
                  <a:lnTo>
                    <a:pt x="978" y="9106"/>
                  </a:lnTo>
                  <a:lnTo>
                    <a:pt x="1081" y="9363"/>
                  </a:lnTo>
                  <a:lnTo>
                    <a:pt x="1235" y="9620"/>
                  </a:lnTo>
                  <a:lnTo>
                    <a:pt x="978" y="9774"/>
                  </a:lnTo>
                  <a:lnTo>
                    <a:pt x="721" y="9955"/>
                  </a:lnTo>
                  <a:lnTo>
                    <a:pt x="515" y="10160"/>
                  </a:lnTo>
                  <a:lnTo>
                    <a:pt x="335" y="10418"/>
                  </a:lnTo>
                  <a:lnTo>
                    <a:pt x="207" y="10675"/>
                  </a:lnTo>
                  <a:lnTo>
                    <a:pt x="104" y="10983"/>
                  </a:lnTo>
                  <a:lnTo>
                    <a:pt x="26" y="11292"/>
                  </a:lnTo>
                  <a:lnTo>
                    <a:pt x="1" y="11601"/>
                  </a:lnTo>
                  <a:lnTo>
                    <a:pt x="1" y="12758"/>
                  </a:lnTo>
                  <a:lnTo>
                    <a:pt x="26" y="12835"/>
                  </a:lnTo>
                  <a:lnTo>
                    <a:pt x="78" y="12913"/>
                  </a:lnTo>
                  <a:lnTo>
                    <a:pt x="129" y="12964"/>
                  </a:lnTo>
                  <a:lnTo>
                    <a:pt x="309" y="12964"/>
                  </a:lnTo>
                  <a:lnTo>
                    <a:pt x="387" y="12913"/>
                  </a:lnTo>
                  <a:lnTo>
                    <a:pt x="412" y="12835"/>
                  </a:lnTo>
                  <a:lnTo>
                    <a:pt x="438" y="12758"/>
                  </a:lnTo>
                  <a:lnTo>
                    <a:pt x="438" y="11601"/>
                  </a:lnTo>
                  <a:lnTo>
                    <a:pt x="438" y="11421"/>
                  </a:lnTo>
                  <a:lnTo>
                    <a:pt x="464" y="11241"/>
                  </a:lnTo>
                  <a:lnTo>
                    <a:pt x="515" y="11086"/>
                  </a:lnTo>
                  <a:lnTo>
                    <a:pt x="567" y="10906"/>
                  </a:lnTo>
                  <a:lnTo>
                    <a:pt x="644" y="10752"/>
                  </a:lnTo>
                  <a:lnTo>
                    <a:pt x="747" y="10623"/>
                  </a:lnTo>
                  <a:lnTo>
                    <a:pt x="850" y="10469"/>
                  </a:lnTo>
                  <a:lnTo>
                    <a:pt x="952" y="10340"/>
                  </a:lnTo>
                  <a:lnTo>
                    <a:pt x="2059" y="11832"/>
                  </a:lnTo>
                  <a:lnTo>
                    <a:pt x="2136" y="11884"/>
                  </a:lnTo>
                  <a:lnTo>
                    <a:pt x="2239" y="11909"/>
                  </a:lnTo>
                  <a:lnTo>
                    <a:pt x="2264" y="11909"/>
                  </a:lnTo>
                  <a:lnTo>
                    <a:pt x="1930" y="14456"/>
                  </a:lnTo>
                  <a:lnTo>
                    <a:pt x="438" y="14456"/>
                  </a:lnTo>
                  <a:lnTo>
                    <a:pt x="438" y="13633"/>
                  </a:lnTo>
                  <a:lnTo>
                    <a:pt x="412" y="13530"/>
                  </a:lnTo>
                  <a:lnTo>
                    <a:pt x="387" y="13478"/>
                  </a:lnTo>
                  <a:lnTo>
                    <a:pt x="309" y="13427"/>
                  </a:lnTo>
                  <a:lnTo>
                    <a:pt x="232" y="13401"/>
                  </a:lnTo>
                  <a:lnTo>
                    <a:pt x="129" y="13427"/>
                  </a:lnTo>
                  <a:lnTo>
                    <a:pt x="78" y="13478"/>
                  </a:lnTo>
                  <a:lnTo>
                    <a:pt x="26" y="13530"/>
                  </a:lnTo>
                  <a:lnTo>
                    <a:pt x="1" y="13633"/>
                  </a:lnTo>
                  <a:lnTo>
                    <a:pt x="1" y="14687"/>
                  </a:lnTo>
                  <a:lnTo>
                    <a:pt x="26" y="14765"/>
                  </a:lnTo>
                  <a:lnTo>
                    <a:pt x="78" y="14842"/>
                  </a:lnTo>
                  <a:lnTo>
                    <a:pt x="129" y="14893"/>
                  </a:lnTo>
                  <a:lnTo>
                    <a:pt x="5711" y="14893"/>
                  </a:lnTo>
                  <a:lnTo>
                    <a:pt x="5788" y="14842"/>
                  </a:lnTo>
                  <a:lnTo>
                    <a:pt x="5814" y="14765"/>
                  </a:lnTo>
                  <a:lnTo>
                    <a:pt x="5840" y="14687"/>
                  </a:lnTo>
                  <a:lnTo>
                    <a:pt x="5840" y="11601"/>
                  </a:lnTo>
                  <a:lnTo>
                    <a:pt x="5840" y="11369"/>
                  </a:lnTo>
                  <a:lnTo>
                    <a:pt x="5814" y="11163"/>
                  </a:lnTo>
                  <a:lnTo>
                    <a:pt x="5763" y="10958"/>
                  </a:lnTo>
                  <a:lnTo>
                    <a:pt x="5685" y="10778"/>
                  </a:lnTo>
                  <a:lnTo>
                    <a:pt x="5608" y="10598"/>
                  </a:lnTo>
                  <a:lnTo>
                    <a:pt x="5505" y="10418"/>
                  </a:lnTo>
                  <a:lnTo>
                    <a:pt x="5377" y="10237"/>
                  </a:lnTo>
                  <a:lnTo>
                    <a:pt x="5248" y="10083"/>
                  </a:lnTo>
                  <a:lnTo>
                    <a:pt x="12476" y="10083"/>
                  </a:lnTo>
                  <a:lnTo>
                    <a:pt x="12579" y="10057"/>
                  </a:lnTo>
                  <a:lnTo>
                    <a:pt x="12630" y="10006"/>
                  </a:lnTo>
                  <a:lnTo>
                    <a:pt x="12682" y="9955"/>
                  </a:lnTo>
                  <a:lnTo>
                    <a:pt x="12708" y="9852"/>
                  </a:lnTo>
                  <a:lnTo>
                    <a:pt x="12682" y="9774"/>
                  </a:lnTo>
                  <a:lnTo>
                    <a:pt x="12630" y="9697"/>
                  </a:lnTo>
                  <a:lnTo>
                    <a:pt x="12579" y="9672"/>
                  </a:lnTo>
                  <a:lnTo>
                    <a:pt x="12476" y="9646"/>
                  </a:lnTo>
                  <a:lnTo>
                    <a:pt x="4682" y="9646"/>
                  </a:lnTo>
                  <a:lnTo>
                    <a:pt x="4605" y="9620"/>
                  </a:lnTo>
                  <a:lnTo>
                    <a:pt x="4708" y="9440"/>
                  </a:lnTo>
                  <a:lnTo>
                    <a:pt x="4811" y="9286"/>
                  </a:lnTo>
                  <a:lnTo>
                    <a:pt x="14457" y="9286"/>
                  </a:lnTo>
                  <a:lnTo>
                    <a:pt x="14457" y="9646"/>
                  </a:lnTo>
                  <a:lnTo>
                    <a:pt x="13351" y="9646"/>
                  </a:lnTo>
                  <a:lnTo>
                    <a:pt x="13274" y="9672"/>
                  </a:lnTo>
                  <a:lnTo>
                    <a:pt x="13196" y="9697"/>
                  </a:lnTo>
                  <a:lnTo>
                    <a:pt x="13145" y="9774"/>
                  </a:lnTo>
                  <a:lnTo>
                    <a:pt x="13145" y="9852"/>
                  </a:lnTo>
                  <a:lnTo>
                    <a:pt x="13145" y="9955"/>
                  </a:lnTo>
                  <a:lnTo>
                    <a:pt x="13196" y="10006"/>
                  </a:lnTo>
                  <a:lnTo>
                    <a:pt x="13274" y="10057"/>
                  </a:lnTo>
                  <a:lnTo>
                    <a:pt x="13351" y="10083"/>
                  </a:lnTo>
                  <a:lnTo>
                    <a:pt x="14560" y="10083"/>
                  </a:lnTo>
                  <a:lnTo>
                    <a:pt x="14637" y="10057"/>
                  </a:lnTo>
                  <a:lnTo>
                    <a:pt x="14714" y="10006"/>
                  </a:lnTo>
                  <a:lnTo>
                    <a:pt x="14765" y="9955"/>
                  </a:lnTo>
                  <a:lnTo>
                    <a:pt x="14843" y="9903"/>
                  </a:lnTo>
                  <a:lnTo>
                    <a:pt x="14868" y="9826"/>
                  </a:lnTo>
                  <a:lnTo>
                    <a:pt x="14894" y="9749"/>
                  </a:lnTo>
                  <a:lnTo>
                    <a:pt x="14894" y="9646"/>
                  </a:lnTo>
                  <a:lnTo>
                    <a:pt x="14894" y="9286"/>
                  </a:lnTo>
                  <a:lnTo>
                    <a:pt x="14894" y="9183"/>
                  </a:lnTo>
                  <a:lnTo>
                    <a:pt x="14868" y="9106"/>
                  </a:lnTo>
                  <a:lnTo>
                    <a:pt x="14843" y="9029"/>
                  </a:lnTo>
                  <a:lnTo>
                    <a:pt x="14765" y="8977"/>
                  </a:lnTo>
                  <a:lnTo>
                    <a:pt x="14714" y="8926"/>
                  </a:lnTo>
                  <a:lnTo>
                    <a:pt x="14637" y="8874"/>
                  </a:lnTo>
                  <a:lnTo>
                    <a:pt x="14560" y="8848"/>
                  </a:lnTo>
                  <a:lnTo>
                    <a:pt x="14097" y="8848"/>
                  </a:lnTo>
                  <a:lnTo>
                    <a:pt x="14097" y="1235"/>
                  </a:lnTo>
                  <a:lnTo>
                    <a:pt x="14560" y="1235"/>
                  </a:lnTo>
                  <a:lnTo>
                    <a:pt x="14637" y="1209"/>
                  </a:lnTo>
                  <a:lnTo>
                    <a:pt x="14714" y="1158"/>
                  </a:lnTo>
                  <a:lnTo>
                    <a:pt x="14765" y="1106"/>
                  </a:lnTo>
                  <a:lnTo>
                    <a:pt x="14843" y="1055"/>
                  </a:lnTo>
                  <a:lnTo>
                    <a:pt x="14868" y="977"/>
                  </a:lnTo>
                  <a:lnTo>
                    <a:pt x="14894" y="900"/>
                  </a:lnTo>
                  <a:lnTo>
                    <a:pt x="14894" y="797"/>
                  </a:lnTo>
                  <a:lnTo>
                    <a:pt x="14894" y="437"/>
                  </a:lnTo>
                  <a:lnTo>
                    <a:pt x="14894" y="334"/>
                  </a:lnTo>
                  <a:lnTo>
                    <a:pt x="14868" y="257"/>
                  </a:lnTo>
                  <a:lnTo>
                    <a:pt x="14843" y="180"/>
                  </a:lnTo>
                  <a:lnTo>
                    <a:pt x="14765" y="129"/>
                  </a:lnTo>
                  <a:lnTo>
                    <a:pt x="14714" y="77"/>
                  </a:lnTo>
                  <a:lnTo>
                    <a:pt x="14637" y="26"/>
                  </a:lnTo>
                  <a:lnTo>
                    <a:pt x="14560" y="0"/>
                  </a:lnTo>
                  <a:lnTo>
                    <a:pt x="6483" y="0"/>
                  </a:lnTo>
                  <a:lnTo>
                    <a:pt x="6406" y="26"/>
                  </a:lnTo>
                  <a:lnTo>
                    <a:pt x="6328" y="77"/>
                  </a:lnTo>
                  <a:lnTo>
                    <a:pt x="6277" y="129"/>
                  </a:lnTo>
                  <a:lnTo>
                    <a:pt x="6277" y="232"/>
                  </a:lnTo>
                  <a:lnTo>
                    <a:pt x="6277" y="309"/>
                  </a:lnTo>
                  <a:lnTo>
                    <a:pt x="6328" y="386"/>
                  </a:lnTo>
                  <a:lnTo>
                    <a:pt x="6406" y="412"/>
                  </a:lnTo>
                  <a:lnTo>
                    <a:pt x="6483" y="437"/>
                  </a:lnTo>
                  <a:lnTo>
                    <a:pt x="14457" y="437"/>
                  </a:lnTo>
                  <a:lnTo>
                    <a:pt x="14457" y="797"/>
                  </a:lnTo>
                  <a:lnTo>
                    <a:pt x="3808" y="797"/>
                  </a:lnTo>
                  <a:lnTo>
                    <a:pt x="3808" y="437"/>
                  </a:lnTo>
                  <a:lnTo>
                    <a:pt x="5608" y="437"/>
                  </a:lnTo>
                  <a:lnTo>
                    <a:pt x="5685" y="412"/>
                  </a:lnTo>
                  <a:lnTo>
                    <a:pt x="5763" y="386"/>
                  </a:lnTo>
                  <a:lnTo>
                    <a:pt x="5814" y="309"/>
                  </a:lnTo>
                  <a:lnTo>
                    <a:pt x="5840" y="232"/>
                  </a:lnTo>
                  <a:lnTo>
                    <a:pt x="5814" y="129"/>
                  </a:lnTo>
                  <a:lnTo>
                    <a:pt x="5763" y="77"/>
                  </a:lnTo>
                  <a:lnTo>
                    <a:pt x="5685" y="26"/>
                  </a:lnTo>
                  <a:lnTo>
                    <a:pt x="5608"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 name="Google Shape;2653;p54">
            <a:extLst>
              <a:ext uri="{FF2B5EF4-FFF2-40B4-BE49-F238E27FC236}">
                <a16:creationId xmlns:a16="http://schemas.microsoft.com/office/drawing/2014/main" id="{8F00D40B-767B-2936-23C3-FBA4541D1D6D}"/>
              </a:ext>
            </a:extLst>
          </p:cNvPr>
          <p:cNvGrpSpPr/>
          <p:nvPr/>
        </p:nvGrpSpPr>
        <p:grpSpPr>
          <a:xfrm>
            <a:off x="4427166" y="2636680"/>
            <a:ext cx="342775" cy="372350"/>
            <a:chOff x="2943475" y="4477025"/>
            <a:chExt cx="342775" cy="372350"/>
          </a:xfrm>
        </p:grpSpPr>
        <p:sp>
          <p:nvSpPr>
            <p:cNvPr id="132" name="Google Shape;2654;p54">
              <a:extLst>
                <a:ext uri="{FF2B5EF4-FFF2-40B4-BE49-F238E27FC236}">
                  <a16:creationId xmlns:a16="http://schemas.microsoft.com/office/drawing/2014/main" id="{F4A4B37D-0394-55E6-6573-C36EF34245BF}"/>
                </a:ext>
              </a:extLst>
            </p:cNvPr>
            <p:cNvSpPr/>
            <p:nvPr/>
          </p:nvSpPr>
          <p:spPr>
            <a:xfrm>
              <a:off x="2970475" y="4797250"/>
              <a:ext cx="51475" cy="46975"/>
            </a:xfrm>
            <a:custGeom>
              <a:avLst/>
              <a:gdLst/>
              <a:ahLst/>
              <a:cxnLst/>
              <a:rect l="l" t="t" r="r" b="b"/>
              <a:pathLst>
                <a:path w="2059" h="1879" extrusionOk="0">
                  <a:moveTo>
                    <a:pt x="1338" y="1"/>
                  </a:moveTo>
                  <a:lnTo>
                    <a:pt x="0" y="1364"/>
                  </a:lnTo>
                  <a:lnTo>
                    <a:pt x="309" y="1673"/>
                  </a:lnTo>
                  <a:lnTo>
                    <a:pt x="412" y="1750"/>
                  </a:lnTo>
                  <a:lnTo>
                    <a:pt x="541" y="1827"/>
                  </a:lnTo>
                  <a:lnTo>
                    <a:pt x="643" y="1853"/>
                  </a:lnTo>
                  <a:lnTo>
                    <a:pt x="772" y="1878"/>
                  </a:lnTo>
                  <a:lnTo>
                    <a:pt x="901" y="1853"/>
                  </a:lnTo>
                  <a:lnTo>
                    <a:pt x="1029" y="1827"/>
                  </a:lnTo>
                  <a:lnTo>
                    <a:pt x="1132" y="1750"/>
                  </a:lnTo>
                  <a:lnTo>
                    <a:pt x="1235" y="1673"/>
                  </a:lnTo>
                  <a:lnTo>
                    <a:pt x="2007" y="901"/>
                  </a:lnTo>
                  <a:lnTo>
                    <a:pt x="2058" y="824"/>
                  </a:lnTo>
                  <a:lnTo>
                    <a:pt x="2058" y="772"/>
                  </a:lnTo>
                  <a:lnTo>
                    <a:pt x="2058" y="721"/>
                  </a:lnTo>
                  <a:lnTo>
                    <a:pt x="2007" y="670"/>
                  </a:lnTo>
                  <a:lnTo>
                    <a:pt x="1338"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2655;p54">
              <a:extLst>
                <a:ext uri="{FF2B5EF4-FFF2-40B4-BE49-F238E27FC236}">
                  <a16:creationId xmlns:a16="http://schemas.microsoft.com/office/drawing/2014/main" id="{12A27787-350F-8FFF-0C3F-22C4C9BCC6C6}"/>
                </a:ext>
              </a:extLst>
            </p:cNvPr>
            <p:cNvSpPr/>
            <p:nvPr/>
          </p:nvSpPr>
          <p:spPr>
            <a:xfrm>
              <a:off x="3003900" y="4703375"/>
              <a:ext cx="277200" cy="19950"/>
            </a:xfrm>
            <a:custGeom>
              <a:avLst/>
              <a:gdLst/>
              <a:ahLst/>
              <a:cxnLst/>
              <a:rect l="l" t="t" r="r" b="b"/>
              <a:pathLst>
                <a:path w="11088" h="798" extrusionOk="0">
                  <a:moveTo>
                    <a:pt x="207" y="0"/>
                  </a:moveTo>
                  <a:lnTo>
                    <a:pt x="130" y="26"/>
                  </a:lnTo>
                  <a:lnTo>
                    <a:pt x="52" y="77"/>
                  </a:lnTo>
                  <a:lnTo>
                    <a:pt x="1" y="129"/>
                  </a:lnTo>
                  <a:lnTo>
                    <a:pt x="1" y="232"/>
                  </a:lnTo>
                  <a:lnTo>
                    <a:pt x="1" y="592"/>
                  </a:lnTo>
                  <a:lnTo>
                    <a:pt x="1" y="669"/>
                  </a:lnTo>
                  <a:lnTo>
                    <a:pt x="52" y="746"/>
                  </a:lnTo>
                  <a:lnTo>
                    <a:pt x="130" y="798"/>
                  </a:lnTo>
                  <a:lnTo>
                    <a:pt x="10959" y="798"/>
                  </a:lnTo>
                  <a:lnTo>
                    <a:pt x="11010" y="746"/>
                  </a:lnTo>
                  <a:lnTo>
                    <a:pt x="11062" y="669"/>
                  </a:lnTo>
                  <a:lnTo>
                    <a:pt x="11087" y="592"/>
                  </a:lnTo>
                  <a:lnTo>
                    <a:pt x="11087" y="232"/>
                  </a:lnTo>
                  <a:lnTo>
                    <a:pt x="11062" y="129"/>
                  </a:lnTo>
                  <a:lnTo>
                    <a:pt x="11010" y="77"/>
                  </a:lnTo>
                  <a:lnTo>
                    <a:pt x="10959" y="26"/>
                  </a:lnTo>
                  <a:lnTo>
                    <a:pt x="1085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2656;p54">
              <a:extLst>
                <a:ext uri="{FF2B5EF4-FFF2-40B4-BE49-F238E27FC236}">
                  <a16:creationId xmlns:a16="http://schemas.microsoft.com/office/drawing/2014/main" id="{311DDDEF-BA10-6A2C-5914-1CDC1B2BA2B9}"/>
                </a:ext>
              </a:extLst>
            </p:cNvPr>
            <p:cNvSpPr/>
            <p:nvPr/>
          </p:nvSpPr>
          <p:spPr>
            <a:xfrm>
              <a:off x="3261775" y="4703375"/>
              <a:ext cx="19325" cy="19950"/>
            </a:xfrm>
            <a:custGeom>
              <a:avLst/>
              <a:gdLst/>
              <a:ahLst/>
              <a:cxnLst/>
              <a:rect l="l" t="t" r="r" b="b"/>
              <a:pathLst>
                <a:path w="773" h="798" extrusionOk="0">
                  <a:moveTo>
                    <a:pt x="1" y="0"/>
                  </a:moveTo>
                  <a:lnTo>
                    <a:pt x="78" y="26"/>
                  </a:lnTo>
                  <a:lnTo>
                    <a:pt x="155" y="77"/>
                  </a:lnTo>
                  <a:lnTo>
                    <a:pt x="206" y="129"/>
                  </a:lnTo>
                  <a:lnTo>
                    <a:pt x="206" y="232"/>
                  </a:lnTo>
                  <a:lnTo>
                    <a:pt x="206" y="592"/>
                  </a:lnTo>
                  <a:lnTo>
                    <a:pt x="206" y="669"/>
                  </a:lnTo>
                  <a:lnTo>
                    <a:pt x="155" y="746"/>
                  </a:lnTo>
                  <a:lnTo>
                    <a:pt x="78" y="798"/>
                  </a:lnTo>
                  <a:lnTo>
                    <a:pt x="644" y="798"/>
                  </a:lnTo>
                  <a:lnTo>
                    <a:pt x="695" y="746"/>
                  </a:lnTo>
                  <a:lnTo>
                    <a:pt x="747" y="669"/>
                  </a:lnTo>
                  <a:lnTo>
                    <a:pt x="772" y="592"/>
                  </a:lnTo>
                  <a:lnTo>
                    <a:pt x="772" y="232"/>
                  </a:lnTo>
                  <a:lnTo>
                    <a:pt x="747" y="129"/>
                  </a:lnTo>
                  <a:lnTo>
                    <a:pt x="695" y="77"/>
                  </a:lnTo>
                  <a:lnTo>
                    <a:pt x="644" y="26"/>
                  </a:lnTo>
                  <a:lnTo>
                    <a:pt x="541"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657;p54">
              <a:extLst>
                <a:ext uri="{FF2B5EF4-FFF2-40B4-BE49-F238E27FC236}">
                  <a16:creationId xmlns:a16="http://schemas.microsoft.com/office/drawing/2014/main" id="{DA126F56-53E2-9218-9AA5-F5D15566386B}"/>
                </a:ext>
              </a:extLst>
            </p:cNvPr>
            <p:cNvSpPr/>
            <p:nvPr/>
          </p:nvSpPr>
          <p:spPr>
            <a:xfrm>
              <a:off x="3023850" y="4502100"/>
              <a:ext cx="236675" cy="201300"/>
            </a:xfrm>
            <a:custGeom>
              <a:avLst/>
              <a:gdLst/>
              <a:ahLst/>
              <a:cxnLst/>
              <a:rect l="l" t="t" r="r" b="b"/>
              <a:pathLst>
                <a:path w="9467" h="8052" extrusionOk="0">
                  <a:moveTo>
                    <a:pt x="0" y="0"/>
                  </a:moveTo>
                  <a:lnTo>
                    <a:pt x="0" y="8051"/>
                  </a:lnTo>
                  <a:lnTo>
                    <a:pt x="9466" y="8051"/>
                  </a:lnTo>
                  <a:lnTo>
                    <a:pt x="9466" y="0"/>
                  </a:lnTo>
                  <a:close/>
                </a:path>
              </a:pathLst>
            </a:custGeom>
            <a:solidFill>
              <a:srgbClr val="F9F6F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658;p54">
              <a:extLst>
                <a:ext uri="{FF2B5EF4-FFF2-40B4-BE49-F238E27FC236}">
                  <a16:creationId xmlns:a16="http://schemas.microsoft.com/office/drawing/2014/main" id="{2FFFB925-8C52-3F5C-04D4-3A39FF871E1D}"/>
                </a:ext>
              </a:extLst>
            </p:cNvPr>
            <p:cNvSpPr/>
            <p:nvPr/>
          </p:nvSpPr>
          <p:spPr>
            <a:xfrm>
              <a:off x="3023850" y="4502100"/>
              <a:ext cx="236675" cy="12225"/>
            </a:xfrm>
            <a:custGeom>
              <a:avLst/>
              <a:gdLst/>
              <a:ahLst/>
              <a:cxnLst/>
              <a:rect l="l" t="t" r="r" b="b"/>
              <a:pathLst>
                <a:path w="9467" h="489" extrusionOk="0">
                  <a:moveTo>
                    <a:pt x="0" y="0"/>
                  </a:moveTo>
                  <a:lnTo>
                    <a:pt x="0" y="489"/>
                  </a:lnTo>
                  <a:lnTo>
                    <a:pt x="9466" y="489"/>
                  </a:lnTo>
                  <a:lnTo>
                    <a:pt x="946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659;p54">
              <a:extLst>
                <a:ext uri="{FF2B5EF4-FFF2-40B4-BE49-F238E27FC236}">
                  <a16:creationId xmlns:a16="http://schemas.microsoft.com/office/drawing/2014/main" id="{A3E6DABF-E403-AD59-4A08-1BB96857403A}"/>
                </a:ext>
              </a:extLst>
            </p:cNvPr>
            <p:cNvSpPr/>
            <p:nvPr/>
          </p:nvSpPr>
          <p:spPr>
            <a:xfrm>
              <a:off x="3023850" y="4691150"/>
              <a:ext cx="236675" cy="12250"/>
            </a:xfrm>
            <a:custGeom>
              <a:avLst/>
              <a:gdLst/>
              <a:ahLst/>
              <a:cxnLst/>
              <a:rect l="l" t="t" r="r" b="b"/>
              <a:pathLst>
                <a:path w="9467" h="490" extrusionOk="0">
                  <a:moveTo>
                    <a:pt x="0" y="1"/>
                  </a:moveTo>
                  <a:lnTo>
                    <a:pt x="0" y="489"/>
                  </a:lnTo>
                  <a:lnTo>
                    <a:pt x="9466" y="489"/>
                  </a:lnTo>
                  <a:lnTo>
                    <a:pt x="946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660;p54">
              <a:extLst>
                <a:ext uri="{FF2B5EF4-FFF2-40B4-BE49-F238E27FC236}">
                  <a16:creationId xmlns:a16="http://schemas.microsoft.com/office/drawing/2014/main" id="{0607EFD5-9D12-ADD9-161B-B3AB9C71E893}"/>
                </a:ext>
              </a:extLst>
            </p:cNvPr>
            <p:cNvSpPr/>
            <p:nvPr/>
          </p:nvSpPr>
          <p:spPr>
            <a:xfrm>
              <a:off x="3003900" y="4482150"/>
              <a:ext cx="277200" cy="19975"/>
            </a:xfrm>
            <a:custGeom>
              <a:avLst/>
              <a:gdLst/>
              <a:ahLst/>
              <a:cxnLst/>
              <a:rect l="l" t="t" r="r" b="b"/>
              <a:pathLst>
                <a:path w="11088" h="799" extrusionOk="0">
                  <a:moveTo>
                    <a:pt x="207" y="1"/>
                  </a:moveTo>
                  <a:lnTo>
                    <a:pt x="130" y="27"/>
                  </a:lnTo>
                  <a:lnTo>
                    <a:pt x="52" y="78"/>
                  </a:lnTo>
                  <a:lnTo>
                    <a:pt x="1" y="129"/>
                  </a:lnTo>
                  <a:lnTo>
                    <a:pt x="1" y="232"/>
                  </a:lnTo>
                  <a:lnTo>
                    <a:pt x="1" y="592"/>
                  </a:lnTo>
                  <a:lnTo>
                    <a:pt x="1" y="670"/>
                  </a:lnTo>
                  <a:lnTo>
                    <a:pt x="52" y="747"/>
                  </a:lnTo>
                  <a:lnTo>
                    <a:pt x="130" y="798"/>
                  </a:lnTo>
                  <a:lnTo>
                    <a:pt x="10959" y="798"/>
                  </a:lnTo>
                  <a:lnTo>
                    <a:pt x="11010" y="747"/>
                  </a:lnTo>
                  <a:lnTo>
                    <a:pt x="11062" y="670"/>
                  </a:lnTo>
                  <a:lnTo>
                    <a:pt x="11087" y="592"/>
                  </a:lnTo>
                  <a:lnTo>
                    <a:pt x="11087" y="232"/>
                  </a:lnTo>
                  <a:lnTo>
                    <a:pt x="11062" y="129"/>
                  </a:lnTo>
                  <a:lnTo>
                    <a:pt x="11010" y="78"/>
                  </a:lnTo>
                  <a:lnTo>
                    <a:pt x="10959" y="27"/>
                  </a:lnTo>
                  <a:lnTo>
                    <a:pt x="10856"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661;p54">
              <a:extLst>
                <a:ext uri="{FF2B5EF4-FFF2-40B4-BE49-F238E27FC236}">
                  <a16:creationId xmlns:a16="http://schemas.microsoft.com/office/drawing/2014/main" id="{4AC403C5-0A5C-6955-D0CA-C83BDA76780F}"/>
                </a:ext>
              </a:extLst>
            </p:cNvPr>
            <p:cNvSpPr/>
            <p:nvPr/>
          </p:nvSpPr>
          <p:spPr>
            <a:xfrm>
              <a:off x="3261775" y="4482150"/>
              <a:ext cx="19325" cy="19975"/>
            </a:xfrm>
            <a:custGeom>
              <a:avLst/>
              <a:gdLst/>
              <a:ahLst/>
              <a:cxnLst/>
              <a:rect l="l" t="t" r="r" b="b"/>
              <a:pathLst>
                <a:path w="773" h="799" extrusionOk="0">
                  <a:moveTo>
                    <a:pt x="1" y="1"/>
                  </a:moveTo>
                  <a:lnTo>
                    <a:pt x="78" y="27"/>
                  </a:lnTo>
                  <a:lnTo>
                    <a:pt x="155" y="78"/>
                  </a:lnTo>
                  <a:lnTo>
                    <a:pt x="206" y="129"/>
                  </a:lnTo>
                  <a:lnTo>
                    <a:pt x="206" y="232"/>
                  </a:lnTo>
                  <a:lnTo>
                    <a:pt x="206" y="592"/>
                  </a:lnTo>
                  <a:lnTo>
                    <a:pt x="206" y="670"/>
                  </a:lnTo>
                  <a:lnTo>
                    <a:pt x="155" y="747"/>
                  </a:lnTo>
                  <a:lnTo>
                    <a:pt x="78" y="798"/>
                  </a:lnTo>
                  <a:lnTo>
                    <a:pt x="644" y="798"/>
                  </a:lnTo>
                  <a:lnTo>
                    <a:pt x="695" y="747"/>
                  </a:lnTo>
                  <a:lnTo>
                    <a:pt x="747" y="670"/>
                  </a:lnTo>
                  <a:lnTo>
                    <a:pt x="772" y="592"/>
                  </a:lnTo>
                  <a:lnTo>
                    <a:pt x="772" y="232"/>
                  </a:lnTo>
                  <a:lnTo>
                    <a:pt x="747" y="129"/>
                  </a:lnTo>
                  <a:lnTo>
                    <a:pt x="695" y="78"/>
                  </a:lnTo>
                  <a:lnTo>
                    <a:pt x="644" y="27"/>
                  </a:lnTo>
                  <a:lnTo>
                    <a:pt x="541"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662;p54">
              <a:extLst>
                <a:ext uri="{FF2B5EF4-FFF2-40B4-BE49-F238E27FC236}">
                  <a16:creationId xmlns:a16="http://schemas.microsoft.com/office/drawing/2014/main" id="{EDFD3EFC-7A4A-1070-F979-847062C4AE7D}"/>
                </a:ext>
              </a:extLst>
            </p:cNvPr>
            <p:cNvSpPr/>
            <p:nvPr/>
          </p:nvSpPr>
          <p:spPr>
            <a:xfrm>
              <a:off x="3054075" y="4543900"/>
              <a:ext cx="27675" cy="35375"/>
            </a:xfrm>
            <a:custGeom>
              <a:avLst/>
              <a:gdLst/>
              <a:ahLst/>
              <a:cxnLst/>
              <a:rect l="l" t="t" r="r" b="b"/>
              <a:pathLst>
                <a:path w="1107" h="1415" extrusionOk="0">
                  <a:moveTo>
                    <a:pt x="78" y="0"/>
                  </a:moveTo>
                  <a:lnTo>
                    <a:pt x="26" y="26"/>
                  </a:lnTo>
                  <a:lnTo>
                    <a:pt x="0" y="52"/>
                  </a:lnTo>
                  <a:lnTo>
                    <a:pt x="0" y="103"/>
                  </a:lnTo>
                  <a:lnTo>
                    <a:pt x="0" y="1312"/>
                  </a:lnTo>
                  <a:lnTo>
                    <a:pt x="0" y="1363"/>
                  </a:lnTo>
                  <a:lnTo>
                    <a:pt x="26" y="1389"/>
                  </a:lnTo>
                  <a:lnTo>
                    <a:pt x="78" y="1415"/>
                  </a:lnTo>
                  <a:lnTo>
                    <a:pt x="1029" y="1415"/>
                  </a:lnTo>
                  <a:lnTo>
                    <a:pt x="1081" y="1389"/>
                  </a:lnTo>
                  <a:lnTo>
                    <a:pt x="1081" y="1363"/>
                  </a:lnTo>
                  <a:lnTo>
                    <a:pt x="1106" y="1312"/>
                  </a:lnTo>
                  <a:lnTo>
                    <a:pt x="1106" y="103"/>
                  </a:lnTo>
                  <a:lnTo>
                    <a:pt x="1081" y="52"/>
                  </a:lnTo>
                  <a:lnTo>
                    <a:pt x="1081" y="26"/>
                  </a:lnTo>
                  <a:lnTo>
                    <a:pt x="1029"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2663;p54">
              <a:extLst>
                <a:ext uri="{FF2B5EF4-FFF2-40B4-BE49-F238E27FC236}">
                  <a16:creationId xmlns:a16="http://schemas.microsoft.com/office/drawing/2014/main" id="{57EFE6B3-D632-F7D5-8DE6-669EC17A82F7}"/>
                </a:ext>
              </a:extLst>
            </p:cNvPr>
            <p:cNvSpPr/>
            <p:nvPr/>
          </p:nvSpPr>
          <p:spPr>
            <a:xfrm>
              <a:off x="3068225" y="4543900"/>
              <a:ext cx="13525" cy="35375"/>
            </a:xfrm>
            <a:custGeom>
              <a:avLst/>
              <a:gdLst/>
              <a:ahLst/>
              <a:cxnLst/>
              <a:rect l="l" t="t" r="r" b="b"/>
              <a:pathLst>
                <a:path w="541" h="1415" extrusionOk="0">
                  <a:moveTo>
                    <a:pt x="0" y="0"/>
                  </a:moveTo>
                  <a:lnTo>
                    <a:pt x="52" y="26"/>
                  </a:lnTo>
                  <a:lnTo>
                    <a:pt x="77" y="52"/>
                  </a:lnTo>
                  <a:lnTo>
                    <a:pt x="77" y="103"/>
                  </a:lnTo>
                  <a:lnTo>
                    <a:pt x="77" y="1312"/>
                  </a:lnTo>
                  <a:lnTo>
                    <a:pt x="77" y="1363"/>
                  </a:lnTo>
                  <a:lnTo>
                    <a:pt x="52" y="1389"/>
                  </a:lnTo>
                  <a:lnTo>
                    <a:pt x="0" y="1415"/>
                  </a:lnTo>
                  <a:lnTo>
                    <a:pt x="463" y="1415"/>
                  </a:lnTo>
                  <a:lnTo>
                    <a:pt x="515" y="1389"/>
                  </a:lnTo>
                  <a:lnTo>
                    <a:pt x="515" y="1363"/>
                  </a:lnTo>
                  <a:lnTo>
                    <a:pt x="540" y="1312"/>
                  </a:lnTo>
                  <a:lnTo>
                    <a:pt x="540" y="103"/>
                  </a:lnTo>
                  <a:lnTo>
                    <a:pt x="515" y="52"/>
                  </a:lnTo>
                  <a:lnTo>
                    <a:pt x="515" y="26"/>
                  </a:lnTo>
                  <a:lnTo>
                    <a:pt x="463"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2664;p54">
              <a:extLst>
                <a:ext uri="{FF2B5EF4-FFF2-40B4-BE49-F238E27FC236}">
                  <a16:creationId xmlns:a16="http://schemas.microsoft.com/office/drawing/2014/main" id="{951587F6-E73A-320C-E432-AEAD3B0D4B5D}"/>
                </a:ext>
              </a:extLst>
            </p:cNvPr>
            <p:cNvSpPr/>
            <p:nvPr/>
          </p:nvSpPr>
          <p:spPr>
            <a:xfrm>
              <a:off x="3102300" y="4536175"/>
              <a:ext cx="27675" cy="43100"/>
            </a:xfrm>
            <a:custGeom>
              <a:avLst/>
              <a:gdLst/>
              <a:ahLst/>
              <a:cxnLst/>
              <a:rect l="l" t="t" r="r" b="b"/>
              <a:pathLst>
                <a:path w="1107" h="1724" extrusionOk="0">
                  <a:moveTo>
                    <a:pt x="103" y="1"/>
                  </a:moveTo>
                  <a:lnTo>
                    <a:pt x="78" y="26"/>
                  </a:lnTo>
                  <a:lnTo>
                    <a:pt x="26" y="26"/>
                  </a:lnTo>
                  <a:lnTo>
                    <a:pt x="26" y="78"/>
                  </a:lnTo>
                  <a:lnTo>
                    <a:pt x="1" y="103"/>
                  </a:lnTo>
                  <a:lnTo>
                    <a:pt x="1" y="1621"/>
                  </a:lnTo>
                  <a:lnTo>
                    <a:pt x="26" y="1672"/>
                  </a:lnTo>
                  <a:lnTo>
                    <a:pt x="26" y="1698"/>
                  </a:lnTo>
                  <a:lnTo>
                    <a:pt x="78" y="1724"/>
                  </a:lnTo>
                  <a:lnTo>
                    <a:pt x="1029" y="1724"/>
                  </a:lnTo>
                  <a:lnTo>
                    <a:pt x="1081" y="1698"/>
                  </a:lnTo>
                  <a:lnTo>
                    <a:pt x="1107" y="1672"/>
                  </a:lnTo>
                  <a:lnTo>
                    <a:pt x="1107" y="1621"/>
                  </a:lnTo>
                  <a:lnTo>
                    <a:pt x="1107" y="103"/>
                  </a:lnTo>
                  <a:lnTo>
                    <a:pt x="1107" y="78"/>
                  </a:lnTo>
                  <a:lnTo>
                    <a:pt x="1081" y="26"/>
                  </a:lnTo>
                  <a:lnTo>
                    <a:pt x="1029" y="26"/>
                  </a:lnTo>
                  <a:lnTo>
                    <a:pt x="1004"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 name="Google Shape;2665;p54">
              <a:extLst>
                <a:ext uri="{FF2B5EF4-FFF2-40B4-BE49-F238E27FC236}">
                  <a16:creationId xmlns:a16="http://schemas.microsoft.com/office/drawing/2014/main" id="{B34D3AAA-64FF-BF5B-E3E9-076E55A126B4}"/>
                </a:ext>
              </a:extLst>
            </p:cNvPr>
            <p:cNvSpPr/>
            <p:nvPr/>
          </p:nvSpPr>
          <p:spPr>
            <a:xfrm>
              <a:off x="3116450" y="4536175"/>
              <a:ext cx="13525" cy="43100"/>
            </a:xfrm>
            <a:custGeom>
              <a:avLst/>
              <a:gdLst/>
              <a:ahLst/>
              <a:cxnLst/>
              <a:rect l="l" t="t" r="r" b="b"/>
              <a:pathLst>
                <a:path w="541" h="1724" extrusionOk="0">
                  <a:moveTo>
                    <a:pt x="0" y="1"/>
                  </a:moveTo>
                  <a:lnTo>
                    <a:pt x="52" y="26"/>
                  </a:lnTo>
                  <a:lnTo>
                    <a:pt x="78" y="26"/>
                  </a:lnTo>
                  <a:lnTo>
                    <a:pt x="103" y="78"/>
                  </a:lnTo>
                  <a:lnTo>
                    <a:pt x="129" y="103"/>
                  </a:lnTo>
                  <a:lnTo>
                    <a:pt x="129" y="1621"/>
                  </a:lnTo>
                  <a:lnTo>
                    <a:pt x="103" y="1672"/>
                  </a:lnTo>
                  <a:lnTo>
                    <a:pt x="78" y="1698"/>
                  </a:lnTo>
                  <a:lnTo>
                    <a:pt x="52" y="1724"/>
                  </a:lnTo>
                  <a:lnTo>
                    <a:pt x="463" y="1724"/>
                  </a:lnTo>
                  <a:lnTo>
                    <a:pt x="515" y="1698"/>
                  </a:lnTo>
                  <a:lnTo>
                    <a:pt x="541" y="1672"/>
                  </a:lnTo>
                  <a:lnTo>
                    <a:pt x="541" y="1621"/>
                  </a:lnTo>
                  <a:lnTo>
                    <a:pt x="541" y="103"/>
                  </a:lnTo>
                  <a:lnTo>
                    <a:pt x="541" y="78"/>
                  </a:lnTo>
                  <a:lnTo>
                    <a:pt x="515" y="26"/>
                  </a:lnTo>
                  <a:lnTo>
                    <a:pt x="463" y="26"/>
                  </a:lnTo>
                  <a:lnTo>
                    <a:pt x="438"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 name="Google Shape;2666;p54">
              <a:extLst>
                <a:ext uri="{FF2B5EF4-FFF2-40B4-BE49-F238E27FC236}">
                  <a16:creationId xmlns:a16="http://schemas.microsoft.com/office/drawing/2014/main" id="{BE1EA700-F3DE-C5CD-E57F-34F5E59EE985}"/>
                </a:ext>
              </a:extLst>
            </p:cNvPr>
            <p:cNvSpPr/>
            <p:nvPr/>
          </p:nvSpPr>
          <p:spPr>
            <a:xfrm>
              <a:off x="3150525" y="4522025"/>
              <a:ext cx="27675" cy="57250"/>
            </a:xfrm>
            <a:custGeom>
              <a:avLst/>
              <a:gdLst/>
              <a:ahLst/>
              <a:cxnLst/>
              <a:rect l="l" t="t" r="r" b="b"/>
              <a:pathLst>
                <a:path w="1107" h="2290" extrusionOk="0">
                  <a:moveTo>
                    <a:pt x="78" y="1"/>
                  </a:moveTo>
                  <a:lnTo>
                    <a:pt x="52" y="26"/>
                  </a:lnTo>
                  <a:lnTo>
                    <a:pt x="26" y="52"/>
                  </a:lnTo>
                  <a:lnTo>
                    <a:pt x="1" y="104"/>
                  </a:lnTo>
                  <a:lnTo>
                    <a:pt x="1" y="2187"/>
                  </a:lnTo>
                  <a:lnTo>
                    <a:pt x="26" y="2238"/>
                  </a:lnTo>
                  <a:lnTo>
                    <a:pt x="52" y="2264"/>
                  </a:lnTo>
                  <a:lnTo>
                    <a:pt x="78" y="2290"/>
                  </a:lnTo>
                  <a:lnTo>
                    <a:pt x="1055" y="2290"/>
                  </a:lnTo>
                  <a:lnTo>
                    <a:pt x="1081" y="2264"/>
                  </a:lnTo>
                  <a:lnTo>
                    <a:pt x="1107" y="2238"/>
                  </a:lnTo>
                  <a:lnTo>
                    <a:pt x="1107" y="2187"/>
                  </a:lnTo>
                  <a:lnTo>
                    <a:pt x="1107" y="104"/>
                  </a:lnTo>
                  <a:lnTo>
                    <a:pt x="1107" y="52"/>
                  </a:lnTo>
                  <a:lnTo>
                    <a:pt x="1081" y="26"/>
                  </a:lnTo>
                  <a:lnTo>
                    <a:pt x="1055"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2667;p54">
              <a:extLst>
                <a:ext uri="{FF2B5EF4-FFF2-40B4-BE49-F238E27FC236}">
                  <a16:creationId xmlns:a16="http://schemas.microsoft.com/office/drawing/2014/main" id="{6981D501-2F5F-D54C-7CD5-948C655AFBDC}"/>
                </a:ext>
              </a:extLst>
            </p:cNvPr>
            <p:cNvSpPr/>
            <p:nvPr/>
          </p:nvSpPr>
          <p:spPr>
            <a:xfrm>
              <a:off x="3165325" y="4522025"/>
              <a:ext cx="12875" cy="57250"/>
            </a:xfrm>
            <a:custGeom>
              <a:avLst/>
              <a:gdLst/>
              <a:ahLst/>
              <a:cxnLst/>
              <a:rect l="l" t="t" r="r" b="b"/>
              <a:pathLst>
                <a:path w="515" h="2290" extrusionOk="0">
                  <a:moveTo>
                    <a:pt x="0" y="1"/>
                  </a:moveTo>
                  <a:lnTo>
                    <a:pt x="52" y="26"/>
                  </a:lnTo>
                  <a:lnTo>
                    <a:pt x="77" y="52"/>
                  </a:lnTo>
                  <a:lnTo>
                    <a:pt x="77" y="104"/>
                  </a:lnTo>
                  <a:lnTo>
                    <a:pt x="77" y="2187"/>
                  </a:lnTo>
                  <a:lnTo>
                    <a:pt x="77" y="2238"/>
                  </a:lnTo>
                  <a:lnTo>
                    <a:pt x="52" y="2264"/>
                  </a:lnTo>
                  <a:lnTo>
                    <a:pt x="0" y="2290"/>
                  </a:lnTo>
                  <a:lnTo>
                    <a:pt x="463" y="2290"/>
                  </a:lnTo>
                  <a:lnTo>
                    <a:pt x="489" y="2264"/>
                  </a:lnTo>
                  <a:lnTo>
                    <a:pt x="515" y="2238"/>
                  </a:lnTo>
                  <a:lnTo>
                    <a:pt x="515" y="2187"/>
                  </a:lnTo>
                  <a:lnTo>
                    <a:pt x="515" y="104"/>
                  </a:lnTo>
                  <a:lnTo>
                    <a:pt x="515" y="52"/>
                  </a:lnTo>
                  <a:lnTo>
                    <a:pt x="489" y="26"/>
                  </a:lnTo>
                  <a:lnTo>
                    <a:pt x="463"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2668;p54">
              <a:extLst>
                <a:ext uri="{FF2B5EF4-FFF2-40B4-BE49-F238E27FC236}">
                  <a16:creationId xmlns:a16="http://schemas.microsoft.com/office/drawing/2014/main" id="{074E6B3C-C3CB-A5CE-854A-FFA52B4802E1}"/>
                </a:ext>
              </a:extLst>
            </p:cNvPr>
            <p:cNvSpPr/>
            <p:nvPr/>
          </p:nvSpPr>
          <p:spPr>
            <a:xfrm>
              <a:off x="3156950" y="4607550"/>
              <a:ext cx="41200" cy="50200"/>
            </a:xfrm>
            <a:custGeom>
              <a:avLst/>
              <a:gdLst/>
              <a:ahLst/>
              <a:cxnLst/>
              <a:rect l="l" t="t" r="r" b="b"/>
              <a:pathLst>
                <a:path w="1648" h="2008" extrusionOk="0">
                  <a:moveTo>
                    <a:pt x="1338" y="1"/>
                  </a:moveTo>
                  <a:lnTo>
                    <a:pt x="1158" y="26"/>
                  </a:lnTo>
                  <a:lnTo>
                    <a:pt x="978" y="104"/>
                  </a:lnTo>
                  <a:lnTo>
                    <a:pt x="798" y="181"/>
                  </a:lnTo>
                  <a:lnTo>
                    <a:pt x="644" y="258"/>
                  </a:lnTo>
                  <a:lnTo>
                    <a:pt x="515" y="387"/>
                  </a:lnTo>
                  <a:lnTo>
                    <a:pt x="361" y="515"/>
                  </a:lnTo>
                  <a:lnTo>
                    <a:pt x="258" y="669"/>
                  </a:lnTo>
                  <a:lnTo>
                    <a:pt x="155" y="850"/>
                  </a:lnTo>
                  <a:lnTo>
                    <a:pt x="52" y="1132"/>
                  </a:lnTo>
                  <a:lnTo>
                    <a:pt x="1" y="1441"/>
                  </a:lnTo>
                  <a:lnTo>
                    <a:pt x="1" y="1724"/>
                  </a:lnTo>
                  <a:lnTo>
                    <a:pt x="78" y="2007"/>
                  </a:lnTo>
                  <a:lnTo>
                    <a:pt x="1647" y="1518"/>
                  </a:lnTo>
                  <a:lnTo>
                    <a:pt x="1338"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2669;p54">
              <a:extLst>
                <a:ext uri="{FF2B5EF4-FFF2-40B4-BE49-F238E27FC236}">
                  <a16:creationId xmlns:a16="http://schemas.microsoft.com/office/drawing/2014/main" id="{B91B02B7-F07D-14B9-5E37-9E8AF85CAECE}"/>
                </a:ext>
              </a:extLst>
            </p:cNvPr>
            <p:cNvSpPr/>
            <p:nvPr/>
          </p:nvSpPr>
          <p:spPr>
            <a:xfrm>
              <a:off x="3158900" y="4645500"/>
              <a:ext cx="46950" cy="38600"/>
            </a:xfrm>
            <a:custGeom>
              <a:avLst/>
              <a:gdLst/>
              <a:ahLst/>
              <a:cxnLst/>
              <a:rect l="l" t="t" r="r" b="b"/>
              <a:pathLst>
                <a:path w="1878" h="1544" extrusionOk="0">
                  <a:moveTo>
                    <a:pt x="1569" y="0"/>
                  </a:moveTo>
                  <a:lnTo>
                    <a:pt x="0" y="489"/>
                  </a:lnTo>
                  <a:lnTo>
                    <a:pt x="129" y="772"/>
                  </a:lnTo>
                  <a:lnTo>
                    <a:pt x="283" y="1003"/>
                  </a:lnTo>
                  <a:lnTo>
                    <a:pt x="386" y="1132"/>
                  </a:lnTo>
                  <a:lnTo>
                    <a:pt x="515" y="1235"/>
                  </a:lnTo>
                  <a:lnTo>
                    <a:pt x="643" y="1312"/>
                  </a:lnTo>
                  <a:lnTo>
                    <a:pt x="797" y="1389"/>
                  </a:lnTo>
                  <a:lnTo>
                    <a:pt x="1055" y="1492"/>
                  </a:lnTo>
                  <a:lnTo>
                    <a:pt x="1338" y="1544"/>
                  </a:lnTo>
                  <a:lnTo>
                    <a:pt x="1595" y="1544"/>
                  </a:lnTo>
                  <a:lnTo>
                    <a:pt x="1878" y="1492"/>
                  </a:lnTo>
                  <a:lnTo>
                    <a:pt x="1569" y="0"/>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2670;p54">
              <a:extLst>
                <a:ext uri="{FF2B5EF4-FFF2-40B4-BE49-F238E27FC236}">
                  <a16:creationId xmlns:a16="http://schemas.microsoft.com/office/drawing/2014/main" id="{24480FF4-7066-2809-A264-F5CB12933CD0}"/>
                </a:ext>
              </a:extLst>
            </p:cNvPr>
            <p:cNvSpPr/>
            <p:nvPr/>
          </p:nvSpPr>
          <p:spPr>
            <a:xfrm>
              <a:off x="3190400" y="4606900"/>
              <a:ext cx="43750" cy="75925"/>
            </a:xfrm>
            <a:custGeom>
              <a:avLst/>
              <a:gdLst/>
              <a:ahLst/>
              <a:cxnLst/>
              <a:rect l="l" t="t" r="r" b="b"/>
              <a:pathLst>
                <a:path w="1750" h="3037" extrusionOk="0">
                  <a:moveTo>
                    <a:pt x="232" y="1"/>
                  </a:moveTo>
                  <a:lnTo>
                    <a:pt x="0" y="27"/>
                  </a:lnTo>
                  <a:lnTo>
                    <a:pt x="309" y="1544"/>
                  </a:lnTo>
                  <a:lnTo>
                    <a:pt x="618" y="3036"/>
                  </a:lnTo>
                  <a:lnTo>
                    <a:pt x="772" y="2985"/>
                  </a:lnTo>
                  <a:lnTo>
                    <a:pt x="901" y="2933"/>
                  </a:lnTo>
                  <a:lnTo>
                    <a:pt x="1055" y="2830"/>
                  </a:lnTo>
                  <a:lnTo>
                    <a:pt x="1184" y="2753"/>
                  </a:lnTo>
                  <a:lnTo>
                    <a:pt x="1287" y="2625"/>
                  </a:lnTo>
                  <a:lnTo>
                    <a:pt x="1415" y="2522"/>
                  </a:lnTo>
                  <a:lnTo>
                    <a:pt x="1492" y="2367"/>
                  </a:lnTo>
                  <a:lnTo>
                    <a:pt x="1595" y="2239"/>
                  </a:lnTo>
                  <a:lnTo>
                    <a:pt x="1647" y="2084"/>
                  </a:lnTo>
                  <a:lnTo>
                    <a:pt x="1698" y="1930"/>
                  </a:lnTo>
                  <a:lnTo>
                    <a:pt x="1750" y="1647"/>
                  </a:lnTo>
                  <a:lnTo>
                    <a:pt x="1724" y="1339"/>
                  </a:lnTo>
                  <a:lnTo>
                    <a:pt x="1647" y="1056"/>
                  </a:lnTo>
                  <a:lnTo>
                    <a:pt x="1544" y="773"/>
                  </a:lnTo>
                  <a:lnTo>
                    <a:pt x="1364" y="541"/>
                  </a:lnTo>
                  <a:lnTo>
                    <a:pt x="1132" y="335"/>
                  </a:lnTo>
                  <a:lnTo>
                    <a:pt x="1004" y="232"/>
                  </a:lnTo>
                  <a:lnTo>
                    <a:pt x="875" y="181"/>
                  </a:lnTo>
                  <a:lnTo>
                    <a:pt x="669" y="78"/>
                  </a:lnTo>
                  <a:lnTo>
                    <a:pt x="438" y="27"/>
                  </a:lnTo>
                  <a:lnTo>
                    <a:pt x="232"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2671;p54">
              <a:extLst>
                <a:ext uri="{FF2B5EF4-FFF2-40B4-BE49-F238E27FC236}">
                  <a16:creationId xmlns:a16="http://schemas.microsoft.com/office/drawing/2014/main" id="{19C0A360-58B2-402E-4BD4-002EEAC8BEC5}"/>
                </a:ext>
              </a:extLst>
            </p:cNvPr>
            <p:cNvSpPr/>
            <p:nvPr/>
          </p:nvSpPr>
          <p:spPr>
            <a:xfrm>
              <a:off x="3190400" y="4606900"/>
              <a:ext cx="43750" cy="75925"/>
            </a:xfrm>
            <a:custGeom>
              <a:avLst/>
              <a:gdLst/>
              <a:ahLst/>
              <a:cxnLst/>
              <a:rect l="l" t="t" r="r" b="b"/>
              <a:pathLst>
                <a:path w="1750" h="3037" extrusionOk="0">
                  <a:moveTo>
                    <a:pt x="232" y="1"/>
                  </a:moveTo>
                  <a:lnTo>
                    <a:pt x="0" y="27"/>
                  </a:lnTo>
                  <a:lnTo>
                    <a:pt x="26" y="78"/>
                  </a:lnTo>
                  <a:lnTo>
                    <a:pt x="155" y="130"/>
                  </a:lnTo>
                  <a:lnTo>
                    <a:pt x="309" y="207"/>
                  </a:lnTo>
                  <a:lnTo>
                    <a:pt x="463" y="284"/>
                  </a:lnTo>
                  <a:lnTo>
                    <a:pt x="592" y="361"/>
                  </a:lnTo>
                  <a:lnTo>
                    <a:pt x="798" y="567"/>
                  </a:lnTo>
                  <a:lnTo>
                    <a:pt x="978" y="824"/>
                  </a:lnTo>
                  <a:lnTo>
                    <a:pt x="1107" y="1081"/>
                  </a:lnTo>
                  <a:lnTo>
                    <a:pt x="1158" y="1364"/>
                  </a:lnTo>
                  <a:lnTo>
                    <a:pt x="1184" y="1673"/>
                  </a:lnTo>
                  <a:lnTo>
                    <a:pt x="1132" y="1956"/>
                  </a:lnTo>
                  <a:lnTo>
                    <a:pt x="1081" y="2110"/>
                  </a:lnTo>
                  <a:lnTo>
                    <a:pt x="1029" y="2265"/>
                  </a:lnTo>
                  <a:lnTo>
                    <a:pt x="926" y="2419"/>
                  </a:lnTo>
                  <a:lnTo>
                    <a:pt x="824" y="2573"/>
                  </a:lnTo>
                  <a:lnTo>
                    <a:pt x="695" y="2702"/>
                  </a:lnTo>
                  <a:lnTo>
                    <a:pt x="566" y="2805"/>
                  </a:lnTo>
                  <a:lnTo>
                    <a:pt x="618" y="3036"/>
                  </a:lnTo>
                  <a:lnTo>
                    <a:pt x="772" y="2985"/>
                  </a:lnTo>
                  <a:lnTo>
                    <a:pt x="901" y="2933"/>
                  </a:lnTo>
                  <a:lnTo>
                    <a:pt x="1055" y="2830"/>
                  </a:lnTo>
                  <a:lnTo>
                    <a:pt x="1184" y="2753"/>
                  </a:lnTo>
                  <a:lnTo>
                    <a:pt x="1287" y="2625"/>
                  </a:lnTo>
                  <a:lnTo>
                    <a:pt x="1415" y="2522"/>
                  </a:lnTo>
                  <a:lnTo>
                    <a:pt x="1492" y="2367"/>
                  </a:lnTo>
                  <a:lnTo>
                    <a:pt x="1595" y="2239"/>
                  </a:lnTo>
                  <a:lnTo>
                    <a:pt x="1647" y="2084"/>
                  </a:lnTo>
                  <a:lnTo>
                    <a:pt x="1698" y="1930"/>
                  </a:lnTo>
                  <a:lnTo>
                    <a:pt x="1750" y="1647"/>
                  </a:lnTo>
                  <a:lnTo>
                    <a:pt x="1724" y="1339"/>
                  </a:lnTo>
                  <a:lnTo>
                    <a:pt x="1647" y="1056"/>
                  </a:lnTo>
                  <a:lnTo>
                    <a:pt x="1544" y="773"/>
                  </a:lnTo>
                  <a:lnTo>
                    <a:pt x="1364" y="541"/>
                  </a:lnTo>
                  <a:lnTo>
                    <a:pt x="1132" y="335"/>
                  </a:lnTo>
                  <a:lnTo>
                    <a:pt x="1004" y="232"/>
                  </a:lnTo>
                  <a:lnTo>
                    <a:pt x="875" y="181"/>
                  </a:lnTo>
                  <a:lnTo>
                    <a:pt x="669" y="78"/>
                  </a:lnTo>
                  <a:lnTo>
                    <a:pt x="438" y="27"/>
                  </a:lnTo>
                  <a:lnTo>
                    <a:pt x="232" y="1"/>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2672;p54">
              <a:extLst>
                <a:ext uri="{FF2B5EF4-FFF2-40B4-BE49-F238E27FC236}">
                  <a16:creationId xmlns:a16="http://schemas.microsoft.com/office/drawing/2014/main" id="{1C067092-5D82-49BA-2855-9023710D8D4E}"/>
                </a:ext>
              </a:extLst>
            </p:cNvPr>
            <p:cNvSpPr/>
            <p:nvPr/>
          </p:nvSpPr>
          <p:spPr>
            <a:xfrm>
              <a:off x="2948600" y="4751600"/>
              <a:ext cx="85550" cy="86200"/>
            </a:xfrm>
            <a:custGeom>
              <a:avLst/>
              <a:gdLst/>
              <a:ahLst/>
              <a:cxnLst/>
              <a:rect l="l" t="t" r="r" b="b"/>
              <a:pathLst>
                <a:path w="3422" h="3448" extrusionOk="0">
                  <a:moveTo>
                    <a:pt x="2136" y="0"/>
                  </a:moveTo>
                  <a:lnTo>
                    <a:pt x="207" y="2161"/>
                  </a:lnTo>
                  <a:lnTo>
                    <a:pt x="104" y="2290"/>
                  </a:lnTo>
                  <a:lnTo>
                    <a:pt x="52" y="2418"/>
                  </a:lnTo>
                  <a:lnTo>
                    <a:pt x="1" y="2547"/>
                  </a:lnTo>
                  <a:lnTo>
                    <a:pt x="1" y="2701"/>
                  </a:lnTo>
                  <a:lnTo>
                    <a:pt x="27" y="2830"/>
                  </a:lnTo>
                  <a:lnTo>
                    <a:pt x="52" y="2984"/>
                  </a:lnTo>
                  <a:lnTo>
                    <a:pt x="129" y="3113"/>
                  </a:lnTo>
                  <a:lnTo>
                    <a:pt x="232" y="3216"/>
                  </a:lnTo>
                  <a:lnTo>
                    <a:pt x="335" y="3319"/>
                  </a:lnTo>
                  <a:lnTo>
                    <a:pt x="464" y="3370"/>
                  </a:lnTo>
                  <a:lnTo>
                    <a:pt x="592" y="3422"/>
                  </a:lnTo>
                  <a:lnTo>
                    <a:pt x="747" y="3447"/>
                  </a:lnTo>
                  <a:lnTo>
                    <a:pt x="875" y="3422"/>
                  </a:lnTo>
                  <a:lnTo>
                    <a:pt x="1030" y="3396"/>
                  </a:lnTo>
                  <a:lnTo>
                    <a:pt x="1158" y="3344"/>
                  </a:lnTo>
                  <a:lnTo>
                    <a:pt x="1287" y="3241"/>
                  </a:lnTo>
                  <a:lnTo>
                    <a:pt x="3422" y="1312"/>
                  </a:lnTo>
                  <a:lnTo>
                    <a:pt x="213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2673;p54">
              <a:extLst>
                <a:ext uri="{FF2B5EF4-FFF2-40B4-BE49-F238E27FC236}">
                  <a16:creationId xmlns:a16="http://schemas.microsoft.com/office/drawing/2014/main" id="{7AF81E3B-9940-9A81-3CFE-AA8EFC33CA36}"/>
                </a:ext>
              </a:extLst>
            </p:cNvPr>
            <p:cNvSpPr/>
            <p:nvPr/>
          </p:nvSpPr>
          <p:spPr>
            <a:xfrm>
              <a:off x="2949900" y="4776025"/>
              <a:ext cx="84250" cy="61775"/>
            </a:xfrm>
            <a:custGeom>
              <a:avLst/>
              <a:gdLst/>
              <a:ahLst/>
              <a:cxnLst/>
              <a:rect l="l" t="t" r="r" b="b"/>
              <a:pathLst>
                <a:path w="3370" h="2471" extrusionOk="0">
                  <a:moveTo>
                    <a:pt x="3036" y="1"/>
                  </a:moveTo>
                  <a:lnTo>
                    <a:pt x="926" y="1904"/>
                  </a:lnTo>
                  <a:lnTo>
                    <a:pt x="823" y="1982"/>
                  </a:lnTo>
                  <a:lnTo>
                    <a:pt x="721" y="2033"/>
                  </a:lnTo>
                  <a:lnTo>
                    <a:pt x="592" y="2059"/>
                  </a:lnTo>
                  <a:lnTo>
                    <a:pt x="463" y="2084"/>
                  </a:lnTo>
                  <a:lnTo>
                    <a:pt x="360" y="2084"/>
                  </a:lnTo>
                  <a:lnTo>
                    <a:pt x="232" y="2059"/>
                  </a:lnTo>
                  <a:lnTo>
                    <a:pt x="103" y="2033"/>
                  </a:lnTo>
                  <a:lnTo>
                    <a:pt x="0" y="1982"/>
                  </a:lnTo>
                  <a:lnTo>
                    <a:pt x="77" y="2110"/>
                  </a:lnTo>
                  <a:lnTo>
                    <a:pt x="180" y="2239"/>
                  </a:lnTo>
                  <a:lnTo>
                    <a:pt x="283" y="2342"/>
                  </a:lnTo>
                  <a:lnTo>
                    <a:pt x="412" y="2393"/>
                  </a:lnTo>
                  <a:lnTo>
                    <a:pt x="566" y="2445"/>
                  </a:lnTo>
                  <a:lnTo>
                    <a:pt x="695" y="2470"/>
                  </a:lnTo>
                  <a:lnTo>
                    <a:pt x="823" y="2445"/>
                  </a:lnTo>
                  <a:lnTo>
                    <a:pt x="978" y="2419"/>
                  </a:lnTo>
                  <a:lnTo>
                    <a:pt x="1106" y="2367"/>
                  </a:lnTo>
                  <a:lnTo>
                    <a:pt x="1235" y="2264"/>
                  </a:lnTo>
                  <a:lnTo>
                    <a:pt x="3370" y="335"/>
                  </a:lnTo>
                  <a:lnTo>
                    <a:pt x="3036"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2674;p54">
              <a:extLst>
                <a:ext uri="{FF2B5EF4-FFF2-40B4-BE49-F238E27FC236}">
                  <a16:creationId xmlns:a16="http://schemas.microsoft.com/office/drawing/2014/main" id="{335EE26D-5AEA-6F7D-8383-89F612570CEE}"/>
                </a:ext>
              </a:extLst>
            </p:cNvPr>
            <p:cNvSpPr/>
            <p:nvPr/>
          </p:nvSpPr>
          <p:spPr>
            <a:xfrm>
              <a:off x="3007125" y="4742600"/>
              <a:ext cx="36675" cy="36675"/>
            </a:xfrm>
            <a:custGeom>
              <a:avLst/>
              <a:gdLst/>
              <a:ahLst/>
              <a:cxnLst/>
              <a:rect l="l" t="t" r="r" b="b"/>
              <a:pathLst>
                <a:path w="1467" h="1467" extrusionOk="0">
                  <a:moveTo>
                    <a:pt x="566" y="0"/>
                  </a:moveTo>
                  <a:lnTo>
                    <a:pt x="1" y="566"/>
                  </a:lnTo>
                  <a:lnTo>
                    <a:pt x="901" y="1467"/>
                  </a:lnTo>
                  <a:lnTo>
                    <a:pt x="1467" y="901"/>
                  </a:lnTo>
                  <a:lnTo>
                    <a:pt x="56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2675;p54">
              <a:extLst>
                <a:ext uri="{FF2B5EF4-FFF2-40B4-BE49-F238E27FC236}">
                  <a16:creationId xmlns:a16="http://schemas.microsoft.com/office/drawing/2014/main" id="{4A3D4AED-EE9E-F7CE-1D1F-5B90D2BE295E}"/>
                </a:ext>
              </a:extLst>
            </p:cNvPr>
            <p:cNvSpPr/>
            <p:nvPr/>
          </p:nvSpPr>
          <p:spPr>
            <a:xfrm>
              <a:off x="3020625" y="4756100"/>
              <a:ext cx="23175" cy="23175"/>
            </a:xfrm>
            <a:custGeom>
              <a:avLst/>
              <a:gdLst/>
              <a:ahLst/>
              <a:cxnLst/>
              <a:rect l="l" t="t" r="r" b="b"/>
              <a:pathLst>
                <a:path w="927" h="927" extrusionOk="0">
                  <a:moveTo>
                    <a:pt x="567" y="1"/>
                  </a:moveTo>
                  <a:lnTo>
                    <a:pt x="1" y="592"/>
                  </a:lnTo>
                  <a:lnTo>
                    <a:pt x="361" y="927"/>
                  </a:lnTo>
                  <a:lnTo>
                    <a:pt x="927" y="361"/>
                  </a:lnTo>
                  <a:lnTo>
                    <a:pt x="567"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 name="Google Shape;2676;p54">
              <a:extLst>
                <a:ext uri="{FF2B5EF4-FFF2-40B4-BE49-F238E27FC236}">
                  <a16:creationId xmlns:a16="http://schemas.microsoft.com/office/drawing/2014/main" id="{111288F4-AEC6-5273-1D0D-C0C7C5301CC8}"/>
                </a:ext>
              </a:extLst>
            </p:cNvPr>
            <p:cNvSpPr/>
            <p:nvPr/>
          </p:nvSpPr>
          <p:spPr>
            <a:xfrm>
              <a:off x="3048925" y="4538100"/>
              <a:ext cx="37975" cy="46975"/>
            </a:xfrm>
            <a:custGeom>
              <a:avLst/>
              <a:gdLst/>
              <a:ahLst/>
              <a:cxnLst/>
              <a:rect l="l" t="t" r="r" b="b"/>
              <a:pathLst>
                <a:path w="1519" h="1879" extrusionOk="0">
                  <a:moveTo>
                    <a:pt x="1081" y="438"/>
                  </a:moveTo>
                  <a:lnTo>
                    <a:pt x="1081" y="1441"/>
                  </a:lnTo>
                  <a:lnTo>
                    <a:pt x="412" y="1441"/>
                  </a:lnTo>
                  <a:lnTo>
                    <a:pt x="412" y="438"/>
                  </a:lnTo>
                  <a:close/>
                  <a:moveTo>
                    <a:pt x="309" y="1"/>
                  </a:moveTo>
                  <a:lnTo>
                    <a:pt x="181" y="26"/>
                  </a:lnTo>
                  <a:lnTo>
                    <a:pt x="78" y="104"/>
                  </a:lnTo>
                  <a:lnTo>
                    <a:pt x="26" y="206"/>
                  </a:lnTo>
                  <a:lnTo>
                    <a:pt x="1" y="335"/>
                  </a:lnTo>
                  <a:lnTo>
                    <a:pt x="1" y="1544"/>
                  </a:lnTo>
                  <a:lnTo>
                    <a:pt x="26" y="1673"/>
                  </a:lnTo>
                  <a:lnTo>
                    <a:pt x="78" y="1776"/>
                  </a:lnTo>
                  <a:lnTo>
                    <a:pt x="181" y="1853"/>
                  </a:lnTo>
                  <a:lnTo>
                    <a:pt x="309" y="1878"/>
                  </a:lnTo>
                  <a:lnTo>
                    <a:pt x="1210" y="1878"/>
                  </a:lnTo>
                  <a:lnTo>
                    <a:pt x="1338" y="1853"/>
                  </a:lnTo>
                  <a:lnTo>
                    <a:pt x="1441" y="1776"/>
                  </a:lnTo>
                  <a:lnTo>
                    <a:pt x="1492" y="1673"/>
                  </a:lnTo>
                  <a:lnTo>
                    <a:pt x="1518" y="1544"/>
                  </a:lnTo>
                  <a:lnTo>
                    <a:pt x="1518" y="335"/>
                  </a:lnTo>
                  <a:lnTo>
                    <a:pt x="1492" y="206"/>
                  </a:lnTo>
                  <a:lnTo>
                    <a:pt x="1441" y="104"/>
                  </a:lnTo>
                  <a:lnTo>
                    <a:pt x="1338" y="26"/>
                  </a:lnTo>
                  <a:lnTo>
                    <a:pt x="1210"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2677;p54">
              <a:extLst>
                <a:ext uri="{FF2B5EF4-FFF2-40B4-BE49-F238E27FC236}">
                  <a16:creationId xmlns:a16="http://schemas.microsoft.com/office/drawing/2014/main" id="{D8F360F7-91EB-AA3D-87FA-EA2DA9F95B9D}"/>
                </a:ext>
              </a:extLst>
            </p:cNvPr>
            <p:cNvSpPr/>
            <p:nvPr/>
          </p:nvSpPr>
          <p:spPr>
            <a:xfrm>
              <a:off x="3097150" y="4531025"/>
              <a:ext cx="38625" cy="54050"/>
            </a:xfrm>
            <a:custGeom>
              <a:avLst/>
              <a:gdLst/>
              <a:ahLst/>
              <a:cxnLst/>
              <a:rect l="l" t="t" r="r" b="b"/>
              <a:pathLst>
                <a:path w="1545" h="2162" extrusionOk="0">
                  <a:moveTo>
                    <a:pt x="1107" y="438"/>
                  </a:moveTo>
                  <a:lnTo>
                    <a:pt x="1107" y="1724"/>
                  </a:lnTo>
                  <a:lnTo>
                    <a:pt x="438" y="1724"/>
                  </a:lnTo>
                  <a:lnTo>
                    <a:pt x="438" y="438"/>
                  </a:lnTo>
                  <a:close/>
                  <a:moveTo>
                    <a:pt x="309" y="1"/>
                  </a:moveTo>
                  <a:lnTo>
                    <a:pt x="207" y="26"/>
                  </a:lnTo>
                  <a:lnTo>
                    <a:pt x="78" y="78"/>
                  </a:lnTo>
                  <a:lnTo>
                    <a:pt x="26" y="181"/>
                  </a:lnTo>
                  <a:lnTo>
                    <a:pt x="1" y="309"/>
                  </a:lnTo>
                  <a:lnTo>
                    <a:pt x="1" y="1827"/>
                  </a:lnTo>
                  <a:lnTo>
                    <a:pt x="26" y="1956"/>
                  </a:lnTo>
                  <a:lnTo>
                    <a:pt x="78" y="2059"/>
                  </a:lnTo>
                  <a:lnTo>
                    <a:pt x="207" y="2136"/>
                  </a:lnTo>
                  <a:lnTo>
                    <a:pt x="309" y="2161"/>
                  </a:lnTo>
                  <a:lnTo>
                    <a:pt x="1210" y="2161"/>
                  </a:lnTo>
                  <a:lnTo>
                    <a:pt x="1338" y="2136"/>
                  </a:lnTo>
                  <a:lnTo>
                    <a:pt x="1441" y="2059"/>
                  </a:lnTo>
                  <a:lnTo>
                    <a:pt x="1518" y="1956"/>
                  </a:lnTo>
                  <a:lnTo>
                    <a:pt x="1544" y="1827"/>
                  </a:lnTo>
                  <a:lnTo>
                    <a:pt x="1544" y="309"/>
                  </a:lnTo>
                  <a:lnTo>
                    <a:pt x="1518" y="181"/>
                  </a:lnTo>
                  <a:lnTo>
                    <a:pt x="1441" y="78"/>
                  </a:lnTo>
                  <a:lnTo>
                    <a:pt x="1338" y="26"/>
                  </a:lnTo>
                  <a:lnTo>
                    <a:pt x="1210"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2678;p54">
              <a:extLst>
                <a:ext uri="{FF2B5EF4-FFF2-40B4-BE49-F238E27FC236}">
                  <a16:creationId xmlns:a16="http://schemas.microsoft.com/office/drawing/2014/main" id="{8917B533-750D-5770-895E-9490C40144C2}"/>
                </a:ext>
              </a:extLst>
            </p:cNvPr>
            <p:cNvSpPr/>
            <p:nvPr/>
          </p:nvSpPr>
          <p:spPr>
            <a:xfrm>
              <a:off x="3145375" y="4516250"/>
              <a:ext cx="38625" cy="68825"/>
            </a:xfrm>
            <a:custGeom>
              <a:avLst/>
              <a:gdLst/>
              <a:ahLst/>
              <a:cxnLst/>
              <a:rect l="l" t="t" r="r" b="b"/>
              <a:pathLst>
                <a:path w="1545" h="2753" extrusionOk="0">
                  <a:moveTo>
                    <a:pt x="1107" y="437"/>
                  </a:moveTo>
                  <a:lnTo>
                    <a:pt x="1107" y="2315"/>
                  </a:lnTo>
                  <a:lnTo>
                    <a:pt x="438" y="2315"/>
                  </a:lnTo>
                  <a:lnTo>
                    <a:pt x="438" y="437"/>
                  </a:lnTo>
                  <a:close/>
                  <a:moveTo>
                    <a:pt x="335" y="0"/>
                  </a:moveTo>
                  <a:lnTo>
                    <a:pt x="207" y="26"/>
                  </a:lnTo>
                  <a:lnTo>
                    <a:pt x="104" y="103"/>
                  </a:lnTo>
                  <a:lnTo>
                    <a:pt x="27" y="206"/>
                  </a:lnTo>
                  <a:lnTo>
                    <a:pt x="1" y="335"/>
                  </a:lnTo>
                  <a:lnTo>
                    <a:pt x="1" y="2418"/>
                  </a:lnTo>
                  <a:lnTo>
                    <a:pt x="27" y="2547"/>
                  </a:lnTo>
                  <a:lnTo>
                    <a:pt x="104" y="2650"/>
                  </a:lnTo>
                  <a:lnTo>
                    <a:pt x="207" y="2727"/>
                  </a:lnTo>
                  <a:lnTo>
                    <a:pt x="335" y="2752"/>
                  </a:lnTo>
                  <a:lnTo>
                    <a:pt x="1210" y="2752"/>
                  </a:lnTo>
                  <a:lnTo>
                    <a:pt x="1338" y="2727"/>
                  </a:lnTo>
                  <a:lnTo>
                    <a:pt x="1441" y="2650"/>
                  </a:lnTo>
                  <a:lnTo>
                    <a:pt x="1519" y="2547"/>
                  </a:lnTo>
                  <a:lnTo>
                    <a:pt x="1544" y="2418"/>
                  </a:lnTo>
                  <a:lnTo>
                    <a:pt x="1544" y="335"/>
                  </a:lnTo>
                  <a:lnTo>
                    <a:pt x="1519" y="206"/>
                  </a:lnTo>
                  <a:lnTo>
                    <a:pt x="1441" y="103"/>
                  </a:lnTo>
                  <a:lnTo>
                    <a:pt x="1338" y="26"/>
                  </a:lnTo>
                  <a:lnTo>
                    <a:pt x="1210"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2679;p54">
              <a:extLst>
                <a:ext uri="{FF2B5EF4-FFF2-40B4-BE49-F238E27FC236}">
                  <a16:creationId xmlns:a16="http://schemas.microsoft.com/office/drawing/2014/main" id="{B7D2D34D-A6EE-B76E-6D31-B03986DAB78C}"/>
                </a:ext>
              </a:extLst>
            </p:cNvPr>
            <p:cNvSpPr/>
            <p:nvPr/>
          </p:nvSpPr>
          <p:spPr>
            <a:xfrm>
              <a:off x="3151825" y="4601775"/>
              <a:ext cx="87475" cy="88125"/>
            </a:xfrm>
            <a:custGeom>
              <a:avLst/>
              <a:gdLst/>
              <a:ahLst/>
              <a:cxnLst/>
              <a:rect l="l" t="t" r="r" b="b"/>
              <a:pathLst>
                <a:path w="3499" h="3525" extrusionOk="0">
                  <a:moveTo>
                    <a:pt x="1363" y="489"/>
                  </a:moveTo>
                  <a:lnTo>
                    <a:pt x="1595" y="1621"/>
                  </a:lnTo>
                  <a:lnTo>
                    <a:pt x="437" y="1955"/>
                  </a:lnTo>
                  <a:lnTo>
                    <a:pt x="412" y="1749"/>
                  </a:lnTo>
                  <a:lnTo>
                    <a:pt x="437" y="1569"/>
                  </a:lnTo>
                  <a:lnTo>
                    <a:pt x="489" y="1363"/>
                  </a:lnTo>
                  <a:lnTo>
                    <a:pt x="566" y="1183"/>
                  </a:lnTo>
                  <a:lnTo>
                    <a:pt x="695" y="952"/>
                  </a:lnTo>
                  <a:lnTo>
                    <a:pt x="900" y="746"/>
                  </a:lnTo>
                  <a:lnTo>
                    <a:pt x="1132" y="592"/>
                  </a:lnTo>
                  <a:lnTo>
                    <a:pt x="1363" y="489"/>
                  </a:lnTo>
                  <a:close/>
                  <a:moveTo>
                    <a:pt x="1801" y="437"/>
                  </a:moveTo>
                  <a:lnTo>
                    <a:pt x="2084" y="489"/>
                  </a:lnTo>
                  <a:lnTo>
                    <a:pt x="2315" y="566"/>
                  </a:lnTo>
                  <a:lnTo>
                    <a:pt x="2547" y="720"/>
                  </a:lnTo>
                  <a:lnTo>
                    <a:pt x="2752" y="900"/>
                  </a:lnTo>
                  <a:lnTo>
                    <a:pt x="2881" y="1106"/>
                  </a:lnTo>
                  <a:lnTo>
                    <a:pt x="2984" y="1338"/>
                  </a:lnTo>
                  <a:lnTo>
                    <a:pt x="3061" y="1569"/>
                  </a:lnTo>
                  <a:lnTo>
                    <a:pt x="3061" y="1826"/>
                  </a:lnTo>
                  <a:lnTo>
                    <a:pt x="3035" y="2084"/>
                  </a:lnTo>
                  <a:lnTo>
                    <a:pt x="2932" y="2341"/>
                  </a:lnTo>
                  <a:lnTo>
                    <a:pt x="2830" y="2521"/>
                  </a:lnTo>
                  <a:lnTo>
                    <a:pt x="2675" y="2701"/>
                  </a:lnTo>
                  <a:lnTo>
                    <a:pt x="2495" y="2830"/>
                  </a:lnTo>
                  <a:lnTo>
                    <a:pt x="2315" y="2958"/>
                  </a:lnTo>
                  <a:lnTo>
                    <a:pt x="1801" y="437"/>
                  </a:lnTo>
                  <a:close/>
                  <a:moveTo>
                    <a:pt x="1698" y="2032"/>
                  </a:moveTo>
                  <a:lnTo>
                    <a:pt x="1904" y="3061"/>
                  </a:lnTo>
                  <a:lnTo>
                    <a:pt x="1698" y="3087"/>
                  </a:lnTo>
                  <a:lnTo>
                    <a:pt x="1518" y="3061"/>
                  </a:lnTo>
                  <a:lnTo>
                    <a:pt x="1338" y="3010"/>
                  </a:lnTo>
                  <a:lnTo>
                    <a:pt x="1158" y="2958"/>
                  </a:lnTo>
                  <a:lnTo>
                    <a:pt x="978" y="2830"/>
                  </a:lnTo>
                  <a:lnTo>
                    <a:pt x="823" y="2701"/>
                  </a:lnTo>
                  <a:lnTo>
                    <a:pt x="695" y="2547"/>
                  </a:lnTo>
                  <a:lnTo>
                    <a:pt x="566" y="2367"/>
                  </a:lnTo>
                  <a:lnTo>
                    <a:pt x="1698" y="2032"/>
                  </a:lnTo>
                  <a:close/>
                  <a:moveTo>
                    <a:pt x="1672" y="0"/>
                  </a:moveTo>
                  <a:lnTo>
                    <a:pt x="1492" y="26"/>
                  </a:lnTo>
                  <a:lnTo>
                    <a:pt x="1338" y="52"/>
                  </a:lnTo>
                  <a:lnTo>
                    <a:pt x="1183" y="103"/>
                  </a:lnTo>
                  <a:lnTo>
                    <a:pt x="1003" y="155"/>
                  </a:lnTo>
                  <a:lnTo>
                    <a:pt x="875" y="232"/>
                  </a:lnTo>
                  <a:lnTo>
                    <a:pt x="720" y="335"/>
                  </a:lnTo>
                  <a:lnTo>
                    <a:pt x="592" y="437"/>
                  </a:lnTo>
                  <a:lnTo>
                    <a:pt x="463" y="540"/>
                  </a:lnTo>
                  <a:lnTo>
                    <a:pt x="360" y="695"/>
                  </a:lnTo>
                  <a:lnTo>
                    <a:pt x="257" y="823"/>
                  </a:lnTo>
                  <a:lnTo>
                    <a:pt x="154" y="978"/>
                  </a:lnTo>
                  <a:lnTo>
                    <a:pt x="103" y="1158"/>
                  </a:lnTo>
                  <a:lnTo>
                    <a:pt x="52" y="1312"/>
                  </a:lnTo>
                  <a:lnTo>
                    <a:pt x="0" y="1492"/>
                  </a:lnTo>
                  <a:lnTo>
                    <a:pt x="0" y="1646"/>
                  </a:lnTo>
                  <a:lnTo>
                    <a:pt x="0" y="1826"/>
                  </a:lnTo>
                  <a:lnTo>
                    <a:pt x="0" y="2007"/>
                  </a:lnTo>
                  <a:lnTo>
                    <a:pt x="26" y="2161"/>
                  </a:lnTo>
                  <a:lnTo>
                    <a:pt x="77" y="2315"/>
                  </a:lnTo>
                  <a:lnTo>
                    <a:pt x="129" y="2470"/>
                  </a:lnTo>
                  <a:lnTo>
                    <a:pt x="206" y="2624"/>
                  </a:lnTo>
                  <a:lnTo>
                    <a:pt x="309" y="2778"/>
                  </a:lnTo>
                  <a:lnTo>
                    <a:pt x="412" y="2907"/>
                  </a:lnTo>
                  <a:lnTo>
                    <a:pt x="540" y="3035"/>
                  </a:lnTo>
                  <a:lnTo>
                    <a:pt x="669" y="3138"/>
                  </a:lnTo>
                  <a:lnTo>
                    <a:pt x="823" y="3241"/>
                  </a:lnTo>
                  <a:lnTo>
                    <a:pt x="978" y="3344"/>
                  </a:lnTo>
                  <a:lnTo>
                    <a:pt x="1132" y="3421"/>
                  </a:lnTo>
                  <a:lnTo>
                    <a:pt x="1312" y="3473"/>
                  </a:lnTo>
                  <a:lnTo>
                    <a:pt x="1492" y="3498"/>
                  </a:lnTo>
                  <a:lnTo>
                    <a:pt x="1646" y="3524"/>
                  </a:lnTo>
                  <a:lnTo>
                    <a:pt x="1826" y="3524"/>
                  </a:lnTo>
                  <a:lnTo>
                    <a:pt x="1981" y="3498"/>
                  </a:lnTo>
                  <a:lnTo>
                    <a:pt x="2161" y="3473"/>
                  </a:lnTo>
                  <a:lnTo>
                    <a:pt x="2315" y="3421"/>
                  </a:lnTo>
                  <a:lnTo>
                    <a:pt x="2469" y="3370"/>
                  </a:lnTo>
                  <a:lnTo>
                    <a:pt x="2624" y="3293"/>
                  </a:lnTo>
                  <a:lnTo>
                    <a:pt x="2778" y="3190"/>
                  </a:lnTo>
                  <a:lnTo>
                    <a:pt x="2907" y="3087"/>
                  </a:lnTo>
                  <a:lnTo>
                    <a:pt x="3035" y="2958"/>
                  </a:lnTo>
                  <a:lnTo>
                    <a:pt x="3138" y="2830"/>
                  </a:lnTo>
                  <a:lnTo>
                    <a:pt x="3241" y="2675"/>
                  </a:lnTo>
                  <a:lnTo>
                    <a:pt x="3318" y="2521"/>
                  </a:lnTo>
                  <a:lnTo>
                    <a:pt x="3395" y="2367"/>
                  </a:lnTo>
                  <a:lnTo>
                    <a:pt x="3447" y="2187"/>
                  </a:lnTo>
                  <a:lnTo>
                    <a:pt x="3473" y="2032"/>
                  </a:lnTo>
                  <a:lnTo>
                    <a:pt x="3498" y="1852"/>
                  </a:lnTo>
                  <a:lnTo>
                    <a:pt x="3498" y="1672"/>
                  </a:lnTo>
                  <a:lnTo>
                    <a:pt x="3498" y="1518"/>
                  </a:lnTo>
                  <a:lnTo>
                    <a:pt x="3447" y="1338"/>
                  </a:lnTo>
                  <a:lnTo>
                    <a:pt x="3395" y="1183"/>
                  </a:lnTo>
                  <a:lnTo>
                    <a:pt x="3344" y="1029"/>
                  </a:lnTo>
                  <a:lnTo>
                    <a:pt x="3267" y="875"/>
                  </a:lnTo>
                  <a:lnTo>
                    <a:pt x="3164" y="746"/>
                  </a:lnTo>
                  <a:lnTo>
                    <a:pt x="3061" y="592"/>
                  </a:lnTo>
                  <a:lnTo>
                    <a:pt x="2958" y="489"/>
                  </a:lnTo>
                  <a:lnTo>
                    <a:pt x="2830" y="360"/>
                  </a:lnTo>
                  <a:lnTo>
                    <a:pt x="2675" y="257"/>
                  </a:lnTo>
                  <a:lnTo>
                    <a:pt x="2521" y="180"/>
                  </a:lnTo>
                  <a:lnTo>
                    <a:pt x="2341" y="103"/>
                  </a:lnTo>
                  <a:lnTo>
                    <a:pt x="2187" y="52"/>
                  </a:lnTo>
                  <a:lnTo>
                    <a:pt x="2006" y="26"/>
                  </a:lnTo>
                  <a:lnTo>
                    <a:pt x="1826"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2680;p54">
              <a:extLst>
                <a:ext uri="{FF2B5EF4-FFF2-40B4-BE49-F238E27FC236}">
                  <a16:creationId xmlns:a16="http://schemas.microsoft.com/office/drawing/2014/main" id="{3CD16964-4457-61CE-E112-A19F5839BB7D}"/>
                </a:ext>
              </a:extLst>
            </p:cNvPr>
            <p:cNvSpPr/>
            <p:nvPr/>
          </p:nvSpPr>
          <p:spPr>
            <a:xfrm>
              <a:off x="3200050" y="4525875"/>
              <a:ext cx="42450" cy="10975"/>
            </a:xfrm>
            <a:custGeom>
              <a:avLst/>
              <a:gdLst/>
              <a:ahLst/>
              <a:cxnLst/>
              <a:rect l="l" t="t" r="r" b="b"/>
              <a:pathLst>
                <a:path w="1698" h="439" extrusionOk="0">
                  <a:moveTo>
                    <a:pt x="129" y="1"/>
                  </a:moveTo>
                  <a:lnTo>
                    <a:pt x="52" y="52"/>
                  </a:lnTo>
                  <a:lnTo>
                    <a:pt x="26" y="130"/>
                  </a:lnTo>
                  <a:lnTo>
                    <a:pt x="0" y="207"/>
                  </a:lnTo>
                  <a:lnTo>
                    <a:pt x="26" y="310"/>
                  </a:lnTo>
                  <a:lnTo>
                    <a:pt x="52" y="361"/>
                  </a:lnTo>
                  <a:lnTo>
                    <a:pt x="129" y="413"/>
                  </a:lnTo>
                  <a:lnTo>
                    <a:pt x="206" y="438"/>
                  </a:lnTo>
                  <a:lnTo>
                    <a:pt x="1466" y="438"/>
                  </a:lnTo>
                  <a:lnTo>
                    <a:pt x="1544" y="413"/>
                  </a:lnTo>
                  <a:lnTo>
                    <a:pt x="1621" y="361"/>
                  </a:lnTo>
                  <a:lnTo>
                    <a:pt x="1672" y="310"/>
                  </a:lnTo>
                  <a:lnTo>
                    <a:pt x="1698" y="207"/>
                  </a:lnTo>
                  <a:lnTo>
                    <a:pt x="1672" y="130"/>
                  </a:lnTo>
                  <a:lnTo>
                    <a:pt x="1621" y="52"/>
                  </a:lnTo>
                  <a:lnTo>
                    <a:pt x="1544"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2681;p54">
              <a:extLst>
                <a:ext uri="{FF2B5EF4-FFF2-40B4-BE49-F238E27FC236}">
                  <a16:creationId xmlns:a16="http://schemas.microsoft.com/office/drawing/2014/main" id="{0FB94C6D-E777-8070-E59A-0365515AA109}"/>
                </a:ext>
              </a:extLst>
            </p:cNvPr>
            <p:cNvSpPr/>
            <p:nvPr/>
          </p:nvSpPr>
          <p:spPr>
            <a:xfrm>
              <a:off x="3200050" y="4545175"/>
              <a:ext cx="42450" cy="10950"/>
            </a:xfrm>
            <a:custGeom>
              <a:avLst/>
              <a:gdLst/>
              <a:ahLst/>
              <a:cxnLst/>
              <a:rect l="l" t="t" r="r" b="b"/>
              <a:pathLst>
                <a:path w="1698" h="438" extrusionOk="0">
                  <a:moveTo>
                    <a:pt x="206" y="1"/>
                  </a:moveTo>
                  <a:lnTo>
                    <a:pt x="129" y="26"/>
                  </a:lnTo>
                  <a:lnTo>
                    <a:pt x="52" y="52"/>
                  </a:lnTo>
                  <a:lnTo>
                    <a:pt x="26" y="129"/>
                  </a:lnTo>
                  <a:lnTo>
                    <a:pt x="0" y="206"/>
                  </a:lnTo>
                  <a:lnTo>
                    <a:pt x="26" y="309"/>
                  </a:lnTo>
                  <a:lnTo>
                    <a:pt x="52" y="361"/>
                  </a:lnTo>
                  <a:lnTo>
                    <a:pt x="129" y="412"/>
                  </a:lnTo>
                  <a:lnTo>
                    <a:pt x="206" y="438"/>
                  </a:lnTo>
                  <a:lnTo>
                    <a:pt x="1466" y="438"/>
                  </a:lnTo>
                  <a:lnTo>
                    <a:pt x="1544" y="412"/>
                  </a:lnTo>
                  <a:lnTo>
                    <a:pt x="1621" y="361"/>
                  </a:lnTo>
                  <a:lnTo>
                    <a:pt x="1672" y="309"/>
                  </a:lnTo>
                  <a:lnTo>
                    <a:pt x="1698" y="206"/>
                  </a:lnTo>
                  <a:lnTo>
                    <a:pt x="1672" y="129"/>
                  </a:lnTo>
                  <a:lnTo>
                    <a:pt x="1621" y="52"/>
                  </a:lnTo>
                  <a:lnTo>
                    <a:pt x="1544" y="26"/>
                  </a:lnTo>
                  <a:lnTo>
                    <a:pt x="146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2682;p54">
              <a:extLst>
                <a:ext uri="{FF2B5EF4-FFF2-40B4-BE49-F238E27FC236}">
                  <a16:creationId xmlns:a16="http://schemas.microsoft.com/office/drawing/2014/main" id="{EE9070D1-A187-698A-7D45-9C794CAA3030}"/>
                </a:ext>
              </a:extLst>
            </p:cNvPr>
            <p:cNvSpPr/>
            <p:nvPr/>
          </p:nvSpPr>
          <p:spPr>
            <a:xfrm>
              <a:off x="3200050" y="4564475"/>
              <a:ext cx="42450" cy="10950"/>
            </a:xfrm>
            <a:custGeom>
              <a:avLst/>
              <a:gdLst/>
              <a:ahLst/>
              <a:cxnLst/>
              <a:rect l="l" t="t" r="r" b="b"/>
              <a:pathLst>
                <a:path w="1698" h="438" extrusionOk="0">
                  <a:moveTo>
                    <a:pt x="206" y="0"/>
                  </a:moveTo>
                  <a:lnTo>
                    <a:pt x="129" y="26"/>
                  </a:lnTo>
                  <a:lnTo>
                    <a:pt x="52" y="77"/>
                  </a:lnTo>
                  <a:lnTo>
                    <a:pt x="26" y="129"/>
                  </a:lnTo>
                  <a:lnTo>
                    <a:pt x="0" y="232"/>
                  </a:lnTo>
                  <a:lnTo>
                    <a:pt x="26" y="309"/>
                  </a:lnTo>
                  <a:lnTo>
                    <a:pt x="52" y="386"/>
                  </a:lnTo>
                  <a:lnTo>
                    <a:pt x="129" y="412"/>
                  </a:lnTo>
                  <a:lnTo>
                    <a:pt x="206" y="438"/>
                  </a:lnTo>
                  <a:lnTo>
                    <a:pt x="1466" y="438"/>
                  </a:lnTo>
                  <a:lnTo>
                    <a:pt x="1544" y="412"/>
                  </a:lnTo>
                  <a:lnTo>
                    <a:pt x="1621" y="386"/>
                  </a:lnTo>
                  <a:lnTo>
                    <a:pt x="1672" y="309"/>
                  </a:lnTo>
                  <a:lnTo>
                    <a:pt x="1698" y="232"/>
                  </a:lnTo>
                  <a:lnTo>
                    <a:pt x="1672" y="129"/>
                  </a:lnTo>
                  <a:lnTo>
                    <a:pt x="1621" y="77"/>
                  </a:lnTo>
                  <a:lnTo>
                    <a:pt x="1544" y="26"/>
                  </a:lnTo>
                  <a:lnTo>
                    <a:pt x="1466"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2683;p54">
              <a:extLst>
                <a:ext uri="{FF2B5EF4-FFF2-40B4-BE49-F238E27FC236}">
                  <a16:creationId xmlns:a16="http://schemas.microsoft.com/office/drawing/2014/main" id="{53B659DD-99F8-2D4E-2714-F1C0E5D34A8C}"/>
                </a:ext>
              </a:extLst>
            </p:cNvPr>
            <p:cNvSpPr/>
            <p:nvPr/>
          </p:nvSpPr>
          <p:spPr>
            <a:xfrm>
              <a:off x="3053425" y="4619775"/>
              <a:ext cx="52125" cy="10950"/>
            </a:xfrm>
            <a:custGeom>
              <a:avLst/>
              <a:gdLst/>
              <a:ahLst/>
              <a:cxnLst/>
              <a:rect l="l" t="t" r="r" b="b"/>
              <a:pathLst>
                <a:path w="2085" h="438" extrusionOk="0">
                  <a:moveTo>
                    <a:pt x="232" y="0"/>
                  </a:moveTo>
                  <a:lnTo>
                    <a:pt x="155" y="26"/>
                  </a:lnTo>
                  <a:lnTo>
                    <a:pt x="78" y="52"/>
                  </a:lnTo>
                  <a:lnTo>
                    <a:pt x="26" y="129"/>
                  </a:lnTo>
                  <a:lnTo>
                    <a:pt x="1" y="206"/>
                  </a:lnTo>
                  <a:lnTo>
                    <a:pt x="26" y="309"/>
                  </a:lnTo>
                  <a:lnTo>
                    <a:pt x="78" y="361"/>
                  </a:lnTo>
                  <a:lnTo>
                    <a:pt x="155" y="412"/>
                  </a:lnTo>
                  <a:lnTo>
                    <a:pt x="232" y="438"/>
                  </a:lnTo>
                  <a:lnTo>
                    <a:pt x="1878" y="438"/>
                  </a:lnTo>
                  <a:lnTo>
                    <a:pt x="1956" y="412"/>
                  </a:lnTo>
                  <a:lnTo>
                    <a:pt x="2033" y="361"/>
                  </a:lnTo>
                  <a:lnTo>
                    <a:pt x="2084" y="309"/>
                  </a:lnTo>
                  <a:lnTo>
                    <a:pt x="2084" y="206"/>
                  </a:lnTo>
                  <a:lnTo>
                    <a:pt x="2084" y="129"/>
                  </a:lnTo>
                  <a:lnTo>
                    <a:pt x="2033" y="52"/>
                  </a:lnTo>
                  <a:lnTo>
                    <a:pt x="1956" y="26"/>
                  </a:lnTo>
                  <a:lnTo>
                    <a:pt x="1878"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2684;p54">
              <a:extLst>
                <a:ext uri="{FF2B5EF4-FFF2-40B4-BE49-F238E27FC236}">
                  <a16:creationId xmlns:a16="http://schemas.microsoft.com/office/drawing/2014/main" id="{DFD79287-0D72-75B2-A844-1027404562BE}"/>
                </a:ext>
              </a:extLst>
            </p:cNvPr>
            <p:cNvSpPr/>
            <p:nvPr/>
          </p:nvSpPr>
          <p:spPr>
            <a:xfrm>
              <a:off x="3053425" y="4639075"/>
              <a:ext cx="52125" cy="10950"/>
            </a:xfrm>
            <a:custGeom>
              <a:avLst/>
              <a:gdLst/>
              <a:ahLst/>
              <a:cxnLst/>
              <a:rect l="l" t="t" r="r" b="b"/>
              <a:pathLst>
                <a:path w="2085" h="438" extrusionOk="0">
                  <a:moveTo>
                    <a:pt x="232" y="0"/>
                  </a:moveTo>
                  <a:lnTo>
                    <a:pt x="155" y="26"/>
                  </a:lnTo>
                  <a:lnTo>
                    <a:pt x="78" y="77"/>
                  </a:lnTo>
                  <a:lnTo>
                    <a:pt x="26" y="129"/>
                  </a:lnTo>
                  <a:lnTo>
                    <a:pt x="1" y="232"/>
                  </a:lnTo>
                  <a:lnTo>
                    <a:pt x="26" y="309"/>
                  </a:lnTo>
                  <a:lnTo>
                    <a:pt x="78" y="386"/>
                  </a:lnTo>
                  <a:lnTo>
                    <a:pt x="155" y="412"/>
                  </a:lnTo>
                  <a:lnTo>
                    <a:pt x="232" y="437"/>
                  </a:lnTo>
                  <a:lnTo>
                    <a:pt x="1878" y="437"/>
                  </a:lnTo>
                  <a:lnTo>
                    <a:pt x="1956" y="412"/>
                  </a:lnTo>
                  <a:lnTo>
                    <a:pt x="2033" y="386"/>
                  </a:lnTo>
                  <a:lnTo>
                    <a:pt x="2084" y="309"/>
                  </a:lnTo>
                  <a:lnTo>
                    <a:pt x="2084" y="232"/>
                  </a:lnTo>
                  <a:lnTo>
                    <a:pt x="2084" y="129"/>
                  </a:lnTo>
                  <a:lnTo>
                    <a:pt x="2033" y="77"/>
                  </a:lnTo>
                  <a:lnTo>
                    <a:pt x="1956" y="26"/>
                  </a:lnTo>
                  <a:lnTo>
                    <a:pt x="1878"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2685;p54">
              <a:extLst>
                <a:ext uri="{FF2B5EF4-FFF2-40B4-BE49-F238E27FC236}">
                  <a16:creationId xmlns:a16="http://schemas.microsoft.com/office/drawing/2014/main" id="{B45320F1-A8BE-20C3-5F83-5E7471A9DCEB}"/>
                </a:ext>
              </a:extLst>
            </p:cNvPr>
            <p:cNvSpPr/>
            <p:nvPr/>
          </p:nvSpPr>
          <p:spPr>
            <a:xfrm>
              <a:off x="3053425" y="4658350"/>
              <a:ext cx="52125" cy="10975"/>
            </a:xfrm>
            <a:custGeom>
              <a:avLst/>
              <a:gdLst/>
              <a:ahLst/>
              <a:cxnLst/>
              <a:rect l="l" t="t" r="r" b="b"/>
              <a:pathLst>
                <a:path w="2085" h="439" extrusionOk="0">
                  <a:moveTo>
                    <a:pt x="232" y="1"/>
                  </a:moveTo>
                  <a:lnTo>
                    <a:pt x="155" y="26"/>
                  </a:lnTo>
                  <a:lnTo>
                    <a:pt x="78" y="78"/>
                  </a:lnTo>
                  <a:lnTo>
                    <a:pt x="26" y="129"/>
                  </a:lnTo>
                  <a:lnTo>
                    <a:pt x="1" y="232"/>
                  </a:lnTo>
                  <a:lnTo>
                    <a:pt x="26" y="309"/>
                  </a:lnTo>
                  <a:lnTo>
                    <a:pt x="78" y="387"/>
                  </a:lnTo>
                  <a:lnTo>
                    <a:pt x="155" y="438"/>
                  </a:lnTo>
                  <a:lnTo>
                    <a:pt x="1956" y="438"/>
                  </a:lnTo>
                  <a:lnTo>
                    <a:pt x="2033" y="387"/>
                  </a:lnTo>
                  <a:lnTo>
                    <a:pt x="2084" y="309"/>
                  </a:lnTo>
                  <a:lnTo>
                    <a:pt x="2084" y="232"/>
                  </a:lnTo>
                  <a:lnTo>
                    <a:pt x="2084" y="129"/>
                  </a:lnTo>
                  <a:lnTo>
                    <a:pt x="2033" y="78"/>
                  </a:lnTo>
                  <a:lnTo>
                    <a:pt x="1956" y="26"/>
                  </a:lnTo>
                  <a:lnTo>
                    <a:pt x="1878"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2686;p54">
              <a:extLst>
                <a:ext uri="{FF2B5EF4-FFF2-40B4-BE49-F238E27FC236}">
                  <a16:creationId xmlns:a16="http://schemas.microsoft.com/office/drawing/2014/main" id="{260F7217-5ED6-A265-ABE5-38EBC414D5C9}"/>
                </a:ext>
              </a:extLst>
            </p:cNvPr>
            <p:cNvSpPr/>
            <p:nvPr/>
          </p:nvSpPr>
          <p:spPr>
            <a:xfrm>
              <a:off x="2943475" y="4477025"/>
              <a:ext cx="342775" cy="372350"/>
            </a:xfrm>
            <a:custGeom>
              <a:avLst/>
              <a:gdLst/>
              <a:ahLst/>
              <a:cxnLst/>
              <a:rect l="l" t="t" r="r" b="b"/>
              <a:pathLst>
                <a:path w="13711" h="14894" extrusionOk="0">
                  <a:moveTo>
                    <a:pt x="12475" y="1235"/>
                  </a:moveTo>
                  <a:lnTo>
                    <a:pt x="12475" y="8849"/>
                  </a:lnTo>
                  <a:lnTo>
                    <a:pt x="6251" y="8849"/>
                  </a:lnTo>
                  <a:lnTo>
                    <a:pt x="7537" y="7562"/>
                  </a:lnTo>
                  <a:lnTo>
                    <a:pt x="7588" y="7485"/>
                  </a:lnTo>
                  <a:lnTo>
                    <a:pt x="7614" y="7408"/>
                  </a:lnTo>
                  <a:lnTo>
                    <a:pt x="7588" y="7331"/>
                  </a:lnTo>
                  <a:lnTo>
                    <a:pt x="7537" y="7254"/>
                  </a:lnTo>
                  <a:lnTo>
                    <a:pt x="7460" y="7202"/>
                  </a:lnTo>
                  <a:lnTo>
                    <a:pt x="7382" y="7177"/>
                  </a:lnTo>
                  <a:lnTo>
                    <a:pt x="7305" y="7202"/>
                  </a:lnTo>
                  <a:lnTo>
                    <a:pt x="7228" y="7254"/>
                  </a:lnTo>
                  <a:lnTo>
                    <a:pt x="5633" y="8849"/>
                  </a:lnTo>
                  <a:lnTo>
                    <a:pt x="3421" y="8849"/>
                  </a:lnTo>
                  <a:lnTo>
                    <a:pt x="3421" y="1235"/>
                  </a:lnTo>
                  <a:close/>
                  <a:moveTo>
                    <a:pt x="5196" y="9286"/>
                  </a:moveTo>
                  <a:lnTo>
                    <a:pt x="4836" y="9646"/>
                  </a:lnTo>
                  <a:lnTo>
                    <a:pt x="2624" y="9646"/>
                  </a:lnTo>
                  <a:lnTo>
                    <a:pt x="2624" y="9286"/>
                  </a:lnTo>
                  <a:close/>
                  <a:moveTo>
                    <a:pt x="3112" y="10932"/>
                  </a:moveTo>
                  <a:lnTo>
                    <a:pt x="3704" y="11524"/>
                  </a:lnTo>
                  <a:lnTo>
                    <a:pt x="3447" y="11781"/>
                  </a:lnTo>
                  <a:lnTo>
                    <a:pt x="2855" y="11189"/>
                  </a:lnTo>
                  <a:lnTo>
                    <a:pt x="3112" y="10932"/>
                  </a:lnTo>
                  <a:close/>
                  <a:moveTo>
                    <a:pt x="2727" y="13401"/>
                  </a:moveTo>
                  <a:lnTo>
                    <a:pt x="2907" y="13581"/>
                  </a:lnTo>
                  <a:lnTo>
                    <a:pt x="2161" y="14327"/>
                  </a:lnTo>
                  <a:lnTo>
                    <a:pt x="2032" y="14405"/>
                  </a:lnTo>
                  <a:lnTo>
                    <a:pt x="1904" y="14456"/>
                  </a:lnTo>
                  <a:lnTo>
                    <a:pt x="1749" y="14456"/>
                  </a:lnTo>
                  <a:lnTo>
                    <a:pt x="1621" y="14405"/>
                  </a:lnTo>
                  <a:lnTo>
                    <a:pt x="1621" y="14379"/>
                  </a:lnTo>
                  <a:lnTo>
                    <a:pt x="2727" y="13401"/>
                  </a:lnTo>
                  <a:close/>
                  <a:moveTo>
                    <a:pt x="2521" y="0"/>
                  </a:moveTo>
                  <a:lnTo>
                    <a:pt x="2444" y="26"/>
                  </a:lnTo>
                  <a:lnTo>
                    <a:pt x="2367" y="77"/>
                  </a:lnTo>
                  <a:lnTo>
                    <a:pt x="2315" y="129"/>
                  </a:lnTo>
                  <a:lnTo>
                    <a:pt x="2264" y="180"/>
                  </a:lnTo>
                  <a:lnTo>
                    <a:pt x="2212" y="257"/>
                  </a:lnTo>
                  <a:lnTo>
                    <a:pt x="2186" y="334"/>
                  </a:lnTo>
                  <a:lnTo>
                    <a:pt x="2186" y="437"/>
                  </a:lnTo>
                  <a:lnTo>
                    <a:pt x="2186" y="797"/>
                  </a:lnTo>
                  <a:lnTo>
                    <a:pt x="2186" y="875"/>
                  </a:lnTo>
                  <a:lnTo>
                    <a:pt x="2212" y="952"/>
                  </a:lnTo>
                  <a:lnTo>
                    <a:pt x="2264" y="1029"/>
                  </a:lnTo>
                  <a:lnTo>
                    <a:pt x="2315" y="1106"/>
                  </a:lnTo>
                  <a:lnTo>
                    <a:pt x="2367" y="1158"/>
                  </a:lnTo>
                  <a:lnTo>
                    <a:pt x="2444" y="1183"/>
                  </a:lnTo>
                  <a:lnTo>
                    <a:pt x="2521" y="1209"/>
                  </a:lnTo>
                  <a:lnTo>
                    <a:pt x="2624" y="1235"/>
                  </a:lnTo>
                  <a:lnTo>
                    <a:pt x="3010" y="1235"/>
                  </a:lnTo>
                  <a:lnTo>
                    <a:pt x="3010" y="8849"/>
                  </a:lnTo>
                  <a:lnTo>
                    <a:pt x="2521" y="8849"/>
                  </a:lnTo>
                  <a:lnTo>
                    <a:pt x="2444" y="8874"/>
                  </a:lnTo>
                  <a:lnTo>
                    <a:pt x="2367" y="8926"/>
                  </a:lnTo>
                  <a:lnTo>
                    <a:pt x="2315" y="8977"/>
                  </a:lnTo>
                  <a:lnTo>
                    <a:pt x="2264" y="9029"/>
                  </a:lnTo>
                  <a:lnTo>
                    <a:pt x="2212" y="9106"/>
                  </a:lnTo>
                  <a:lnTo>
                    <a:pt x="2186" y="9183"/>
                  </a:lnTo>
                  <a:lnTo>
                    <a:pt x="2186" y="9286"/>
                  </a:lnTo>
                  <a:lnTo>
                    <a:pt x="2186" y="9646"/>
                  </a:lnTo>
                  <a:lnTo>
                    <a:pt x="2186" y="9723"/>
                  </a:lnTo>
                  <a:lnTo>
                    <a:pt x="2212" y="9800"/>
                  </a:lnTo>
                  <a:lnTo>
                    <a:pt x="2264" y="9877"/>
                  </a:lnTo>
                  <a:lnTo>
                    <a:pt x="2315" y="9955"/>
                  </a:lnTo>
                  <a:lnTo>
                    <a:pt x="2367" y="10006"/>
                  </a:lnTo>
                  <a:lnTo>
                    <a:pt x="2444" y="10032"/>
                  </a:lnTo>
                  <a:lnTo>
                    <a:pt x="2521" y="10057"/>
                  </a:lnTo>
                  <a:lnTo>
                    <a:pt x="2624" y="10083"/>
                  </a:lnTo>
                  <a:lnTo>
                    <a:pt x="4399" y="10083"/>
                  </a:lnTo>
                  <a:lnTo>
                    <a:pt x="3627" y="10855"/>
                  </a:lnTo>
                  <a:lnTo>
                    <a:pt x="3267" y="10469"/>
                  </a:lnTo>
                  <a:lnTo>
                    <a:pt x="3190" y="10418"/>
                  </a:lnTo>
                  <a:lnTo>
                    <a:pt x="3112" y="10392"/>
                  </a:lnTo>
                  <a:lnTo>
                    <a:pt x="3010" y="10418"/>
                  </a:lnTo>
                  <a:lnTo>
                    <a:pt x="2958" y="10469"/>
                  </a:lnTo>
                  <a:lnTo>
                    <a:pt x="2547" y="10881"/>
                  </a:lnTo>
                  <a:lnTo>
                    <a:pt x="2495" y="10829"/>
                  </a:lnTo>
                  <a:lnTo>
                    <a:pt x="2418" y="10803"/>
                  </a:lnTo>
                  <a:lnTo>
                    <a:pt x="2341" y="10778"/>
                  </a:lnTo>
                  <a:lnTo>
                    <a:pt x="2238" y="10803"/>
                  </a:lnTo>
                  <a:lnTo>
                    <a:pt x="2186" y="10855"/>
                  </a:lnTo>
                  <a:lnTo>
                    <a:pt x="1698" y="11369"/>
                  </a:lnTo>
                  <a:lnTo>
                    <a:pt x="1646" y="11446"/>
                  </a:lnTo>
                  <a:lnTo>
                    <a:pt x="1646" y="11524"/>
                  </a:lnTo>
                  <a:lnTo>
                    <a:pt x="1672" y="11627"/>
                  </a:lnTo>
                  <a:lnTo>
                    <a:pt x="1723" y="11678"/>
                  </a:lnTo>
                  <a:lnTo>
                    <a:pt x="1801" y="11729"/>
                  </a:lnTo>
                  <a:lnTo>
                    <a:pt x="1955" y="11729"/>
                  </a:lnTo>
                  <a:lnTo>
                    <a:pt x="2032" y="11678"/>
                  </a:lnTo>
                  <a:lnTo>
                    <a:pt x="2341" y="11318"/>
                  </a:lnTo>
                  <a:lnTo>
                    <a:pt x="3318" y="12295"/>
                  </a:lnTo>
                  <a:lnTo>
                    <a:pt x="1338" y="14070"/>
                  </a:lnTo>
                  <a:lnTo>
                    <a:pt x="1260" y="14122"/>
                  </a:lnTo>
                  <a:lnTo>
                    <a:pt x="1158" y="14173"/>
                  </a:lnTo>
                  <a:lnTo>
                    <a:pt x="1055" y="14199"/>
                  </a:lnTo>
                  <a:lnTo>
                    <a:pt x="849" y="14199"/>
                  </a:lnTo>
                  <a:lnTo>
                    <a:pt x="772" y="14173"/>
                  </a:lnTo>
                  <a:lnTo>
                    <a:pt x="669" y="14122"/>
                  </a:lnTo>
                  <a:lnTo>
                    <a:pt x="592" y="14044"/>
                  </a:lnTo>
                  <a:lnTo>
                    <a:pt x="515" y="13967"/>
                  </a:lnTo>
                  <a:lnTo>
                    <a:pt x="463" y="13864"/>
                  </a:lnTo>
                  <a:lnTo>
                    <a:pt x="437" y="13787"/>
                  </a:lnTo>
                  <a:lnTo>
                    <a:pt x="437" y="13684"/>
                  </a:lnTo>
                  <a:lnTo>
                    <a:pt x="437" y="13581"/>
                  </a:lnTo>
                  <a:lnTo>
                    <a:pt x="463" y="13479"/>
                  </a:lnTo>
                  <a:lnTo>
                    <a:pt x="515" y="13376"/>
                  </a:lnTo>
                  <a:lnTo>
                    <a:pt x="566" y="13298"/>
                  </a:lnTo>
                  <a:lnTo>
                    <a:pt x="1441" y="12321"/>
                  </a:lnTo>
                  <a:lnTo>
                    <a:pt x="1492" y="12244"/>
                  </a:lnTo>
                  <a:lnTo>
                    <a:pt x="1492" y="12167"/>
                  </a:lnTo>
                  <a:lnTo>
                    <a:pt x="1466" y="12090"/>
                  </a:lnTo>
                  <a:lnTo>
                    <a:pt x="1415" y="12012"/>
                  </a:lnTo>
                  <a:lnTo>
                    <a:pt x="1338" y="11961"/>
                  </a:lnTo>
                  <a:lnTo>
                    <a:pt x="1260" y="11961"/>
                  </a:lnTo>
                  <a:lnTo>
                    <a:pt x="1183" y="11987"/>
                  </a:lnTo>
                  <a:lnTo>
                    <a:pt x="1106" y="12038"/>
                  </a:lnTo>
                  <a:lnTo>
                    <a:pt x="232" y="13016"/>
                  </a:lnTo>
                  <a:lnTo>
                    <a:pt x="129" y="13170"/>
                  </a:lnTo>
                  <a:lnTo>
                    <a:pt x="52" y="13324"/>
                  </a:lnTo>
                  <a:lnTo>
                    <a:pt x="0" y="13504"/>
                  </a:lnTo>
                  <a:lnTo>
                    <a:pt x="0" y="13684"/>
                  </a:lnTo>
                  <a:lnTo>
                    <a:pt x="0" y="13864"/>
                  </a:lnTo>
                  <a:lnTo>
                    <a:pt x="77" y="14044"/>
                  </a:lnTo>
                  <a:lnTo>
                    <a:pt x="154" y="14199"/>
                  </a:lnTo>
                  <a:lnTo>
                    <a:pt x="283" y="14353"/>
                  </a:lnTo>
                  <a:lnTo>
                    <a:pt x="437" y="14482"/>
                  </a:lnTo>
                  <a:lnTo>
                    <a:pt x="592" y="14559"/>
                  </a:lnTo>
                  <a:lnTo>
                    <a:pt x="772" y="14636"/>
                  </a:lnTo>
                  <a:lnTo>
                    <a:pt x="978" y="14636"/>
                  </a:lnTo>
                  <a:lnTo>
                    <a:pt x="1209" y="14610"/>
                  </a:lnTo>
                  <a:lnTo>
                    <a:pt x="1260" y="14662"/>
                  </a:lnTo>
                  <a:lnTo>
                    <a:pt x="1389" y="14765"/>
                  </a:lnTo>
                  <a:lnTo>
                    <a:pt x="1466" y="14816"/>
                  </a:lnTo>
                  <a:lnTo>
                    <a:pt x="1569" y="14842"/>
                  </a:lnTo>
                  <a:lnTo>
                    <a:pt x="1698" y="14893"/>
                  </a:lnTo>
                  <a:lnTo>
                    <a:pt x="1852" y="14893"/>
                  </a:lnTo>
                  <a:lnTo>
                    <a:pt x="2006" y="14868"/>
                  </a:lnTo>
                  <a:lnTo>
                    <a:pt x="2186" y="14842"/>
                  </a:lnTo>
                  <a:lnTo>
                    <a:pt x="2341" y="14765"/>
                  </a:lnTo>
                  <a:lnTo>
                    <a:pt x="2469" y="14636"/>
                  </a:lnTo>
                  <a:lnTo>
                    <a:pt x="3241" y="13864"/>
                  </a:lnTo>
                  <a:lnTo>
                    <a:pt x="3293" y="13787"/>
                  </a:lnTo>
                  <a:lnTo>
                    <a:pt x="3344" y="13736"/>
                  </a:lnTo>
                  <a:lnTo>
                    <a:pt x="3370" y="13581"/>
                  </a:lnTo>
                  <a:lnTo>
                    <a:pt x="3344" y="13427"/>
                  </a:lnTo>
                  <a:lnTo>
                    <a:pt x="3293" y="13376"/>
                  </a:lnTo>
                  <a:lnTo>
                    <a:pt x="3241" y="13324"/>
                  </a:lnTo>
                  <a:lnTo>
                    <a:pt x="3061" y="13118"/>
                  </a:lnTo>
                  <a:lnTo>
                    <a:pt x="3781" y="12450"/>
                  </a:lnTo>
                  <a:lnTo>
                    <a:pt x="3833" y="12372"/>
                  </a:lnTo>
                  <a:lnTo>
                    <a:pt x="3858" y="12295"/>
                  </a:lnTo>
                  <a:lnTo>
                    <a:pt x="3833" y="12218"/>
                  </a:lnTo>
                  <a:lnTo>
                    <a:pt x="3781" y="12141"/>
                  </a:lnTo>
                  <a:lnTo>
                    <a:pt x="3756" y="12090"/>
                  </a:lnTo>
                  <a:lnTo>
                    <a:pt x="4167" y="11678"/>
                  </a:lnTo>
                  <a:lnTo>
                    <a:pt x="4219" y="11601"/>
                  </a:lnTo>
                  <a:lnTo>
                    <a:pt x="4219" y="11524"/>
                  </a:lnTo>
                  <a:lnTo>
                    <a:pt x="4219" y="11446"/>
                  </a:lnTo>
                  <a:lnTo>
                    <a:pt x="4167" y="11369"/>
                  </a:lnTo>
                  <a:lnTo>
                    <a:pt x="3936" y="11164"/>
                  </a:lnTo>
                  <a:lnTo>
                    <a:pt x="5016" y="10083"/>
                  </a:lnTo>
                  <a:lnTo>
                    <a:pt x="11292" y="10083"/>
                  </a:lnTo>
                  <a:lnTo>
                    <a:pt x="11369" y="10057"/>
                  </a:lnTo>
                  <a:lnTo>
                    <a:pt x="11447" y="10006"/>
                  </a:lnTo>
                  <a:lnTo>
                    <a:pt x="11498" y="9929"/>
                  </a:lnTo>
                  <a:lnTo>
                    <a:pt x="11524" y="9852"/>
                  </a:lnTo>
                  <a:lnTo>
                    <a:pt x="11498" y="9775"/>
                  </a:lnTo>
                  <a:lnTo>
                    <a:pt x="11447" y="9697"/>
                  </a:lnTo>
                  <a:lnTo>
                    <a:pt x="11369" y="9646"/>
                  </a:lnTo>
                  <a:lnTo>
                    <a:pt x="5453" y="9646"/>
                  </a:lnTo>
                  <a:lnTo>
                    <a:pt x="5813" y="9286"/>
                  </a:lnTo>
                  <a:lnTo>
                    <a:pt x="13273" y="9286"/>
                  </a:lnTo>
                  <a:lnTo>
                    <a:pt x="13273" y="9646"/>
                  </a:lnTo>
                  <a:lnTo>
                    <a:pt x="12090" y="9646"/>
                  </a:lnTo>
                  <a:lnTo>
                    <a:pt x="12012" y="9697"/>
                  </a:lnTo>
                  <a:lnTo>
                    <a:pt x="11961" y="9775"/>
                  </a:lnTo>
                  <a:lnTo>
                    <a:pt x="11961" y="9852"/>
                  </a:lnTo>
                  <a:lnTo>
                    <a:pt x="11961" y="9929"/>
                  </a:lnTo>
                  <a:lnTo>
                    <a:pt x="12012" y="10006"/>
                  </a:lnTo>
                  <a:lnTo>
                    <a:pt x="12090" y="10057"/>
                  </a:lnTo>
                  <a:lnTo>
                    <a:pt x="12167" y="10083"/>
                  </a:lnTo>
                  <a:lnTo>
                    <a:pt x="13273" y="10083"/>
                  </a:lnTo>
                  <a:lnTo>
                    <a:pt x="13376" y="10057"/>
                  </a:lnTo>
                  <a:lnTo>
                    <a:pt x="13453" y="10032"/>
                  </a:lnTo>
                  <a:lnTo>
                    <a:pt x="13530" y="10006"/>
                  </a:lnTo>
                  <a:lnTo>
                    <a:pt x="13582" y="9955"/>
                  </a:lnTo>
                  <a:lnTo>
                    <a:pt x="13633" y="9877"/>
                  </a:lnTo>
                  <a:lnTo>
                    <a:pt x="13684" y="9800"/>
                  </a:lnTo>
                  <a:lnTo>
                    <a:pt x="13710" y="9723"/>
                  </a:lnTo>
                  <a:lnTo>
                    <a:pt x="13710" y="9646"/>
                  </a:lnTo>
                  <a:lnTo>
                    <a:pt x="13710" y="9286"/>
                  </a:lnTo>
                  <a:lnTo>
                    <a:pt x="13710" y="9183"/>
                  </a:lnTo>
                  <a:lnTo>
                    <a:pt x="13684" y="9106"/>
                  </a:lnTo>
                  <a:lnTo>
                    <a:pt x="13633" y="9029"/>
                  </a:lnTo>
                  <a:lnTo>
                    <a:pt x="13582" y="8977"/>
                  </a:lnTo>
                  <a:lnTo>
                    <a:pt x="13530" y="8926"/>
                  </a:lnTo>
                  <a:lnTo>
                    <a:pt x="13453" y="8874"/>
                  </a:lnTo>
                  <a:lnTo>
                    <a:pt x="13376" y="8849"/>
                  </a:lnTo>
                  <a:lnTo>
                    <a:pt x="12913" y="8849"/>
                  </a:lnTo>
                  <a:lnTo>
                    <a:pt x="12913" y="1235"/>
                  </a:lnTo>
                  <a:lnTo>
                    <a:pt x="13273" y="1235"/>
                  </a:lnTo>
                  <a:lnTo>
                    <a:pt x="13376" y="1209"/>
                  </a:lnTo>
                  <a:lnTo>
                    <a:pt x="13453" y="1183"/>
                  </a:lnTo>
                  <a:lnTo>
                    <a:pt x="13530" y="1158"/>
                  </a:lnTo>
                  <a:lnTo>
                    <a:pt x="13582" y="1106"/>
                  </a:lnTo>
                  <a:lnTo>
                    <a:pt x="13633" y="1029"/>
                  </a:lnTo>
                  <a:lnTo>
                    <a:pt x="13684" y="952"/>
                  </a:lnTo>
                  <a:lnTo>
                    <a:pt x="13710" y="875"/>
                  </a:lnTo>
                  <a:lnTo>
                    <a:pt x="13710" y="797"/>
                  </a:lnTo>
                  <a:lnTo>
                    <a:pt x="13710" y="437"/>
                  </a:lnTo>
                  <a:lnTo>
                    <a:pt x="13710" y="334"/>
                  </a:lnTo>
                  <a:lnTo>
                    <a:pt x="13684" y="257"/>
                  </a:lnTo>
                  <a:lnTo>
                    <a:pt x="13633" y="180"/>
                  </a:lnTo>
                  <a:lnTo>
                    <a:pt x="13582" y="129"/>
                  </a:lnTo>
                  <a:lnTo>
                    <a:pt x="13530" y="77"/>
                  </a:lnTo>
                  <a:lnTo>
                    <a:pt x="13453" y="26"/>
                  </a:lnTo>
                  <a:lnTo>
                    <a:pt x="13376" y="0"/>
                  </a:lnTo>
                  <a:lnTo>
                    <a:pt x="5222" y="0"/>
                  </a:lnTo>
                  <a:lnTo>
                    <a:pt x="5145" y="52"/>
                  </a:lnTo>
                  <a:lnTo>
                    <a:pt x="5093" y="129"/>
                  </a:lnTo>
                  <a:lnTo>
                    <a:pt x="5067" y="206"/>
                  </a:lnTo>
                  <a:lnTo>
                    <a:pt x="5093" y="309"/>
                  </a:lnTo>
                  <a:lnTo>
                    <a:pt x="5145" y="360"/>
                  </a:lnTo>
                  <a:lnTo>
                    <a:pt x="5222" y="412"/>
                  </a:lnTo>
                  <a:lnTo>
                    <a:pt x="5299" y="437"/>
                  </a:lnTo>
                  <a:lnTo>
                    <a:pt x="13273" y="437"/>
                  </a:lnTo>
                  <a:lnTo>
                    <a:pt x="13273" y="797"/>
                  </a:lnTo>
                  <a:lnTo>
                    <a:pt x="2624" y="797"/>
                  </a:lnTo>
                  <a:lnTo>
                    <a:pt x="2624" y="437"/>
                  </a:lnTo>
                  <a:lnTo>
                    <a:pt x="4424" y="437"/>
                  </a:lnTo>
                  <a:lnTo>
                    <a:pt x="4502" y="412"/>
                  </a:lnTo>
                  <a:lnTo>
                    <a:pt x="4579" y="360"/>
                  </a:lnTo>
                  <a:lnTo>
                    <a:pt x="4630" y="309"/>
                  </a:lnTo>
                  <a:lnTo>
                    <a:pt x="4630" y="206"/>
                  </a:lnTo>
                  <a:lnTo>
                    <a:pt x="4630" y="129"/>
                  </a:lnTo>
                  <a:lnTo>
                    <a:pt x="4579" y="52"/>
                  </a:lnTo>
                  <a:lnTo>
                    <a:pt x="4502"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2687;p54">
              <a:extLst>
                <a:ext uri="{FF2B5EF4-FFF2-40B4-BE49-F238E27FC236}">
                  <a16:creationId xmlns:a16="http://schemas.microsoft.com/office/drawing/2014/main" id="{8D12E61A-3796-D0AB-EA3B-6CA6E6744F6C}"/>
                </a:ext>
              </a:extLst>
            </p:cNvPr>
            <p:cNvSpPr/>
            <p:nvPr/>
          </p:nvSpPr>
          <p:spPr>
            <a:xfrm>
              <a:off x="2981400" y="4790175"/>
              <a:ext cx="14825" cy="14825"/>
            </a:xfrm>
            <a:custGeom>
              <a:avLst/>
              <a:gdLst/>
              <a:ahLst/>
              <a:cxnLst/>
              <a:rect l="l" t="t" r="r" b="b"/>
              <a:pathLst>
                <a:path w="593" h="593" extrusionOk="0">
                  <a:moveTo>
                    <a:pt x="361" y="1"/>
                  </a:moveTo>
                  <a:lnTo>
                    <a:pt x="284" y="27"/>
                  </a:lnTo>
                  <a:lnTo>
                    <a:pt x="206" y="52"/>
                  </a:lnTo>
                  <a:lnTo>
                    <a:pt x="78" y="207"/>
                  </a:lnTo>
                  <a:lnTo>
                    <a:pt x="26" y="284"/>
                  </a:lnTo>
                  <a:lnTo>
                    <a:pt x="1" y="361"/>
                  </a:lnTo>
                  <a:lnTo>
                    <a:pt x="26" y="438"/>
                  </a:lnTo>
                  <a:lnTo>
                    <a:pt x="78" y="515"/>
                  </a:lnTo>
                  <a:lnTo>
                    <a:pt x="129" y="567"/>
                  </a:lnTo>
                  <a:lnTo>
                    <a:pt x="232" y="592"/>
                  </a:lnTo>
                  <a:lnTo>
                    <a:pt x="309" y="567"/>
                  </a:lnTo>
                  <a:lnTo>
                    <a:pt x="387" y="515"/>
                  </a:lnTo>
                  <a:lnTo>
                    <a:pt x="515" y="361"/>
                  </a:lnTo>
                  <a:lnTo>
                    <a:pt x="567" y="309"/>
                  </a:lnTo>
                  <a:lnTo>
                    <a:pt x="592" y="207"/>
                  </a:lnTo>
                  <a:lnTo>
                    <a:pt x="567" y="129"/>
                  </a:lnTo>
                  <a:lnTo>
                    <a:pt x="515" y="52"/>
                  </a:lnTo>
                  <a:lnTo>
                    <a:pt x="464" y="27"/>
                  </a:lnTo>
                  <a:lnTo>
                    <a:pt x="361"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939;p54">
            <a:extLst>
              <a:ext uri="{FF2B5EF4-FFF2-40B4-BE49-F238E27FC236}">
                <a16:creationId xmlns:a16="http://schemas.microsoft.com/office/drawing/2014/main" id="{EFE1BE4D-A636-1DE7-B8A5-1557D0C507CE}"/>
              </a:ext>
            </a:extLst>
          </p:cNvPr>
          <p:cNvGrpSpPr/>
          <p:nvPr/>
        </p:nvGrpSpPr>
        <p:grpSpPr>
          <a:xfrm>
            <a:off x="7954387" y="2635285"/>
            <a:ext cx="373000" cy="372350"/>
            <a:chOff x="3917700" y="1656575"/>
            <a:chExt cx="373000" cy="372350"/>
          </a:xfrm>
        </p:grpSpPr>
        <p:sp>
          <p:nvSpPr>
            <p:cNvPr id="167" name="Google Shape;1940;p54">
              <a:extLst>
                <a:ext uri="{FF2B5EF4-FFF2-40B4-BE49-F238E27FC236}">
                  <a16:creationId xmlns:a16="http://schemas.microsoft.com/office/drawing/2014/main" id="{D4544A19-E06E-0EDA-1FC9-CA20F547C2CA}"/>
                </a:ext>
              </a:extLst>
            </p:cNvPr>
            <p:cNvSpPr/>
            <p:nvPr/>
          </p:nvSpPr>
          <p:spPr>
            <a:xfrm>
              <a:off x="4096475" y="1662350"/>
              <a:ext cx="109350" cy="94550"/>
            </a:xfrm>
            <a:custGeom>
              <a:avLst/>
              <a:gdLst/>
              <a:ahLst/>
              <a:cxnLst/>
              <a:rect l="l" t="t" r="r" b="b"/>
              <a:pathLst>
                <a:path w="4374" h="3782" extrusionOk="0">
                  <a:moveTo>
                    <a:pt x="129" y="1"/>
                  </a:moveTo>
                  <a:lnTo>
                    <a:pt x="52" y="52"/>
                  </a:lnTo>
                  <a:lnTo>
                    <a:pt x="26" y="104"/>
                  </a:lnTo>
                  <a:lnTo>
                    <a:pt x="0" y="181"/>
                  </a:lnTo>
                  <a:lnTo>
                    <a:pt x="0" y="2907"/>
                  </a:lnTo>
                  <a:lnTo>
                    <a:pt x="26" y="2959"/>
                  </a:lnTo>
                  <a:lnTo>
                    <a:pt x="52" y="3036"/>
                  </a:lnTo>
                  <a:lnTo>
                    <a:pt x="129" y="3062"/>
                  </a:lnTo>
                  <a:lnTo>
                    <a:pt x="180" y="3087"/>
                  </a:lnTo>
                  <a:lnTo>
                    <a:pt x="2624" y="3087"/>
                  </a:lnTo>
                  <a:lnTo>
                    <a:pt x="2701" y="3113"/>
                  </a:lnTo>
                  <a:lnTo>
                    <a:pt x="2778" y="3164"/>
                  </a:lnTo>
                  <a:lnTo>
                    <a:pt x="3113" y="3756"/>
                  </a:lnTo>
                  <a:lnTo>
                    <a:pt x="3164" y="3782"/>
                  </a:lnTo>
                  <a:lnTo>
                    <a:pt x="3190" y="3756"/>
                  </a:lnTo>
                  <a:lnTo>
                    <a:pt x="3524" y="3164"/>
                  </a:lnTo>
                  <a:lnTo>
                    <a:pt x="3601" y="3113"/>
                  </a:lnTo>
                  <a:lnTo>
                    <a:pt x="3704" y="3087"/>
                  </a:lnTo>
                  <a:lnTo>
                    <a:pt x="4193" y="3087"/>
                  </a:lnTo>
                  <a:lnTo>
                    <a:pt x="4270" y="3062"/>
                  </a:lnTo>
                  <a:lnTo>
                    <a:pt x="4322" y="3036"/>
                  </a:lnTo>
                  <a:lnTo>
                    <a:pt x="4347" y="2959"/>
                  </a:lnTo>
                  <a:lnTo>
                    <a:pt x="4373" y="2907"/>
                  </a:lnTo>
                  <a:lnTo>
                    <a:pt x="4373" y="181"/>
                  </a:lnTo>
                  <a:lnTo>
                    <a:pt x="4347" y="104"/>
                  </a:lnTo>
                  <a:lnTo>
                    <a:pt x="4322" y="52"/>
                  </a:lnTo>
                  <a:lnTo>
                    <a:pt x="4270"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941;p54">
              <a:extLst>
                <a:ext uri="{FF2B5EF4-FFF2-40B4-BE49-F238E27FC236}">
                  <a16:creationId xmlns:a16="http://schemas.microsoft.com/office/drawing/2014/main" id="{62781AE4-50D9-53C1-82C5-9A29587ADD49}"/>
                </a:ext>
              </a:extLst>
            </p:cNvPr>
            <p:cNvSpPr/>
            <p:nvPr/>
          </p:nvSpPr>
          <p:spPr>
            <a:xfrm>
              <a:off x="4025725" y="1865550"/>
              <a:ext cx="156950" cy="158225"/>
            </a:xfrm>
            <a:custGeom>
              <a:avLst/>
              <a:gdLst/>
              <a:ahLst/>
              <a:cxnLst/>
              <a:rect l="l" t="t" r="r" b="b"/>
              <a:pathLst>
                <a:path w="6278" h="6329" extrusionOk="0">
                  <a:moveTo>
                    <a:pt x="798" y="1"/>
                  </a:moveTo>
                  <a:lnTo>
                    <a:pt x="1" y="6329"/>
                  </a:lnTo>
                  <a:lnTo>
                    <a:pt x="6277" y="6329"/>
                  </a:lnTo>
                  <a:lnTo>
                    <a:pt x="5480" y="1"/>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942;p54">
              <a:extLst>
                <a:ext uri="{FF2B5EF4-FFF2-40B4-BE49-F238E27FC236}">
                  <a16:creationId xmlns:a16="http://schemas.microsoft.com/office/drawing/2014/main" id="{EB10B448-26B6-238B-4A70-CD2B16B16498}"/>
                </a:ext>
              </a:extLst>
            </p:cNvPr>
            <p:cNvSpPr/>
            <p:nvPr/>
          </p:nvSpPr>
          <p:spPr>
            <a:xfrm>
              <a:off x="4147925" y="1865550"/>
              <a:ext cx="34750" cy="158225"/>
            </a:xfrm>
            <a:custGeom>
              <a:avLst/>
              <a:gdLst/>
              <a:ahLst/>
              <a:cxnLst/>
              <a:rect l="l" t="t" r="r" b="b"/>
              <a:pathLst>
                <a:path w="1390" h="6329" extrusionOk="0">
                  <a:moveTo>
                    <a:pt x="0" y="1"/>
                  </a:moveTo>
                  <a:lnTo>
                    <a:pt x="798" y="6329"/>
                  </a:lnTo>
                  <a:lnTo>
                    <a:pt x="1389" y="6329"/>
                  </a:lnTo>
                  <a:lnTo>
                    <a:pt x="592" y="1"/>
                  </a:lnTo>
                  <a:close/>
                </a:path>
              </a:pathLst>
            </a:custGeom>
            <a:solidFill>
              <a:srgbClr val="3E31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943;p54">
              <a:extLst>
                <a:ext uri="{FF2B5EF4-FFF2-40B4-BE49-F238E27FC236}">
                  <a16:creationId xmlns:a16="http://schemas.microsoft.com/office/drawing/2014/main" id="{53DB1C05-7A96-1C39-27B1-702A0359DFE2}"/>
                </a:ext>
              </a:extLst>
            </p:cNvPr>
            <p:cNvSpPr/>
            <p:nvPr/>
          </p:nvSpPr>
          <p:spPr>
            <a:xfrm>
              <a:off x="3923500" y="1758175"/>
              <a:ext cx="92625" cy="77175"/>
            </a:xfrm>
            <a:custGeom>
              <a:avLst/>
              <a:gdLst/>
              <a:ahLst/>
              <a:cxnLst/>
              <a:rect l="l" t="t" r="r" b="b"/>
              <a:pathLst>
                <a:path w="3705" h="3087" extrusionOk="0">
                  <a:moveTo>
                    <a:pt x="1569" y="0"/>
                  </a:moveTo>
                  <a:lnTo>
                    <a:pt x="1415" y="77"/>
                  </a:lnTo>
                  <a:lnTo>
                    <a:pt x="1260" y="180"/>
                  </a:lnTo>
                  <a:lnTo>
                    <a:pt x="1183" y="335"/>
                  </a:lnTo>
                  <a:lnTo>
                    <a:pt x="1106" y="438"/>
                  </a:lnTo>
                  <a:lnTo>
                    <a:pt x="1003" y="515"/>
                  </a:lnTo>
                  <a:lnTo>
                    <a:pt x="900" y="592"/>
                  </a:lnTo>
                  <a:lnTo>
                    <a:pt x="412" y="592"/>
                  </a:lnTo>
                  <a:lnTo>
                    <a:pt x="334" y="618"/>
                  </a:lnTo>
                  <a:lnTo>
                    <a:pt x="257" y="643"/>
                  </a:lnTo>
                  <a:lnTo>
                    <a:pt x="129" y="720"/>
                  </a:lnTo>
                  <a:lnTo>
                    <a:pt x="26" y="849"/>
                  </a:lnTo>
                  <a:lnTo>
                    <a:pt x="0" y="926"/>
                  </a:lnTo>
                  <a:lnTo>
                    <a:pt x="0" y="1003"/>
                  </a:lnTo>
                  <a:lnTo>
                    <a:pt x="0" y="2675"/>
                  </a:lnTo>
                  <a:lnTo>
                    <a:pt x="0" y="2753"/>
                  </a:lnTo>
                  <a:lnTo>
                    <a:pt x="26" y="2830"/>
                  </a:lnTo>
                  <a:lnTo>
                    <a:pt x="129" y="2958"/>
                  </a:lnTo>
                  <a:lnTo>
                    <a:pt x="257" y="3035"/>
                  </a:lnTo>
                  <a:lnTo>
                    <a:pt x="334" y="3061"/>
                  </a:lnTo>
                  <a:lnTo>
                    <a:pt x="412" y="3087"/>
                  </a:lnTo>
                  <a:lnTo>
                    <a:pt x="695" y="3087"/>
                  </a:lnTo>
                  <a:lnTo>
                    <a:pt x="695" y="2675"/>
                  </a:lnTo>
                  <a:lnTo>
                    <a:pt x="720" y="2521"/>
                  </a:lnTo>
                  <a:lnTo>
                    <a:pt x="797" y="2367"/>
                  </a:lnTo>
                  <a:lnTo>
                    <a:pt x="926" y="2264"/>
                  </a:lnTo>
                  <a:lnTo>
                    <a:pt x="1055" y="2187"/>
                  </a:lnTo>
                  <a:lnTo>
                    <a:pt x="1363" y="2109"/>
                  </a:lnTo>
                  <a:lnTo>
                    <a:pt x="1466" y="2084"/>
                  </a:lnTo>
                  <a:lnTo>
                    <a:pt x="1569" y="2007"/>
                  </a:lnTo>
                  <a:lnTo>
                    <a:pt x="1646" y="1929"/>
                  </a:lnTo>
                  <a:lnTo>
                    <a:pt x="1698" y="1852"/>
                  </a:lnTo>
                  <a:lnTo>
                    <a:pt x="1955" y="1235"/>
                  </a:lnTo>
                  <a:lnTo>
                    <a:pt x="2032" y="1132"/>
                  </a:lnTo>
                  <a:lnTo>
                    <a:pt x="2135" y="1029"/>
                  </a:lnTo>
                  <a:lnTo>
                    <a:pt x="2264" y="978"/>
                  </a:lnTo>
                  <a:lnTo>
                    <a:pt x="2418" y="952"/>
                  </a:lnTo>
                  <a:lnTo>
                    <a:pt x="3370" y="952"/>
                  </a:lnTo>
                  <a:lnTo>
                    <a:pt x="3575" y="772"/>
                  </a:lnTo>
                  <a:lnTo>
                    <a:pt x="3653" y="695"/>
                  </a:lnTo>
                  <a:lnTo>
                    <a:pt x="3678" y="618"/>
                  </a:lnTo>
                  <a:lnTo>
                    <a:pt x="3704" y="515"/>
                  </a:lnTo>
                  <a:lnTo>
                    <a:pt x="3678" y="438"/>
                  </a:lnTo>
                  <a:lnTo>
                    <a:pt x="3653" y="335"/>
                  </a:lnTo>
                  <a:lnTo>
                    <a:pt x="3575" y="283"/>
                  </a:lnTo>
                  <a:lnTo>
                    <a:pt x="3498" y="232"/>
                  </a:lnTo>
                  <a:lnTo>
                    <a:pt x="3395" y="206"/>
                  </a:lnTo>
                  <a:lnTo>
                    <a:pt x="1749"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944;p54">
              <a:extLst>
                <a:ext uri="{FF2B5EF4-FFF2-40B4-BE49-F238E27FC236}">
                  <a16:creationId xmlns:a16="http://schemas.microsoft.com/office/drawing/2014/main" id="{75EF6ADB-9D0E-E4F9-3E28-19CD0BBFC8CF}"/>
                </a:ext>
              </a:extLst>
            </p:cNvPr>
            <p:cNvSpPr/>
            <p:nvPr/>
          </p:nvSpPr>
          <p:spPr>
            <a:xfrm>
              <a:off x="3923500" y="1762675"/>
              <a:ext cx="92625" cy="72675"/>
            </a:xfrm>
            <a:custGeom>
              <a:avLst/>
              <a:gdLst/>
              <a:ahLst/>
              <a:cxnLst/>
              <a:rect l="l" t="t" r="r" b="b"/>
              <a:pathLst>
                <a:path w="3705" h="2907" extrusionOk="0">
                  <a:moveTo>
                    <a:pt x="3241" y="0"/>
                  </a:moveTo>
                  <a:lnTo>
                    <a:pt x="3241" y="77"/>
                  </a:lnTo>
                  <a:lnTo>
                    <a:pt x="3215" y="155"/>
                  </a:lnTo>
                  <a:lnTo>
                    <a:pt x="3190" y="232"/>
                  </a:lnTo>
                  <a:lnTo>
                    <a:pt x="3112" y="283"/>
                  </a:lnTo>
                  <a:lnTo>
                    <a:pt x="3010" y="360"/>
                  </a:lnTo>
                  <a:lnTo>
                    <a:pt x="2881" y="412"/>
                  </a:lnTo>
                  <a:lnTo>
                    <a:pt x="2752" y="463"/>
                  </a:lnTo>
                  <a:lnTo>
                    <a:pt x="1955" y="463"/>
                  </a:lnTo>
                  <a:lnTo>
                    <a:pt x="1826" y="489"/>
                  </a:lnTo>
                  <a:lnTo>
                    <a:pt x="1698" y="540"/>
                  </a:lnTo>
                  <a:lnTo>
                    <a:pt x="1595" y="643"/>
                  </a:lnTo>
                  <a:lnTo>
                    <a:pt x="1518" y="746"/>
                  </a:lnTo>
                  <a:lnTo>
                    <a:pt x="1235" y="1364"/>
                  </a:lnTo>
                  <a:lnTo>
                    <a:pt x="1183" y="1441"/>
                  </a:lnTo>
                  <a:lnTo>
                    <a:pt x="1106" y="1518"/>
                  </a:lnTo>
                  <a:lnTo>
                    <a:pt x="1029" y="1595"/>
                  </a:lnTo>
                  <a:lnTo>
                    <a:pt x="926" y="1621"/>
                  </a:lnTo>
                  <a:lnTo>
                    <a:pt x="617" y="1698"/>
                  </a:lnTo>
                  <a:lnTo>
                    <a:pt x="463" y="1775"/>
                  </a:lnTo>
                  <a:lnTo>
                    <a:pt x="334" y="1878"/>
                  </a:lnTo>
                  <a:lnTo>
                    <a:pt x="283" y="2032"/>
                  </a:lnTo>
                  <a:lnTo>
                    <a:pt x="232" y="2187"/>
                  </a:lnTo>
                  <a:lnTo>
                    <a:pt x="232" y="2367"/>
                  </a:lnTo>
                  <a:lnTo>
                    <a:pt x="232" y="2444"/>
                  </a:lnTo>
                  <a:lnTo>
                    <a:pt x="180" y="2521"/>
                  </a:lnTo>
                  <a:lnTo>
                    <a:pt x="103" y="2573"/>
                  </a:lnTo>
                  <a:lnTo>
                    <a:pt x="0" y="2598"/>
                  </a:lnTo>
                  <a:lnTo>
                    <a:pt x="77" y="2701"/>
                  </a:lnTo>
                  <a:lnTo>
                    <a:pt x="154" y="2804"/>
                  </a:lnTo>
                  <a:lnTo>
                    <a:pt x="283" y="2881"/>
                  </a:lnTo>
                  <a:lnTo>
                    <a:pt x="412" y="2907"/>
                  </a:lnTo>
                  <a:lnTo>
                    <a:pt x="695" y="2907"/>
                  </a:lnTo>
                  <a:lnTo>
                    <a:pt x="695" y="2495"/>
                  </a:lnTo>
                  <a:lnTo>
                    <a:pt x="720" y="2341"/>
                  </a:lnTo>
                  <a:lnTo>
                    <a:pt x="797" y="2187"/>
                  </a:lnTo>
                  <a:lnTo>
                    <a:pt x="926" y="2084"/>
                  </a:lnTo>
                  <a:lnTo>
                    <a:pt x="1055" y="2007"/>
                  </a:lnTo>
                  <a:lnTo>
                    <a:pt x="1363" y="1929"/>
                  </a:lnTo>
                  <a:lnTo>
                    <a:pt x="1466" y="1904"/>
                  </a:lnTo>
                  <a:lnTo>
                    <a:pt x="1569" y="1827"/>
                  </a:lnTo>
                  <a:lnTo>
                    <a:pt x="1646" y="1749"/>
                  </a:lnTo>
                  <a:lnTo>
                    <a:pt x="1698" y="1672"/>
                  </a:lnTo>
                  <a:lnTo>
                    <a:pt x="1955" y="1055"/>
                  </a:lnTo>
                  <a:lnTo>
                    <a:pt x="2032" y="952"/>
                  </a:lnTo>
                  <a:lnTo>
                    <a:pt x="2135" y="849"/>
                  </a:lnTo>
                  <a:lnTo>
                    <a:pt x="2264" y="798"/>
                  </a:lnTo>
                  <a:lnTo>
                    <a:pt x="2418" y="772"/>
                  </a:lnTo>
                  <a:lnTo>
                    <a:pt x="3370" y="772"/>
                  </a:lnTo>
                  <a:lnTo>
                    <a:pt x="3575" y="592"/>
                  </a:lnTo>
                  <a:lnTo>
                    <a:pt x="3653" y="515"/>
                  </a:lnTo>
                  <a:lnTo>
                    <a:pt x="3678" y="438"/>
                  </a:lnTo>
                  <a:lnTo>
                    <a:pt x="3704" y="335"/>
                  </a:lnTo>
                  <a:lnTo>
                    <a:pt x="3678" y="258"/>
                  </a:lnTo>
                  <a:lnTo>
                    <a:pt x="3653" y="155"/>
                  </a:lnTo>
                  <a:lnTo>
                    <a:pt x="3575" y="103"/>
                  </a:lnTo>
                  <a:lnTo>
                    <a:pt x="3498" y="52"/>
                  </a:lnTo>
                  <a:lnTo>
                    <a:pt x="3395" y="26"/>
                  </a:lnTo>
                  <a:lnTo>
                    <a:pt x="3241"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945;p54">
              <a:extLst>
                <a:ext uri="{FF2B5EF4-FFF2-40B4-BE49-F238E27FC236}">
                  <a16:creationId xmlns:a16="http://schemas.microsoft.com/office/drawing/2014/main" id="{EEA8ED97-1D1A-90C7-7330-61B434CF7C59}"/>
                </a:ext>
              </a:extLst>
            </p:cNvPr>
            <p:cNvSpPr/>
            <p:nvPr/>
          </p:nvSpPr>
          <p:spPr>
            <a:xfrm>
              <a:off x="4192275" y="1758175"/>
              <a:ext cx="92625" cy="77175"/>
            </a:xfrm>
            <a:custGeom>
              <a:avLst/>
              <a:gdLst/>
              <a:ahLst/>
              <a:cxnLst/>
              <a:rect l="l" t="t" r="r" b="b"/>
              <a:pathLst>
                <a:path w="3705" h="3087" extrusionOk="0">
                  <a:moveTo>
                    <a:pt x="1956" y="0"/>
                  </a:moveTo>
                  <a:lnTo>
                    <a:pt x="310" y="206"/>
                  </a:lnTo>
                  <a:lnTo>
                    <a:pt x="207" y="232"/>
                  </a:lnTo>
                  <a:lnTo>
                    <a:pt x="130" y="283"/>
                  </a:lnTo>
                  <a:lnTo>
                    <a:pt x="52" y="335"/>
                  </a:lnTo>
                  <a:lnTo>
                    <a:pt x="27" y="438"/>
                  </a:lnTo>
                  <a:lnTo>
                    <a:pt x="1" y="515"/>
                  </a:lnTo>
                  <a:lnTo>
                    <a:pt x="27" y="618"/>
                  </a:lnTo>
                  <a:lnTo>
                    <a:pt x="52" y="695"/>
                  </a:lnTo>
                  <a:lnTo>
                    <a:pt x="130" y="772"/>
                  </a:lnTo>
                  <a:lnTo>
                    <a:pt x="335" y="952"/>
                  </a:lnTo>
                  <a:lnTo>
                    <a:pt x="1287" y="952"/>
                  </a:lnTo>
                  <a:lnTo>
                    <a:pt x="1441" y="978"/>
                  </a:lnTo>
                  <a:lnTo>
                    <a:pt x="1570" y="1029"/>
                  </a:lnTo>
                  <a:lnTo>
                    <a:pt x="1673" y="1132"/>
                  </a:lnTo>
                  <a:lnTo>
                    <a:pt x="1750" y="1235"/>
                  </a:lnTo>
                  <a:lnTo>
                    <a:pt x="2007" y="1852"/>
                  </a:lnTo>
                  <a:lnTo>
                    <a:pt x="2059" y="1929"/>
                  </a:lnTo>
                  <a:lnTo>
                    <a:pt x="2136" y="2007"/>
                  </a:lnTo>
                  <a:lnTo>
                    <a:pt x="2239" y="2084"/>
                  </a:lnTo>
                  <a:lnTo>
                    <a:pt x="2342" y="2109"/>
                  </a:lnTo>
                  <a:lnTo>
                    <a:pt x="2650" y="2187"/>
                  </a:lnTo>
                  <a:lnTo>
                    <a:pt x="2779" y="2264"/>
                  </a:lnTo>
                  <a:lnTo>
                    <a:pt x="2908" y="2367"/>
                  </a:lnTo>
                  <a:lnTo>
                    <a:pt x="2985" y="2521"/>
                  </a:lnTo>
                  <a:lnTo>
                    <a:pt x="3010" y="2675"/>
                  </a:lnTo>
                  <a:lnTo>
                    <a:pt x="3010" y="3087"/>
                  </a:lnTo>
                  <a:lnTo>
                    <a:pt x="3293" y="3087"/>
                  </a:lnTo>
                  <a:lnTo>
                    <a:pt x="3371" y="3061"/>
                  </a:lnTo>
                  <a:lnTo>
                    <a:pt x="3448" y="3035"/>
                  </a:lnTo>
                  <a:lnTo>
                    <a:pt x="3576" y="2958"/>
                  </a:lnTo>
                  <a:lnTo>
                    <a:pt x="3679" y="2830"/>
                  </a:lnTo>
                  <a:lnTo>
                    <a:pt x="3705" y="2753"/>
                  </a:lnTo>
                  <a:lnTo>
                    <a:pt x="3705" y="2675"/>
                  </a:lnTo>
                  <a:lnTo>
                    <a:pt x="3705" y="1003"/>
                  </a:lnTo>
                  <a:lnTo>
                    <a:pt x="3705" y="926"/>
                  </a:lnTo>
                  <a:lnTo>
                    <a:pt x="3679" y="849"/>
                  </a:lnTo>
                  <a:lnTo>
                    <a:pt x="3576" y="720"/>
                  </a:lnTo>
                  <a:lnTo>
                    <a:pt x="3448" y="643"/>
                  </a:lnTo>
                  <a:lnTo>
                    <a:pt x="3371" y="618"/>
                  </a:lnTo>
                  <a:lnTo>
                    <a:pt x="3293" y="592"/>
                  </a:lnTo>
                  <a:lnTo>
                    <a:pt x="2805" y="592"/>
                  </a:lnTo>
                  <a:lnTo>
                    <a:pt x="2702" y="515"/>
                  </a:lnTo>
                  <a:lnTo>
                    <a:pt x="2599" y="438"/>
                  </a:lnTo>
                  <a:lnTo>
                    <a:pt x="2522" y="335"/>
                  </a:lnTo>
                  <a:lnTo>
                    <a:pt x="2445" y="180"/>
                  </a:lnTo>
                  <a:lnTo>
                    <a:pt x="2290" y="77"/>
                  </a:lnTo>
                  <a:lnTo>
                    <a:pt x="213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946;p54">
              <a:extLst>
                <a:ext uri="{FF2B5EF4-FFF2-40B4-BE49-F238E27FC236}">
                  <a16:creationId xmlns:a16="http://schemas.microsoft.com/office/drawing/2014/main" id="{67A8D5B6-51D3-F349-60C6-A24D47897B21}"/>
                </a:ext>
              </a:extLst>
            </p:cNvPr>
            <p:cNvSpPr/>
            <p:nvPr/>
          </p:nvSpPr>
          <p:spPr>
            <a:xfrm>
              <a:off x="4192275" y="1758175"/>
              <a:ext cx="92625" cy="77175"/>
            </a:xfrm>
            <a:custGeom>
              <a:avLst/>
              <a:gdLst/>
              <a:ahLst/>
              <a:cxnLst/>
              <a:rect l="l" t="t" r="r" b="b"/>
              <a:pathLst>
                <a:path w="3705" h="3087" extrusionOk="0">
                  <a:moveTo>
                    <a:pt x="1956" y="0"/>
                  </a:moveTo>
                  <a:lnTo>
                    <a:pt x="310" y="206"/>
                  </a:lnTo>
                  <a:lnTo>
                    <a:pt x="207" y="206"/>
                  </a:lnTo>
                  <a:lnTo>
                    <a:pt x="155" y="257"/>
                  </a:lnTo>
                  <a:lnTo>
                    <a:pt x="104" y="309"/>
                  </a:lnTo>
                  <a:lnTo>
                    <a:pt x="52" y="360"/>
                  </a:lnTo>
                  <a:lnTo>
                    <a:pt x="27" y="438"/>
                  </a:lnTo>
                  <a:lnTo>
                    <a:pt x="1" y="515"/>
                  </a:lnTo>
                  <a:lnTo>
                    <a:pt x="1" y="592"/>
                  </a:lnTo>
                  <a:lnTo>
                    <a:pt x="27" y="643"/>
                  </a:lnTo>
                  <a:lnTo>
                    <a:pt x="1519" y="489"/>
                  </a:lnTo>
                  <a:lnTo>
                    <a:pt x="1699" y="489"/>
                  </a:lnTo>
                  <a:lnTo>
                    <a:pt x="1853" y="540"/>
                  </a:lnTo>
                  <a:lnTo>
                    <a:pt x="2007" y="669"/>
                  </a:lnTo>
                  <a:lnTo>
                    <a:pt x="2084" y="798"/>
                  </a:lnTo>
                  <a:lnTo>
                    <a:pt x="2162" y="926"/>
                  </a:lnTo>
                  <a:lnTo>
                    <a:pt x="2265" y="1003"/>
                  </a:lnTo>
                  <a:lnTo>
                    <a:pt x="2367" y="1055"/>
                  </a:lnTo>
                  <a:lnTo>
                    <a:pt x="2496" y="1081"/>
                  </a:lnTo>
                  <a:lnTo>
                    <a:pt x="2933" y="1081"/>
                  </a:lnTo>
                  <a:lnTo>
                    <a:pt x="3010" y="1106"/>
                  </a:lnTo>
                  <a:lnTo>
                    <a:pt x="3139" y="1209"/>
                  </a:lnTo>
                  <a:lnTo>
                    <a:pt x="3242" y="1338"/>
                  </a:lnTo>
                  <a:lnTo>
                    <a:pt x="3268" y="1415"/>
                  </a:lnTo>
                  <a:lnTo>
                    <a:pt x="3268" y="1492"/>
                  </a:lnTo>
                  <a:lnTo>
                    <a:pt x="3268" y="3087"/>
                  </a:lnTo>
                  <a:lnTo>
                    <a:pt x="3293" y="3087"/>
                  </a:lnTo>
                  <a:lnTo>
                    <a:pt x="3371" y="3061"/>
                  </a:lnTo>
                  <a:lnTo>
                    <a:pt x="3448" y="3035"/>
                  </a:lnTo>
                  <a:lnTo>
                    <a:pt x="3576" y="2958"/>
                  </a:lnTo>
                  <a:lnTo>
                    <a:pt x="3679" y="2830"/>
                  </a:lnTo>
                  <a:lnTo>
                    <a:pt x="3705" y="2753"/>
                  </a:lnTo>
                  <a:lnTo>
                    <a:pt x="3705" y="2675"/>
                  </a:lnTo>
                  <a:lnTo>
                    <a:pt x="3705" y="1003"/>
                  </a:lnTo>
                  <a:lnTo>
                    <a:pt x="3705" y="926"/>
                  </a:lnTo>
                  <a:lnTo>
                    <a:pt x="3679" y="849"/>
                  </a:lnTo>
                  <a:lnTo>
                    <a:pt x="3576" y="720"/>
                  </a:lnTo>
                  <a:lnTo>
                    <a:pt x="3448" y="643"/>
                  </a:lnTo>
                  <a:lnTo>
                    <a:pt x="3371" y="618"/>
                  </a:lnTo>
                  <a:lnTo>
                    <a:pt x="3293" y="592"/>
                  </a:lnTo>
                  <a:lnTo>
                    <a:pt x="2805" y="592"/>
                  </a:lnTo>
                  <a:lnTo>
                    <a:pt x="2702" y="515"/>
                  </a:lnTo>
                  <a:lnTo>
                    <a:pt x="2599" y="438"/>
                  </a:lnTo>
                  <a:lnTo>
                    <a:pt x="2522" y="335"/>
                  </a:lnTo>
                  <a:lnTo>
                    <a:pt x="2445" y="180"/>
                  </a:lnTo>
                  <a:lnTo>
                    <a:pt x="2290" y="77"/>
                  </a:lnTo>
                  <a:lnTo>
                    <a:pt x="2136"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947;p54">
              <a:extLst>
                <a:ext uri="{FF2B5EF4-FFF2-40B4-BE49-F238E27FC236}">
                  <a16:creationId xmlns:a16="http://schemas.microsoft.com/office/drawing/2014/main" id="{78109841-6B29-D3B6-C856-0CCB522D1519}"/>
                </a:ext>
              </a:extLst>
            </p:cNvPr>
            <p:cNvSpPr/>
            <p:nvPr/>
          </p:nvSpPr>
          <p:spPr>
            <a:xfrm>
              <a:off x="3940850" y="1781950"/>
              <a:ext cx="66900" cy="96500"/>
            </a:xfrm>
            <a:custGeom>
              <a:avLst/>
              <a:gdLst/>
              <a:ahLst/>
              <a:cxnLst/>
              <a:rect l="l" t="t" r="r" b="b"/>
              <a:pathLst>
                <a:path w="2676" h="3860" extrusionOk="0">
                  <a:moveTo>
                    <a:pt x="1724" y="1"/>
                  </a:moveTo>
                  <a:lnTo>
                    <a:pt x="1570" y="27"/>
                  </a:lnTo>
                  <a:lnTo>
                    <a:pt x="1441" y="78"/>
                  </a:lnTo>
                  <a:lnTo>
                    <a:pt x="1338" y="181"/>
                  </a:lnTo>
                  <a:lnTo>
                    <a:pt x="1261" y="284"/>
                  </a:lnTo>
                  <a:lnTo>
                    <a:pt x="1004" y="901"/>
                  </a:lnTo>
                  <a:lnTo>
                    <a:pt x="952" y="978"/>
                  </a:lnTo>
                  <a:lnTo>
                    <a:pt x="875" y="1056"/>
                  </a:lnTo>
                  <a:lnTo>
                    <a:pt x="772" y="1133"/>
                  </a:lnTo>
                  <a:lnTo>
                    <a:pt x="669" y="1158"/>
                  </a:lnTo>
                  <a:lnTo>
                    <a:pt x="361" y="1236"/>
                  </a:lnTo>
                  <a:lnTo>
                    <a:pt x="232" y="1313"/>
                  </a:lnTo>
                  <a:lnTo>
                    <a:pt x="103" y="1416"/>
                  </a:lnTo>
                  <a:lnTo>
                    <a:pt x="26" y="1570"/>
                  </a:lnTo>
                  <a:lnTo>
                    <a:pt x="1" y="1724"/>
                  </a:lnTo>
                  <a:lnTo>
                    <a:pt x="1" y="2779"/>
                  </a:lnTo>
                  <a:lnTo>
                    <a:pt x="1" y="3113"/>
                  </a:lnTo>
                  <a:lnTo>
                    <a:pt x="1" y="3859"/>
                  </a:lnTo>
                  <a:lnTo>
                    <a:pt x="1158" y="3859"/>
                  </a:lnTo>
                  <a:lnTo>
                    <a:pt x="1158" y="3216"/>
                  </a:lnTo>
                  <a:lnTo>
                    <a:pt x="1158" y="3191"/>
                  </a:lnTo>
                  <a:lnTo>
                    <a:pt x="1184" y="3165"/>
                  </a:lnTo>
                  <a:lnTo>
                    <a:pt x="1209" y="3139"/>
                  </a:lnTo>
                  <a:lnTo>
                    <a:pt x="1261" y="3113"/>
                  </a:lnTo>
                  <a:lnTo>
                    <a:pt x="1441" y="3113"/>
                  </a:lnTo>
                  <a:lnTo>
                    <a:pt x="1698" y="3088"/>
                  </a:lnTo>
                  <a:lnTo>
                    <a:pt x="1930" y="3036"/>
                  </a:lnTo>
                  <a:lnTo>
                    <a:pt x="2135" y="2908"/>
                  </a:lnTo>
                  <a:lnTo>
                    <a:pt x="2316" y="2753"/>
                  </a:lnTo>
                  <a:lnTo>
                    <a:pt x="2444" y="2573"/>
                  </a:lnTo>
                  <a:lnTo>
                    <a:pt x="2573" y="2367"/>
                  </a:lnTo>
                  <a:lnTo>
                    <a:pt x="2650" y="2136"/>
                  </a:lnTo>
                  <a:lnTo>
                    <a:pt x="2676" y="1904"/>
                  </a:lnTo>
                  <a:lnTo>
                    <a:pt x="2676"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948;p54">
              <a:extLst>
                <a:ext uri="{FF2B5EF4-FFF2-40B4-BE49-F238E27FC236}">
                  <a16:creationId xmlns:a16="http://schemas.microsoft.com/office/drawing/2014/main" id="{8AD3D9B3-D2AF-F635-1B73-E4E26486F054}"/>
                </a:ext>
              </a:extLst>
            </p:cNvPr>
            <p:cNvSpPr/>
            <p:nvPr/>
          </p:nvSpPr>
          <p:spPr>
            <a:xfrm>
              <a:off x="4200650" y="1781950"/>
              <a:ext cx="66900" cy="96500"/>
            </a:xfrm>
            <a:custGeom>
              <a:avLst/>
              <a:gdLst/>
              <a:ahLst/>
              <a:cxnLst/>
              <a:rect l="l" t="t" r="r" b="b"/>
              <a:pathLst>
                <a:path w="2676" h="3860" extrusionOk="0">
                  <a:moveTo>
                    <a:pt x="0" y="1"/>
                  </a:moveTo>
                  <a:lnTo>
                    <a:pt x="0" y="1904"/>
                  </a:lnTo>
                  <a:lnTo>
                    <a:pt x="26" y="2136"/>
                  </a:lnTo>
                  <a:lnTo>
                    <a:pt x="103" y="2367"/>
                  </a:lnTo>
                  <a:lnTo>
                    <a:pt x="232" y="2573"/>
                  </a:lnTo>
                  <a:lnTo>
                    <a:pt x="360" y="2753"/>
                  </a:lnTo>
                  <a:lnTo>
                    <a:pt x="541" y="2908"/>
                  </a:lnTo>
                  <a:lnTo>
                    <a:pt x="746" y="3036"/>
                  </a:lnTo>
                  <a:lnTo>
                    <a:pt x="978" y="3088"/>
                  </a:lnTo>
                  <a:lnTo>
                    <a:pt x="1235" y="3113"/>
                  </a:lnTo>
                  <a:lnTo>
                    <a:pt x="1518" y="3113"/>
                  </a:lnTo>
                  <a:lnTo>
                    <a:pt x="1518" y="3859"/>
                  </a:lnTo>
                  <a:lnTo>
                    <a:pt x="2675" y="3859"/>
                  </a:lnTo>
                  <a:lnTo>
                    <a:pt x="2675" y="3113"/>
                  </a:lnTo>
                  <a:lnTo>
                    <a:pt x="2675" y="2779"/>
                  </a:lnTo>
                  <a:lnTo>
                    <a:pt x="2675" y="1724"/>
                  </a:lnTo>
                  <a:lnTo>
                    <a:pt x="2650" y="1570"/>
                  </a:lnTo>
                  <a:lnTo>
                    <a:pt x="2573" y="1416"/>
                  </a:lnTo>
                  <a:lnTo>
                    <a:pt x="2444" y="1313"/>
                  </a:lnTo>
                  <a:lnTo>
                    <a:pt x="2315" y="1236"/>
                  </a:lnTo>
                  <a:lnTo>
                    <a:pt x="2007" y="1158"/>
                  </a:lnTo>
                  <a:lnTo>
                    <a:pt x="1904" y="1133"/>
                  </a:lnTo>
                  <a:lnTo>
                    <a:pt x="1801" y="1056"/>
                  </a:lnTo>
                  <a:lnTo>
                    <a:pt x="1724" y="978"/>
                  </a:lnTo>
                  <a:lnTo>
                    <a:pt x="1672" y="901"/>
                  </a:lnTo>
                  <a:lnTo>
                    <a:pt x="1415" y="284"/>
                  </a:lnTo>
                  <a:lnTo>
                    <a:pt x="1338" y="181"/>
                  </a:lnTo>
                  <a:lnTo>
                    <a:pt x="1235" y="78"/>
                  </a:lnTo>
                  <a:lnTo>
                    <a:pt x="1106" y="27"/>
                  </a:lnTo>
                  <a:lnTo>
                    <a:pt x="952"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949;p54">
              <a:extLst>
                <a:ext uri="{FF2B5EF4-FFF2-40B4-BE49-F238E27FC236}">
                  <a16:creationId xmlns:a16="http://schemas.microsoft.com/office/drawing/2014/main" id="{D81F92E2-BF9C-D8DB-7807-031167A13440}"/>
                </a:ext>
              </a:extLst>
            </p:cNvPr>
            <p:cNvSpPr/>
            <p:nvPr/>
          </p:nvSpPr>
          <p:spPr>
            <a:xfrm>
              <a:off x="3928000" y="1878425"/>
              <a:ext cx="100975" cy="108050"/>
            </a:xfrm>
            <a:custGeom>
              <a:avLst/>
              <a:gdLst/>
              <a:ahLst/>
              <a:cxnLst/>
              <a:rect l="l" t="t" r="r" b="b"/>
              <a:pathLst>
                <a:path w="4039" h="4322" extrusionOk="0">
                  <a:moveTo>
                    <a:pt x="412" y="0"/>
                  </a:moveTo>
                  <a:lnTo>
                    <a:pt x="334" y="26"/>
                  </a:lnTo>
                  <a:lnTo>
                    <a:pt x="232" y="77"/>
                  </a:lnTo>
                  <a:lnTo>
                    <a:pt x="154" y="155"/>
                  </a:lnTo>
                  <a:lnTo>
                    <a:pt x="103" y="232"/>
                  </a:lnTo>
                  <a:lnTo>
                    <a:pt x="52" y="309"/>
                  </a:lnTo>
                  <a:lnTo>
                    <a:pt x="26" y="412"/>
                  </a:lnTo>
                  <a:lnTo>
                    <a:pt x="0" y="515"/>
                  </a:lnTo>
                  <a:lnTo>
                    <a:pt x="0" y="3807"/>
                  </a:lnTo>
                  <a:lnTo>
                    <a:pt x="26" y="3910"/>
                  </a:lnTo>
                  <a:lnTo>
                    <a:pt x="52" y="4013"/>
                  </a:lnTo>
                  <a:lnTo>
                    <a:pt x="103" y="4090"/>
                  </a:lnTo>
                  <a:lnTo>
                    <a:pt x="154" y="4167"/>
                  </a:lnTo>
                  <a:lnTo>
                    <a:pt x="232" y="4245"/>
                  </a:lnTo>
                  <a:lnTo>
                    <a:pt x="334" y="4296"/>
                  </a:lnTo>
                  <a:lnTo>
                    <a:pt x="412" y="4322"/>
                  </a:lnTo>
                  <a:lnTo>
                    <a:pt x="3627" y="4322"/>
                  </a:lnTo>
                  <a:lnTo>
                    <a:pt x="3756" y="4270"/>
                  </a:lnTo>
                  <a:lnTo>
                    <a:pt x="3833" y="4219"/>
                  </a:lnTo>
                  <a:lnTo>
                    <a:pt x="3936" y="4116"/>
                  </a:lnTo>
                  <a:lnTo>
                    <a:pt x="3987" y="4039"/>
                  </a:lnTo>
                  <a:lnTo>
                    <a:pt x="4013" y="3910"/>
                  </a:lnTo>
                  <a:lnTo>
                    <a:pt x="4038" y="3807"/>
                  </a:lnTo>
                  <a:lnTo>
                    <a:pt x="4013" y="3679"/>
                  </a:lnTo>
                  <a:lnTo>
                    <a:pt x="3241" y="386"/>
                  </a:lnTo>
                  <a:lnTo>
                    <a:pt x="3190" y="232"/>
                  </a:lnTo>
                  <a:lnTo>
                    <a:pt x="3061" y="103"/>
                  </a:lnTo>
                  <a:lnTo>
                    <a:pt x="2907" y="26"/>
                  </a:lnTo>
                  <a:lnTo>
                    <a:pt x="2752"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950;p54">
              <a:extLst>
                <a:ext uri="{FF2B5EF4-FFF2-40B4-BE49-F238E27FC236}">
                  <a16:creationId xmlns:a16="http://schemas.microsoft.com/office/drawing/2014/main" id="{D81C8140-2E05-4430-BFBC-AA0C438CAB03}"/>
                </a:ext>
              </a:extLst>
            </p:cNvPr>
            <p:cNvSpPr/>
            <p:nvPr/>
          </p:nvSpPr>
          <p:spPr>
            <a:xfrm>
              <a:off x="3982650" y="1878425"/>
              <a:ext cx="46325" cy="108050"/>
            </a:xfrm>
            <a:custGeom>
              <a:avLst/>
              <a:gdLst/>
              <a:ahLst/>
              <a:cxnLst/>
              <a:rect l="l" t="t" r="r" b="b"/>
              <a:pathLst>
                <a:path w="1853" h="4322" extrusionOk="0">
                  <a:moveTo>
                    <a:pt x="0" y="0"/>
                  </a:moveTo>
                  <a:lnTo>
                    <a:pt x="181" y="26"/>
                  </a:lnTo>
                  <a:lnTo>
                    <a:pt x="309" y="103"/>
                  </a:lnTo>
                  <a:lnTo>
                    <a:pt x="438" y="232"/>
                  </a:lnTo>
                  <a:lnTo>
                    <a:pt x="515" y="386"/>
                  </a:lnTo>
                  <a:lnTo>
                    <a:pt x="1287" y="3679"/>
                  </a:lnTo>
                  <a:lnTo>
                    <a:pt x="1287" y="3807"/>
                  </a:lnTo>
                  <a:lnTo>
                    <a:pt x="1287" y="3910"/>
                  </a:lnTo>
                  <a:lnTo>
                    <a:pt x="1235" y="4039"/>
                  </a:lnTo>
                  <a:lnTo>
                    <a:pt x="1184" y="4116"/>
                  </a:lnTo>
                  <a:lnTo>
                    <a:pt x="1107" y="4219"/>
                  </a:lnTo>
                  <a:lnTo>
                    <a:pt x="1004" y="4270"/>
                  </a:lnTo>
                  <a:lnTo>
                    <a:pt x="901" y="4322"/>
                  </a:lnTo>
                  <a:lnTo>
                    <a:pt x="1441" y="4322"/>
                  </a:lnTo>
                  <a:lnTo>
                    <a:pt x="1570" y="4270"/>
                  </a:lnTo>
                  <a:lnTo>
                    <a:pt x="1647" y="4219"/>
                  </a:lnTo>
                  <a:lnTo>
                    <a:pt x="1750" y="4116"/>
                  </a:lnTo>
                  <a:lnTo>
                    <a:pt x="1801" y="4039"/>
                  </a:lnTo>
                  <a:lnTo>
                    <a:pt x="1827" y="3910"/>
                  </a:lnTo>
                  <a:lnTo>
                    <a:pt x="1852" y="3807"/>
                  </a:lnTo>
                  <a:lnTo>
                    <a:pt x="1827" y="3679"/>
                  </a:lnTo>
                  <a:lnTo>
                    <a:pt x="1055" y="386"/>
                  </a:lnTo>
                  <a:lnTo>
                    <a:pt x="1004" y="232"/>
                  </a:lnTo>
                  <a:lnTo>
                    <a:pt x="875" y="103"/>
                  </a:lnTo>
                  <a:lnTo>
                    <a:pt x="721" y="26"/>
                  </a:lnTo>
                  <a:lnTo>
                    <a:pt x="566"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951;p54">
              <a:extLst>
                <a:ext uri="{FF2B5EF4-FFF2-40B4-BE49-F238E27FC236}">
                  <a16:creationId xmlns:a16="http://schemas.microsoft.com/office/drawing/2014/main" id="{B7190595-C53C-C288-5152-D02EB8967C65}"/>
                </a:ext>
              </a:extLst>
            </p:cNvPr>
            <p:cNvSpPr/>
            <p:nvPr/>
          </p:nvSpPr>
          <p:spPr>
            <a:xfrm>
              <a:off x="3958225" y="1902225"/>
              <a:ext cx="89400" cy="60450"/>
            </a:xfrm>
            <a:custGeom>
              <a:avLst/>
              <a:gdLst/>
              <a:ahLst/>
              <a:cxnLst/>
              <a:rect l="l" t="t" r="r" b="b"/>
              <a:pathLst>
                <a:path w="3576" h="2418" extrusionOk="0">
                  <a:moveTo>
                    <a:pt x="0" y="0"/>
                  </a:moveTo>
                  <a:lnTo>
                    <a:pt x="0" y="1955"/>
                  </a:lnTo>
                  <a:lnTo>
                    <a:pt x="26" y="2058"/>
                  </a:lnTo>
                  <a:lnTo>
                    <a:pt x="51" y="2135"/>
                  </a:lnTo>
                  <a:lnTo>
                    <a:pt x="77" y="2212"/>
                  </a:lnTo>
                  <a:lnTo>
                    <a:pt x="129" y="2289"/>
                  </a:lnTo>
                  <a:lnTo>
                    <a:pt x="206" y="2341"/>
                  </a:lnTo>
                  <a:lnTo>
                    <a:pt x="283" y="2367"/>
                  </a:lnTo>
                  <a:lnTo>
                    <a:pt x="360" y="2392"/>
                  </a:lnTo>
                  <a:lnTo>
                    <a:pt x="463" y="2418"/>
                  </a:lnTo>
                  <a:lnTo>
                    <a:pt x="3575" y="2418"/>
                  </a:lnTo>
                  <a:lnTo>
                    <a:pt x="3575" y="1518"/>
                  </a:lnTo>
                  <a:lnTo>
                    <a:pt x="900" y="1518"/>
                  </a:lnTo>
                  <a:lnTo>
                    <a:pt x="900"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952;p54">
              <a:extLst>
                <a:ext uri="{FF2B5EF4-FFF2-40B4-BE49-F238E27FC236}">
                  <a16:creationId xmlns:a16="http://schemas.microsoft.com/office/drawing/2014/main" id="{C2940DF9-26F3-DCC8-3434-78E66B2A9E0C}"/>
                </a:ext>
              </a:extLst>
            </p:cNvPr>
            <p:cNvSpPr/>
            <p:nvPr/>
          </p:nvSpPr>
          <p:spPr>
            <a:xfrm>
              <a:off x="3958225" y="1902225"/>
              <a:ext cx="89400" cy="60450"/>
            </a:xfrm>
            <a:custGeom>
              <a:avLst/>
              <a:gdLst/>
              <a:ahLst/>
              <a:cxnLst/>
              <a:rect l="l" t="t" r="r" b="b"/>
              <a:pathLst>
                <a:path w="3576" h="2418" fill="none" extrusionOk="0">
                  <a:moveTo>
                    <a:pt x="900" y="0"/>
                  </a:moveTo>
                  <a:lnTo>
                    <a:pt x="900" y="1518"/>
                  </a:lnTo>
                  <a:lnTo>
                    <a:pt x="3575" y="1518"/>
                  </a:lnTo>
                  <a:lnTo>
                    <a:pt x="3575" y="2418"/>
                  </a:lnTo>
                  <a:lnTo>
                    <a:pt x="463" y="2418"/>
                  </a:lnTo>
                  <a:lnTo>
                    <a:pt x="463" y="2418"/>
                  </a:lnTo>
                  <a:lnTo>
                    <a:pt x="360" y="2392"/>
                  </a:lnTo>
                  <a:lnTo>
                    <a:pt x="283" y="2367"/>
                  </a:lnTo>
                  <a:lnTo>
                    <a:pt x="206" y="2341"/>
                  </a:lnTo>
                  <a:lnTo>
                    <a:pt x="129" y="2289"/>
                  </a:lnTo>
                  <a:lnTo>
                    <a:pt x="77" y="2212"/>
                  </a:lnTo>
                  <a:lnTo>
                    <a:pt x="51" y="2135"/>
                  </a:lnTo>
                  <a:lnTo>
                    <a:pt x="26" y="2058"/>
                  </a:lnTo>
                  <a:lnTo>
                    <a:pt x="0" y="1955"/>
                  </a:lnTo>
                  <a:lnTo>
                    <a:pt x="0" y="0"/>
                  </a:lnTo>
                </a:path>
              </a:pathLst>
            </a:cu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953;p54">
              <a:extLst>
                <a:ext uri="{FF2B5EF4-FFF2-40B4-BE49-F238E27FC236}">
                  <a16:creationId xmlns:a16="http://schemas.microsoft.com/office/drawing/2014/main" id="{F4882582-64C5-E28E-5BA4-60331CAEAA88}"/>
                </a:ext>
              </a:extLst>
            </p:cNvPr>
            <p:cNvSpPr/>
            <p:nvPr/>
          </p:nvSpPr>
          <p:spPr>
            <a:xfrm>
              <a:off x="4047600" y="1943375"/>
              <a:ext cx="30900" cy="17375"/>
            </a:xfrm>
            <a:custGeom>
              <a:avLst/>
              <a:gdLst/>
              <a:ahLst/>
              <a:cxnLst/>
              <a:rect l="l" t="t" r="r" b="b"/>
              <a:pathLst>
                <a:path w="1236" h="695" extrusionOk="0">
                  <a:moveTo>
                    <a:pt x="0" y="0"/>
                  </a:moveTo>
                  <a:lnTo>
                    <a:pt x="0" y="695"/>
                  </a:lnTo>
                  <a:lnTo>
                    <a:pt x="746" y="695"/>
                  </a:lnTo>
                  <a:lnTo>
                    <a:pt x="849" y="669"/>
                  </a:lnTo>
                  <a:lnTo>
                    <a:pt x="926" y="643"/>
                  </a:lnTo>
                  <a:lnTo>
                    <a:pt x="1029" y="592"/>
                  </a:lnTo>
                  <a:lnTo>
                    <a:pt x="1106" y="540"/>
                  </a:lnTo>
                  <a:lnTo>
                    <a:pt x="1158" y="463"/>
                  </a:lnTo>
                  <a:lnTo>
                    <a:pt x="1209" y="386"/>
                  </a:lnTo>
                  <a:lnTo>
                    <a:pt x="1235" y="283"/>
                  </a:lnTo>
                  <a:lnTo>
                    <a:pt x="1235" y="180"/>
                  </a:lnTo>
                  <a:lnTo>
                    <a:pt x="1235" y="103"/>
                  </a:lnTo>
                  <a:lnTo>
                    <a:pt x="1235" y="77"/>
                  </a:lnTo>
                  <a:lnTo>
                    <a:pt x="1209" y="26"/>
                  </a:lnTo>
                  <a:lnTo>
                    <a:pt x="1184"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954;p54">
              <a:extLst>
                <a:ext uri="{FF2B5EF4-FFF2-40B4-BE49-F238E27FC236}">
                  <a16:creationId xmlns:a16="http://schemas.microsoft.com/office/drawing/2014/main" id="{34077637-3A0E-28EF-F039-4A3D53CC2B79}"/>
                </a:ext>
              </a:extLst>
            </p:cNvPr>
            <p:cNvSpPr/>
            <p:nvPr/>
          </p:nvSpPr>
          <p:spPr>
            <a:xfrm>
              <a:off x="4129900" y="1943375"/>
              <a:ext cx="30900" cy="17375"/>
            </a:xfrm>
            <a:custGeom>
              <a:avLst/>
              <a:gdLst/>
              <a:ahLst/>
              <a:cxnLst/>
              <a:rect l="l" t="t" r="r" b="b"/>
              <a:pathLst>
                <a:path w="1236" h="695" extrusionOk="0">
                  <a:moveTo>
                    <a:pt x="52" y="0"/>
                  </a:moveTo>
                  <a:lnTo>
                    <a:pt x="27" y="26"/>
                  </a:lnTo>
                  <a:lnTo>
                    <a:pt x="1" y="77"/>
                  </a:lnTo>
                  <a:lnTo>
                    <a:pt x="1" y="103"/>
                  </a:lnTo>
                  <a:lnTo>
                    <a:pt x="1" y="180"/>
                  </a:lnTo>
                  <a:lnTo>
                    <a:pt x="1" y="283"/>
                  </a:lnTo>
                  <a:lnTo>
                    <a:pt x="27" y="386"/>
                  </a:lnTo>
                  <a:lnTo>
                    <a:pt x="78" y="463"/>
                  </a:lnTo>
                  <a:lnTo>
                    <a:pt x="130" y="540"/>
                  </a:lnTo>
                  <a:lnTo>
                    <a:pt x="207" y="592"/>
                  </a:lnTo>
                  <a:lnTo>
                    <a:pt x="310" y="643"/>
                  </a:lnTo>
                  <a:lnTo>
                    <a:pt x="387" y="669"/>
                  </a:lnTo>
                  <a:lnTo>
                    <a:pt x="490" y="695"/>
                  </a:lnTo>
                  <a:lnTo>
                    <a:pt x="1236" y="695"/>
                  </a:lnTo>
                  <a:lnTo>
                    <a:pt x="1236"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955;p54">
              <a:extLst>
                <a:ext uri="{FF2B5EF4-FFF2-40B4-BE49-F238E27FC236}">
                  <a16:creationId xmlns:a16="http://schemas.microsoft.com/office/drawing/2014/main" id="{A28DB46F-D34A-5AA9-AE4F-F871BB08A279}"/>
                </a:ext>
              </a:extLst>
            </p:cNvPr>
            <p:cNvSpPr/>
            <p:nvPr/>
          </p:nvSpPr>
          <p:spPr>
            <a:xfrm>
              <a:off x="4179425" y="1878425"/>
              <a:ext cx="100975" cy="108050"/>
            </a:xfrm>
            <a:custGeom>
              <a:avLst/>
              <a:gdLst/>
              <a:ahLst/>
              <a:cxnLst/>
              <a:rect l="l" t="t" r="r" b="b"/>
              <a:pathLst>
                <a:path w="4039" h="4322" extrusionOk="0">
                  <a:moveTo>
                    <a:pt x="1287" y="0"/>
                  </a:moveTo>
                  <a:lnTo>
                    <a:pt x="1132" y="26"/>
                  </a:lnTo>
                  <a:lnTo>
                    <a:pt x="978" y="103"/>
                  </a:lnTo>
                  <a:lnTo>
                    <a:pt x="849" y="232"/>
                  </a:lnTo>
                  <a:lnTo>
                    <a:pt x="798" y="386"/>
                  </a:lnTo>
                  <a:lnTo>
                    <a:pt x="26" y="3679"/>
                  </a:lnTo>
                  <a:lnTo>
                    <a:pt x="1" y="3807"/>
                  </a:lnTo>
                  <a:lnTo>
                    <a:pt x="26" y="3910"/>
                  </a:lnTo>
                  <a:lnTo>
                    <a:pt x="52" y="4039"/>
                  </a:lnTo>
                  <a:lnTo>
                    <a:pt x="103" y="4116"/>
                  </a:lnTo>
                  <a:lnTo>
                    <a:pt x="206" y="4219"/>
                  </a:lnTo>
                  <a:lnTo>
                    <a:pt x="283" y="4270"/>
                  </a:lnTo>
                  <a:lnTo>
                    <a:pt x="412" y="4322"/>
                  </a:lnTo>
                  <a:lnTo>
                    <a:pt x="3627" y="4322"/>
                  </a:lnTo>
                  <a:lnTo>
                    <a:pt x="3705" y="4296"/>
                  </a:lnTo>
                  <a:lnTo>
                    <a:pt x="3807" y="4245"/>
                  </a:lnTo>
                  <a:lnTo>
                    <a:pt x="3885" y="4167"/>
                  </a:lnTo>
                  <a:lnTo>
                    <a:pt x="3936" y="4090"/>
                  </a:lnTo>
                  <a:lnTo>
                    <a:pt x="3987" y="4013"/>
                  </a:lnTo>
                  <a:lnTo>
                    <a:pt x="4013" y="3910"/>
                  </a:lnTo>
                  <a:lnTo>
                    <a:pt x="4039" y="3807"/>
                  </a:lnTo>
                  <a:lnTo>
                    <a:pt x="4039" y="515"/>
                  </a:lnTo>
                  <a:lnTo>
                    <a:pt x="4013" y="412"/>
                  </a:lnTo>
                  <a:lnTo>
                    <a:pt x="3987" y="309"/>
                  </a:lnTo>
                  <a:lnTo>
                    <a:pt x="3936" y="232"/>
                  </a:lnTo>
                  <a:lnTo>
                    <a:pt x="3885" y="155"/>
                  </a:lnTo>
                  <a:lnTo>
                    <a:pt x="3807" y="77"/>
                  </a:lnTo>
                  <a:lnTo>
                    <a:pt x="3705" y="26"/>
                  </a:lnTo>
                  <a:lnTo>
                    <a:pt x="3627"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956;p54">
              <a:extLst>
                <a:ext uri="{FF2B5EF4-FFF2-40B4-BE49-F238E27FC236}">
                  <a16:creationId xmlns:a16="http://schemas.microsoft.com/office/drawing/2014/main" id="{EFA160E8-8816-63E0-97A3-B519D2291080}"/>
                </a:ext>
              </a:extLst>
            </p:cNvPr>
            <p:cNvSpPr/>
            <p:nvPr/>
          </p:nvSpPr>
          <p:spPr>
            <a:xfrm>
              <a:off x="4255300" y="1878425"/>
              <a:ext cx="25100" cy="108050"/>
            </a:xfrm>
            <a:custGeom>
              <a:avLst/>
              <a:gdLst/>
              <a:ahLst/>
              <a:cxnLst/>
              <a:rect l="l" t="t" r="r" b="b"/>
              <a:pathLst>
                <a:path w="1004" h="4322" extrusionOk="0">
                  <a:moveTo>
                    <a:pt x="1" y="0"/>
                  </a:moveTo>
                  <a:lnTo>
                    <a:pt x="104" y="26"/>
                  </a:lnTo>
                  <a:lnTo>
                    <a:pt x="207" y="77"/>
                  </a:lnTo>
                  <a:lnTo>
                    <a:pt x="284" y="155"/>
                  </a:lnTo>
                  <a:lnTo>
                    <a:pt x="335" y="232"/>
                  </a:lnTo>
                  <a:lnTo>
                    <a:pt x="387" y="309"/>
                  </a:lnTo>
                  <a:lnTo>
                    <a:pt x="412" y="412"/>
                  </a:lnTo>
                  <a:lnTo>
                    <a:pt x="438" y="515"/>
                  </a:lnTo>
                  <a:lnTo>
                    <a:pt x="438" y="3807"/>
                  </a:lnTo>
                  <a:lnTo>
                    <a:pt x="412" y="3910"/>
                  </a:lnTo>
                  <a:lnTo>
                    <a:pt x="387" y="4013"/>
                  </a:lnTo>
                  <a:lnTo>
                    <a:pt x="335" y="4090"/>
                  </a:lnTo>
                  <a:lnTo>
                    <a:pt x="284" y="4167"/>
                  </a:lnTo>
                  <a:lnTo>
                    <a:pt x="207" y="4245"/>
                  </a:lnTo>
                  <a:lnTo>
                    <a:pt x="104" y="4296"/>
                  </a:lnTo>
                  <a:lnTo>
                    <a:pt x="1" y="4322"/>
                  </a:lnTo>
                  <a:lnTo>
                    <a:pt x="592" y="4322"/>
                  </a:lnTo>
                  <a:lnTo>
                    <a:pt x="670" y="4296"/>
                  </a:lnTo>
                  <a:lnTo>
                    <a:pt x="772" y="4245"/>
                  </a:lnTo>
                  <a:lnTo>
                    <a:pt x="850" y="4167"/>
                  </a:lnTo>
                  <a:lnTo>
                    <a:pt x="901" y="4090"/>
                  </a:lnTo>
                  <a:lnTo>
                    <a:pt x="952" y="4013"/>
                  </a:lnTo>
                  <a:lnTo>
                    <a:pt x="978" y="3910"/>
                  </a:lnTo>
                  <a:lnTo>
                    <a:pt x="1004" y="3807"/>
                  </a:lnTo>
                  <a:lnTo>
                    <a:pt x="1004" y="515"/>
                  </a:lnTo>
                  <a:lnTo>
                    <a:pt x="978" y="412"/>
                  </a:lnTo>
                  <a:lnTo>
                    <a:pt x="952" y="309"/>
                  </a:lnTo>
                  <a:lnTo>
                    <a:pt x="901" y="232"/>
                  </a:lnTo>
                  <a:lnTo>
                    <a:pt x="850" y="155"/>
                  </a:lnTo>
                  <a:lnTo>
                    <a:pt x="772" y="77"/>
                  </a:lnTo>
                  <a:lnTo>
                    <a:pt x="670" y="26"/>
                  </a:lnTo>
                  <a:lnTo>
                    <a:pt x="592"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957;p54">
              <a:extLst>
                <a:ext uri="{FF2B5EF4-FFF2-40B4-BE49-F238E27FC236}">
                  <a16:creationId xmlns:a16="http://schemas.microsoft.com/office/drawing/2014/main" id="{7AD5AAB9-FC7F-6ACB-471F-A749943B511E}"/>
                </a:ext>
              </a:extLst>
            </p:cNvPr>
            <p:cNvSpPr/>
            <p:nvPr/>
          </p:nvSpPr>
          <p:spPr>
            <a:xfrm>
              <a:off x="4160775" y="1902225"/>
              <a:ext cx="89400" cy="60450"/>
            </a:xfrm>
            <a:custGeom>
              <a:avLst/>
              <a:gdLst/>
              <a:ahLst/>
              <a:cxnLst/>
              <a:rect l="l" t="t" r="r" b="b"/>
              <a:pathLst>
                <a:path w="3576" h="2418" extrusionOk="0">
                  <a:moveTo>
                    <a:pt x="2676" y="0"/>
                  </a:moveTo>
                  <a:lnTo>
                    <a:pt x="2676" y="1518"/>
                  </a:lnTo>
                  <a:lnTo>
                    <a:pt x="1" y="1518"/>
                  </a:lnTo>
                  <a:lnTo>
                    <a:pt x="1" y="2418"/>
                  </a:lnTo>
                  <a:lnTo>
                    <a:pt x="3113" y="2418"/>
                  </a:lnTo>
                  <a:lnTo>
                    <a:pt x="3216" y="2392"/>
                  </a:lnTo>
                  <a:lnTo>
                    <a:pt x="3293" y="2367"/>
                  </a:lnTo>
                  <a:lnTo>
                    <a:pt x="3370" y="2341"/>
                  </a:lnTo>
                  <a:lnTo>
                    <a:pt x="3447" y="2289"/>
                  </a:lnTo>
                  <a:lnTo>
                    <a:pt x="3499" y="2212"/>
                  </a:lnTo>
                  <a:lnTo>
                    <a:pt x="3525" y="2135"/>
                  </a:lnTo>
                  <a:lnTo>
                    <a:pt x="3550" y="2058"/>
                  </a:lnTo>
                  <a:lnTo>
                    <a:pt x="3576" y="1955"/>
                  </a:lnTo>
                  <a:lnTo>
                    <a:pt x="3576" y="0"/>
                  </a:lnTo>
                  <a:close/>
                </a:path>
              </a:pathLst>
            </a:custGeom>
            <a:solidFill>
              <a:srgbClr val="7C72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958;p54">
              <a:extLst>
                <a:ext uri="{FF2B5EF4-FFF2-40B4-BE49-F238E27FC236}">
                  <a16:creationId xmlns:a16="http://schemas.microsoft.com/office/drawing/2014/main" id="{91BF39BF-7588-8641-364B-D641567CD28B}"/>
                </a:ext>
              </a:extLst>
            </p:cNvPr>
            <p:cNvSpPr/>
            <p:nvPr/>
          </p:nvSpPr>
          <p:spPr>
            <a:xfrm>
              <a:off x="4032800" y="1685500"/>
              <a:ext cx="109350" cy="93925"/>
            </a:xfrm>
            <a:custGeom>
              <a:avLst/>
              <a:gdLst/>
              <a:ahLst/>
              <a:cxnLst/>
              <a:rect l="l" t="t" r="r" b="b"/>
              <a:pathLst>
                <a:path w="4374" h="3757" extrusionOk="0">
                  <a:moveTo>
                    <a:pt x="129" y="1"/>
                  </a:moveTo>
                  <a:lnTo>
                    <a:pt x="78" y="52"/>
                  </a:lnTo>
                  <a:lnTo>
                    <a:pt x="27" y="104"/>
                  </a:lnTo>
                  <a:lnTo>
                    <a:pt x="1" y="181"/>
                  </a:lnTo>
                  <a:lnTo>
                    <a:pt x="1" y="2907"/>
                  </a:lnTo>
                  <a:lnTo>
                    <a:pt x="27" y="2984"/>
                  </a:lnTo>
                  <a:lnTo>
                    <a:pt x="78" y="3036"/>
                  </a:lnTo>
                  <a:lnTo>
                    <a:pt x="129" y="3062"/>
                  </a:lnTo>
                  <a:lnTo>
                    <a:pt x="181" y="3087"/>
                  </a:lnTo>
                  <a:lnTo>
                    <a:pt x="644" y="3087"/>
                  </a:lnTo>
                  <a:lnTo>
                    <a:pt x="721" y="3113"/>
                  </a:lnTo>
                  <a:lnTo>
                    <a:pt x="798" y="3164"/>
                  </a:lnTo>
                  <a:lnTo>
                    <a:pt x="1133" y="3730"/>
                  </a:lnTo>
                  <a:lnTo>
                    <a:pt x="1158" y="3756"/>
                  </a:lnTo>
                  <a:lnTo>
                    <a:pt x="1210" y="3730"/>
                  </a:lnTo>
                  <a:lnTo>
                    <a:pt x="1544" y="3164"/>
                  </a:lnTo>
                  <a:lnTo>
                    <a:pt x="1596" y="3113"/>
                  </a:lnTo>
                  <a:lnTo>
                    <a:pt x="1698" y="3087"/>
                  </a:lnTo>
                  <a:lnTo>
                    <a:pt x="4194" y="3087"/>
                  </a:lnTo>
                  <a:lnTo>
                    <a:pt x="4271" y="3062"/>
                  </a:lnTo>
                  <a:lnTo>
                    <a:pt x="4322" y="3036"/>
                  </a:lnTo>
                  <a:lnTo>
                    <a:pt x="4374" y="2984"/>
                  </a:lnTo>
                  <a:lnTo>
                    <a:pt x="4374" y="2907"/>
                  </a:lnTo>
                  <a:lnTo>
                    <a:pt x="4374" y="181"/>
                  </a:lnTo>
                  <a:lnTo>
                    <a:pt x="4374" y="104"/>
                  </a:lnTo>
                  <a:lnTo>
                    <a:pt x="4322" y="52"/>
                  </a:lnTo>
                  <a:lnTo>
                    <a:pt x="427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959;p54">
              <a:extLst>
                <a:ext uri="{FF2B5EF4-FFF2-40B4-BE49-F238E27FC236}">
                  <a16:creationId xmlns:a16="http://schemas.microsoft.com/office/drawing/2014/main" id="{B9468A26-2B4B-92EE-D053-D921439DB56C}"/>
                </a:ext>
              </a:extLst>
            </p:cNvPr>
            <p:cNvSpPr/>
            <p:nvPr/>
          </p:nvSpPr>
          <p:spPr>
            <a:xfrm>
              <a:off x="3983300" y="1807675"/>
              <a:ext cx="10950" cy="13550"/>
            </a:xfrm>
            <a:custGeom>
              <a:avLst/>
              <a:gdLst/>
              <a:ahLst/>
              <a:cxnLst/>
              <a:rect l="l" t="t" r="r" b="b"/>
              <a:pathLst>
                <a:path w="438" h="542" extrusionOk="0">
                  <a:moveTo>
                    <a:pt x="232" y="1"/>
                  </a:moveTo>
                  <a:lnTo>
                    <a:pt x="129" y="27"/>
                  </a:lnTo>
                  <a:lnTo>
                    <a:pt x="77" y="78"/>
                  </a:lnTo>
                  <a:lnTo>
                    <a:pt x="26" y="155"/>
                  </a:lnTo>
                  <a:lnTo>
                    <a:pt x="0" y="232"/>
                  </a:lnTo>
                  <a:lnTo>
                    <a:pt x="0" y="335"/>
                  </a:lnTo>
                  <a:lnTo>
                    <a:pt x="26" y="412"/>
                  </a:lnTo>
                  <a:lnTo>
                    <a:pt x="77" y="490"/>
                  </a:lnTo>
                  <a:lnTo>
                    <a:pt x="129" y="541"/>
                  </a:lnTo>
                  <a:lnTo>
                    <a:pt x="309" y="541"/>
                  </a:lnTo>
                  <a:lnTo>
                    <a:pt x="386" y="490"/>
                  </a:lnTo>
                  <a:lnTo>
                    <a:pt x="412" y="412"/>
                  </a:lnTo>
                  <a:lnTo>
                    <a:pt x="437" y="335"/>
                  </a:lnTo>
                  <a:lnTo>
                    <a:pt x="437" y="232"/>
                  </a:lnTo>
                  <a:lnTo>
                    <a:pt x="412" y="155"/>
                  </a:lnTo>
                  <a:lnTo>
                    <a:pt x="386" y="78"/>
                  </a:lnTo>
                  <a:lnTo>
                    <a:pt x="309" y="27"/>
                  </a:lnTo>
                  <a:lnTo>
                    <a:pt x="232"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960;p54">
              <a:extLst>
                <a:ext uri="{FF2B5EF4-FFF2-40B4-BE49-F238E27FC236}">
                  <a16:creationId xmlns:a16="http://schemas.microsoft.com/office/drawing/2014/main" id="{689B337D-8C78-9176-5BF7-6EA489B44598}"/>
                </a:ext>
              </a:extLst>
            </p:cNvPr>
            <p:cNvSpPr/>
            <p:nvPr/>
          </p:nvSpPr>
          <p:spPr>
            <a:xfrm>
              <a:off x="3917700" y="1752375"/>
              <a:ext cx="373000" cy="276550"/>
            </a:xfrm>
            <a:custGeom>
              <a:avLst/>
              <a:gdLst/>
              <a:ahLst/>
              <a:cxnLst/>
              <a:rect l="l" t="t" r="r" b="b"/>
              <a:pathLst>
                <a:path w="14920" h="11062" extrusionOk="0">
                  <a:moveTo>
                    <a:pt x="1955" y="438"/>
                  </a:moveTo>
                  <a:lnTo>
                    <a:pt x="3602" y="644"/>
                  </a:lnTo>
                  <a:lnTo>
                    <a:pt x="3653" y="670"/>
                  </a:lnTo>
                  <a:lnTo>
                    <a:pt x="3679" y="670"/>
                  </a:lnTo>
                  <a:lnTo>
                    <a:pt x="3705" y="721"/>
                  </a:lnTo>
                  <a:lnTo>
                    <a:pt x="3705" y="772"/>
                  </a:lnTo>
                  <a:lnTo>
                    <a:pt x="3705" y="798"/>
                  </a:lnTo>
                  <a:lnTo>
                    <a:pt x="3679" y="850"/>
                  </a:lnTo>
                  <a:lnTo>
                    <a:pt x="3524" y="978"/>
                  </a:lnTo>
                  <a:lnTo>
                    <a:pt x="2650" y="978"/>
                  </a:lnTo>
                  <a:lnTo>
                    <a:pt x="2444" y="1004"/>
                  </a:lnTo>
                  <a:lnTo>
                    <a:pt x="2264" y="1081"/>
                  </a:lnTo>
                  <a:lnTo>
                    <a:pt x="2110" y="1210"/>
                  </a:lnTo>
                  <a:lnTo>
                    <a:pt x="2007" y="1390"/>
                  </a:lnTo>
                  <a:lnTo>
                    <a:pt x="1724" y="1981"/>
                  </a:lnTo>
                  <a:lnTo>
                    <a:pt x="1698" y="2033"/>
                  </a:lnTo>
                  <a:lnTo>
                    <a:pt x="1647" y="2084"/>
                  </a:lnTo>
                  <a:lnTo>
                    <a:pt x="1544" y="2136"/>
                  </a:lnTo>
                  <a:lnTo>
                    <a:pt x="1235" y="2213"/>
                  </a:lnTo>
                  <a:lnTo>
                    <a:pt x="1132" y="2264"/>
                  </a:lnTo>
                  <a:lnTo>
                    <a:pt x="1029" y="2316"/>
                  </a:lnTo>
                  <a:lnTo>
                    <a:pt x="927" y="2393"/>
                  </a:lnTo>
                  <a:lnTo>
                    <a:pt x="849" y="2470"/>
                  </a:lnTo>
                  <a:lnTo>
                    <a:pt x="798" y="2573"/>
                  </a:lnTo>
                  <a:lnTo>
                    <a:pt x="746" y="2676"/>
                  </a:lnTo>
                  <a:lnTo>
                    <a:pt x="721" y="2779"/>
                  </a:lnTo>
                  <a:lnTo>
                    <a:pt x="721" y="2907"/>
                  </a:lnTo>
                  <a:lnTo>
                    <a:pt x="721" y="3087"/>
                  </a:lnTo>
                  <a:lnTo>
                    <a:pt x="644" y="3087"/>
                  </a:lnTo>
                  <a:lnTo>
                    <a:pt x="566" y="3062"/>
                  </a:lnTo>
                  <a:lnTo>
                    <a:pt x="515" y="3036"/>
                  </a:lnTo>
                  <a:lnTo>
                    <a:pt x="464" y="2959"/>
                  </a:lnTo>
                  <a:lnTo>
                    <a:pt x="438" y="2907"/>
                  </a:lnTo>
                  <a:lnTo>
                    <a:pt x="438" y="1235"/>
                  </a:lnTo>
                  <a:lnTo>
                    <a:pt x="464" y="1158"/>
                  </a:lnTo>
                  <a:lnTo>
                    <a:pt x="515" y="1107"/>
                  </a:lnTo>
                  <a:lnTo>
                    <a:pt x="566" y="1055"/>
                  </a:lnTo>
                  <a:lnTo>
                    <a:pt x="1004" y="1055"/>
                  </a:lnTo>
                  <a:lnTo>
                    <a:pt x="1184" y="1030"/>
                  </a:lnTo>
                  <a:lnTo>
                    <a:pt x="1364" y="927"/>
                  </a:lnTo>
                  <a:lnTo>
                    <a:pt x="1518" y="824"/>
                  </a:lnTo>
                  <a:lnTo>
                    <a:pt x="1621" y="644"/>
                  </a:lnTo>
                  <a:lnTo>
                    <a:pt x="1672" y="567"/>
                  </a:lnTo>
                  <a:lnTo>
                    <a:pt x="1750" y="489"/>
                  </a:lnTo>
                  <a:lnTo>
                    <a:pt x="1853" y="464"/>
                  </a:lnTo>
                  <a:lnTo>
                    <a:pt x="1955" y="438"/>
                  </a:lnTo>
                  <a:close/>
                  <a:moveTo>
                    <a:pt x="12965" y="438"/>
                  </a:moveTo>
                  <a:lnTo>
                    <a:pt x="13067" y="464"/>
                  </a:lnTo>
                  <a:lnTo>
                    <a:pt x="13170" y="489"/>
                  </a:lnTo>
                  <a:lnTo>
                    <a:pt x="13248" y="567"/>
                  </a:lnTo>
                  <a:lnTo>
                    <a:pt x="13299" y="644"/>
                  </a:lnTo>
                  <a:lnTo>
                    <a:pt x="13402" y="824"/>
                  </a:lnTo>
                  <a:lnTo>
                    <a:pt x="13556" y="927"/>
                  </a:lnTo>
                  <a:lnTo>
                    <a:pt x="13736" y="1030"/>
                  </a:lnTo>
                  <a:lnTo>
                    <a:pt x="13916" y="1055"/>
                  </a:lnTo>
                  <a:lnTo>
                    <a:pt x="14354" y="1055"/>
                  </a:lnTo>
                  <a:lnTo>
                    <a:pt x="14405" y="1107"/>
                  </a:lnTo>
                  <a:lnTo>
                    <a:pt x="14456" y="1158"/>
                  </a:lnTo>
                  <a:lnTo>
                    <a:pt x="14482" y="1235"/>
                  </a:lnTo>
                  <a:lnTo>
                    <a:pt x="14482" y="2907"/>
                  </a:lnTo>
                  <a:lnTo>
                    <a:pt x="14456" y="2959"/>
                  </a:lnTo>
                  <a:lnTo>
                    <a:pt x="14405" y="3036"/>
                  </a:lnTo>
                  <a:lnTo>
                    <a:pt x="14354" y="3062"/>
                  </a:lnTo>
                  <a:lnTo>
                    <a:pt x="14276" y="3087"/>
                  </a:lnTo>
                  <a:lnTo>
                    <a:pt x="14199" y="3087"/>
                  </a:lnTo>
                  <a:lnTo>
                    <a:pt x="14199" y="2907"/>
                  </a:lnTo>
                  <a:lnTo>
                    <a:pt x="14199" y="2779"/>
                  </a:lnTo>
                  <a:lnTo>
                    <a:pt x="14174" y="2676"/>
                  </a:lnTo>
                  <a:lnTo>
                    <a:pt x="14122" y="2573"/>
                  </a:lnTo>
                  <a:lnTo>
                    <a:pt x="14071" y="2470"/>
                  </a:lnTo>
                  <a:lnTo>
                    <a:pt x="13993" y="2393"/>
                  </a:lnTo>
                  <a:lnTo>
                    <a:pt x="13891" y="2316"/>
                  </a:lnTo>
                  <a:lnTo>
                    <a:pt x="13788" y="2264"/>
                  </a:lnTo>
                  <a:lnTo>
                    <a:pt x="13685" y="2213"/>
                  </a:lnTo>
                  <a:lnTo>
                    <a:pt x="13376" y="2136"/>
                  </a:lnTo>
                  <a:lnTo>
                    <a:pt x="13273" y="2084"/>
                  </a:lnTo>
                  <a:lnTo>
                    <a:pt x="13222" y="2033"/>
                  </a:lnTo>
                  <a:lnTo>
                    <a:pt x="13196" y="1981"/>
                  </a:lnTo>
                  <a:lnTo>
                    <a:pt x="12913" y="1390"/>
                  </a:lnTo>
                  <a:lnTo>
                    <a:pt x="12810" y="1210"/>
                  </a:lnTo>
                  <a:lnTo>
                    <a:pt x="12656" y="1081"/>
                  </a:lnTo>
                  <a:lnTo>
                    <a:pt x="12476" y="1004"/>
                  </a:lnTo>
                  <a:lnTo>
                    <a:pt x="12270" y="978"/>
                  </a:lnTo>
                  <a:lnTo>
                    <a:pt x="11396" y="978"/>
                  </a:lnTo>
                  <a:lnTo>
                    <a:pt x="11241" y="850"/>
                  </a:lnTo>
                  <a:lnTo>
                    <a:pt x="11215" y="798"/>
                  </a:lnTo>
                  <a:lnTo>
                    <a:pt x="11215" y="772"/>
                  </a:lnTo>
                  <a:lnTo>
                    <a:pt x="11215" y="721"/>
                  </a:lnTo>
                  <a:lnTo>
                    <a:pt x="11241" y="670"/>
                  </a:lnTo>
                  <a:lnTo>
                    <a:pt x="11267" y="670"/>
                  </a:lnTo>
                  <a:lnTo>
                    <a:pt x="11318" y="644"/>
                  </a:lnTo>
                  <a:lnTo>
                    <a:pt x="12965" y="438"/>
                  </a:lnTo>
                  <a:close/>
                  <a:moveTo>
                    <a:pt x="3370" y="1415"/>
                  </a:moveTo>
                  <a:lnTo>
                    <a:pt x="3370" y="3087"/>
                  </a:lnTo>
                  <a:lnTo>
                    <a:pt x="3370" y="3190"/>
                  </a:lnTo>
                  <a:lnTo>
                    <a:pt x="3190" y="3216"/>
                  </a:lnTo>
                  <a:lnTo>
                    <a:pt x="3087" y="3190"/>
                  </a:lnTo>
                  <a:lnTo>
                    <a:pt x="3010" y="3165"/>
                  </a:lnTo>
                  <a:lnTo>
                    <a:pt x="2907" y="3139"/>
                  </a:lnTo>
                  <a:lnTo>
                    <a:pt x="2830" y="3139"/>
                  </a:lnTo>
                  <a:lnTo>
                    <a:pt x="2753" y="3190"/>
                  </a:lnTo>
                  <a:lnTo>
                    <a:pt x="2701" y="3242"/>
                  </a:lnTo>
                  <a:lnTo>
                    <a:pt x="2676" y="3345"/>
                  </a:lnTo>
                  <a:lnTo>
                    <a:pt x="2701" y="3422"/>
                  </a:lnTo>
                  <a:lnTo>
                    <a:pt x="2727" y="3499"/>
                  </a:lnTo>
                  <a:lnTo>
                    <a:pt x="2804" y="3550"/>
                  </a:lnTo>
                  <a:lnTo>
                    <a:pt x="3010" y="3628"/>
                  </a:lnTo>
                  <a:lnTo>
                    <a:pt x="3216" y="3653"/>
                  </a:lnTo>
                  <a:lnTo>
                    <a:pt x="3036" y="3833"/>
                  </a:lnTo>
                  <a:lnTo>
                    <a:pt x="2856" y="3962"/>
                  </a:lnTo>
                  <a:lnTo>
                    <a:pt x="2624" y="4065"/>
                  </a:lnTo>
                  <a:lnTo>
                    <a:pt x="2496" y="4091"/>
                  </a:lnTo>
                  <a:lnTo>
                    <a:pt x="2187" y="4091"/>
                  </a:lnTo>
                  <a:lnTo>
                    <a:pt x="2058" y="4116"/>
                  </a:lnTo>
                  <a:lnTo>
                    <a:pt x="1955" y="4193"/>
                  </a:lnTo>
                  <a:lnTo>
                    <a:pt x="1878" y="4271"/>
                  </a:lnTo>
                  <a:lnTo>
                    <a:pt x="1853" y="4399"/>
                  </a:lnTo>
                  <a:lnTo>
                    <a:pt x="1853" y="4811"/>
                  </a:lnTo>
                  <a:lnTo>
                    <a:pt x="1132" y="4811"/>
                  </a:lnTo>
                  <a:lnTo>
                    <a:pt x="1132" y="2907"/>
                  </a:lnTo>
                  <a:lnTo>
                    <a:pt x="1158" y="2804"/>
                  </a:lnTo>
                  <a:lnTo>
                    <a:pt x="1209" y="2727"/>
                  </a:lnTo>
                  <a:lnTo>
                    <a:pt x="1261" y="2676"/>
                  </a:lnTo>
                  <a:lnTo>
                    <a:pt x="1338" y="2650"/>
                  </a:lnTo>
                  <a:lnTo>
                    <a:pt x="1518" y="2599"/>
                  </a:lnTo>
                  <a:lnTo>
                    <a:pt x="1724" y="2547"/>
                  </a:lnTo>
                  <a:lnTo>
                    <a:pt x="1827" y="2496"/>
                  </a:lnTo>
                  <a:lnTo>
                    <a:pt x="1955" y="2419"/>
                  </a:lnTo>
                  <a:lnTo>
                    <a:pt x="2058" y="2316"/>
                  </a:lnTo>
                  <a:lnTo>
                    <a:pt x="2135" y="2161"/>
                  </a:lnTo>
                  <a:lnTo>
                    <a:pt x="2367" y="1596"/>
                  </a:lnTo>
                  <a:lnTo>
                    <a:pt x="2444" y="1493"/>
                  </a:lnTo>
                  <a:lnTo>
                    <a:pt x="2521" y="1441"/>
                  </a:lnTo>
                  <a:lnTo>
                    <a:pt x="2598" y="1415"/>
                  </a:lnTo>
                  <a:close/>
                  <a:moveTo>
                    <a:pt x="12347" y="1415"/>
                  </a:moveTo>
                  <a:lnTo>
                    <a:pt x="12424" y="1441"/>
                  </a:lnTo>
                  <a:lnTo>
                    <a:pt x="12476" y="1493"/>
                  </a:lnTo>
                  <a:lnTo>
                    <a:pt x="12527" y="1570"/>
                  </a:lnTo>
                  <a:lnTo>
                    <a:pt x="12785" y="2161"/>
                  </a:lnTo>
                  <a:lnTo>
                    <a:pt x="12862" y="2316"/>
                  </a:lnTo>
                  <a:lnTo>
                    <a:pt x="12965" y="2419"/>
                  </a:lnTo>
                  <a:lnTo>
                    <a:pt x="13093" y="2496"/>
                  </a:lnTo>
                  <a:lnTo>
                    <a:pt x="13196" y="2547"/>
                  </a:lnTo>
                  <a:lnTo>
                    <a:pt x="13402" y="2599"/>
                  </a:lnTo>
                  <a:lnTo>
                    <a:pt x="13582" y="2650"/>
                  </a:lnTo>
                  <a:lnTo>
                    <a:pt x="13659" y="2676"/>
                  </a:lnTo>
                  <a:lnTo>
                    <a:pt x="13711" y="2727"/>
                  </a:lnTo>
                  <a:lnTo>
                    <a:pt x="13762" y="2804"/>
                  </a:lnTo>
                  <a:lnTo>
                    <a:pt x="13788" y="2907"/>
                  </a:lnTo>
                  <a:lnTo>
                    <a:pt x="13788" y="4811"/>
                  </a:lnTo>
                  <a:lnTo>
                    <a:pt x="13067" y="4811"/>
                  </a:lnTo>
                  <a:lnTo>
                    <a:pt x="13067" y="4296"/>
                  </a:lnTo>
                  <a:lnTo>
                    <a:pt x="13042" y="4219"/>
                  </a:lnTo>
                  <a:lnTo>
                    <a:pt x="12990" y="4142"/>
                  </a:lnTo>
                  <a:lnTo>
                    <a:pt x="12939" y="4116"/>
                  </a:lnTo>
                  <a:lnTo>
                    <a:pt x="12836" y="4091"/>
                  </a:lnTo>
                  <a:lnTo>
                    <a:pt x="12424" y="4091"/>
                  </a:lnTo>
                  <a:lnTo>
                    <a:pt x="12296" y="4065"/>
                  </a:lnTo>
                  <a:lnTo>
                    <a:pt x="12064" y="3962"/>
                  </a:lnTo>
                  <a:lnTo>
                    <a:pt x="11884" y="3833"/>
                  </a:lnTo>
                  <a:lnTo>
                    <a:pt x="11704" y="3653"/>
                  </a:lnTo>
                  <a:lnTo>
                    <a:pt x="11910" y="3628"/>
                  </a:lnTo>
                  <a:lnTo>
                    <a:pt x="12116" y="3550"/>
                  </a:lnTo>
                  <a:lnTo>
                    <a:pt x="12193" y="3499"/>
                  </a:lnTo>
                  <a:lnTo>
                    <a:pt x="12219" y="3422"/>
                  </a:lnTo>
                  <a:lnTo>
                    <a:pt x="12244" y="3345"/>
                  </a:lnTo>
                  <a:lnTo>
                    <a:pt x="12219" y="3242"/>
                  </a:lnTo>
                  <a:lnTo>
                    <a:pt x="12167" y="3190"/>
                  </a:lnTo>
                  <a:lnTo>
                    <a:pt x="12090" y="3139"/>
                  </a:lnTo>
                  <a:lnTo>
                    <a:pt x="12013" y="3139"/>
                  </a:lnTo>
                  <a:lnTo>
                    <a:pt x="11910" y="3165"/>
                  </a:lnTo>
                  <a:lnTo>
                    <a:pt x="11833" y="3190"/>
                  </a:lnTo>
                  <a:lnTo>
                    <a:pt x="11730" y="3216"/>
                  </a:lnTo>
                  <a:lnTo>
                    <a:pt x="11550" y="3190"/>
                  </a:lnTo>
                  <a:lnTo>
                    <a:pt x="11550" y="3087"/>
                  </a:lnTo>
                  <a:lnTo>
                    <a:pt x="11550" y="1415"/>
                  </a:lnTo>
                  <a:close/>
                  <a:moveTo>
                    <a:pt x="6225" y="7846"/>
                  </a:moveTo>
                  <a:lnTo>
                    <a:pt x="6174" y="7949"/>
                  </a:lnTo>
                  <a:lnTo>
                    <a:pt x="6122" y="8026"/>
                  </a:lnTo>
                  <a:lnTo>
                    <a:pt x="6045" y="8078"/>
                  </a:lnTo>
                  <a:lnTo>
                    <a:pt x="5942" y="8103"/>
                  </a:lnTo>
                  <a:lnTo>
                    <a:pt x="5402" y="8103"/>
                  </a:lnTo>
                  <a:lnTo>
                    <a:pt x="5402" y="7846"/>
                  </a:lnTo>
                  <a:close/>
                  <a:moveTo>
                    <a:pt x="9518" y="7846"/>
                  </a:moveTo>
                  <a:lnTo>
                    <a:pt x="9518" y="8103"/>
                  </a:lnTo>
                  <a:lnTo>
                    <a:pt x="8978" y="8103"/>
                  </a:lnTo>
                  <a:lnTo>
                    <a:pt x="8875" y="8078"/>
                  </a:lnTo>
                  <a:lnTo>
                    <a:pt x="8798" y="8026"/>
                  </a:lnTo>
                  <a:lnTo>
                    <a:pt x="8746" y="7949"/>
                  </a:lnTo>
                  <a:lnTo>
                    <a:pt x="8695" y="7846"/>
                  </a:lnTo>
                  <a:close/>
                  <a:moveTo>
                    <a:pt x="9595" y="4734"/>
                  </a:moveTo>
                  <a:lnTo>
                    <a:pt x="9929" y="7280"/>
                  </a:lnTo>
                  <a:lnTo>
                    <a:pt x="9724" y="7280"/>
                  </a:lnTo>
                  <a:lnTo>
                    <a:pt x="9672" y="7306"/>
                  </a:lnTo>
                  <a:lnTo>
                    <a:pt x="9595" y="7332"/>
                  </a:lnTo>
                  <a:lnTo>
                    <a:pt x="9569" y="7357"/>
                  </a:lnTo>
                  <a:lnTo>
                    <a:pt x="9518" y="7409"/>
                  </a:lnTo>
                  <a:lnTo>
                    <a:pt x="8592" y="7409"/>
                  </a:lnTo>
                  <a:lnTo>
                    <a:pt x="8463" y="7460"/>
                  </a:lnTo>
                  <a:lnTo>
                    <a:pt x="8360" y="7512"/>
                  </a:lnTo>
                  <a:lnTo>
                    <a:pt x="8283" y="7615"/>
                  </a:lnTo>
                  <a:lnTo>
                    <a:pt x="8257" y="7743"/>
                  </a:lnTo>
                  <a:lnTo>
                    <a:pt x="8257" y="7820"/>
                  </a:lnTo>
                  <a:lnTo>
                    <a:pt x="8283" y="7975"/>
                  </a:lnTo>
                  <a:lnTo>
                    <a:pt x="8309" y="8103"/>
                  </a:lnTo>
                  <a:lnTo>
                    <a:pt x="8386" y="8232"/>
                  </a:lnTo>
                  <a:lnTo>
                    <a:pt x="8463" y="8335"/>
                  </a:lnTo>
                  <a:lnTo>
                    <a:pt x="8592" y="8412"/>
                  </a:lnTo>
                  <a:lnTo>
                    <a:pt x="8695" y="8489"/>
                  </a:lnTo>
                  <a:lnTo>
                    <a:pt x="8849" y="8515"/>
                  </a:lnTo>
                  <a:lnTo>
                    <a:pt x="8978" y="8541"/>
                  </a:lnTo>
                  <a:lnTo>
                    <a:pt x="9569" y="8541"/>
                  </a:lnTo>
                  <a:lnTo>
                    <a:pt x="9621" y="8592"/>
                  </a:lnTo>
                  <a:lnTo>
                    <a:pt x="9724" y="8618"/>
                  </a:lnTo>
                  <a:lnTo>
                    <a:pt x="10109" y="8618"/>
                  </a:lnTo>
                  <a:lnTo>
                    <a:pt x="10341" y="10624"/>
                  </a:lnTo>
                  <a:lnTo>
                    <a:pt x="4579" y="10624"/>
                  </a:lnTo>
                  <a:lnTo>
                    <a:pt x="4811" y="8618"/>
                  </a:lnTo>
                  <a:lnTo>
                    <a:pt x="5196" y="8618"/>
                  </a:lnTo>
                  <a:lnTo>
                    <a:pt x="5299" y="8592"/>
                  </a:lnTo>
                  <a:lnTo>
                    <a:pt x="5351" y="8541"/>
                  </a:lnTo>
                  <a:lnTo>
                    <a:pt x="5942" y="8541"/>
                  </a:lnTo>
                  <a:lnTo>
                    <a:pt x="6071" y="8515"/>
                  </a:lnTo>
                  <a:lnTo>
                    <a:pt x="6225" y="8489"/>
                  </a:lnTo>
                  <a:lnTo>
                    <a:pt x="6328" y="8412"/>
                  </a:lnTo>
                  <a:lnTo>
                    <a:pt x="6457" y="8335"/>
                  </a:lnTo>
                  <a:lnTo>
                    <a:pt x="6534" y="8232"/>
                  </a:lnTo>
                  <a:lnTo>
                    <a:pt x="6611" y="8103"/>
                  </a:lnTo>
                  <a:lnTo>
                    <a:pt x="6637" y="7975"/>
                  </a:lnTo>
                  <a:lnTo>
                    <a:pt x="6663" y="7820"/>
                  </a:lnTo>
                  <a:lnTo>
                    <a:pt x="6663" y="7743"/>
                  </a:lnTo>
                  <a:lnTo>
                    <a:pt x="6637" y="7615"/>
                  </a:lnTo>
                  <a:lnTo>
                    <a:pt x="6560" y="7512"/>
                  </a:lnTo>
                  <a:lnTo>
                    <a:pt x="6457" y="7460"/>
                  </a:lnTo>
                  <a:lnTo>
                    <a:pt x="6328" y="7409"/>
                  </a:lnTo>
                  <a:lnTo>
                    <a:pt x="5402" y="7409"/>
                  </a:lnTo>
                  <a:lnTo>
                    <a:pt x="5351" y="7357"/>
                  </a:lnTo>
                  <a:lnTo>
                    <a:pt x="5325" y="7332"/>
                  </a:lnTo>
                  <a:lnTo>
                    <a:pt x="5248" y="7306"/>
                  </a:lnTo>
                  <a:lnTo>
                    <a:pt x="5196" y="7280"/>
                  </a:lnTo>
                  <a:lnTo>
                    <a:pt x="4991" y="7280"/>
                  </a:lnTo>
                  <a:lnTo>
                    <a:pt x="5325" y="4734"/>
                  </a:lnTo>
                  <a:close/>
                  <a:moveTo>
                    <a:pt x="1878" y="1"/>
                  </a:moveTo>
                  <a:lnTo>
                    <a:pt x="1750" y="26"/>
                  </a:lnTo>
                  <a:lnTo>
                    <a:pt x="1647" y="52"/>
                  </a:lnTo>
                  <a:lnTo>
                    <a:pt x="1518" y="104"/>
                  </a:lnTo>
                  <a:lnTo>
                    <a:pt x="1415" y="181"/>
                  </a:lnTo>
                  <a:lnTo>
                    <a:pt x="1338" y="258"/>
                  </a:lnTo>
                  <a:lnTo>
                    <a:pt x="1261" y="361"/>
                  </a:lnTo>
                  <a:lnTo>
                    <a:pt x="1209" y="464"/>
                  </a:lnTo>
                  <a:lnTo>
                    <a:pt x="1184" y="541"/>
                  </a:lnTo>
                  <a:lnTo>
                    <a:pt x="1132" y="567"/>
                  </a:lnTo>
                  <a:lnTo>
                    <a:pt x="1055" y="592"/>
                  </a:lnTo>
                  <a:lnTo>
                    <a:pt x="1004" y="618"/>
                  </a:lnTo>
                  <a:lnTo>
                    <a:pt x="515" y="618"/>
                  </a:lnTo>
                  <a:lnTo>
                    <a:pt x="386" y="670"/>
                  </a:lnTo>
                  <a:lnTo>
                    <a:pt x="283" y="721"/>
                  </a:lnTo>
                  <a:lnTo>
                    <a:pt x="206" y="798"/>
                  </a:lnTo>
                  <a:lnTo>
                    <a:pt x="129" y="901"/>
                  </a:lnTo>
                  <a:lnTo>
                    <a:pt x="52" y="1004"/>
                  </a:lnTo>
                  <a:lnTo>
                    <a:pt x="26" y="1107"/>
                  </a:lnTo>
                  <a:lnTo>
                    <a:pt x="1" y="1235"/>
                  </a:lnTo>
                  <a:lnTo>
                    <a:pt x="1" y="2907"/>
                  </a:lnTo>
                  <a:lnTo>
                    <a:pt x="26" y="3010"/>
                  </a:lnTo>
                  <a:lnTo>
                    <a:pt x="52" y="3139"/>
                  </a:lnTo>
                  <a:lnTo>
                    <a:pt x="129" y="3242"/>
                  </a:lnTo>
                  <a:lnTo>
                    <a:pt x="206" y="3345"/>
                  </a:lnTo>
                  <a:lnTo>
                    <a:pt x="283" y="3422"/>
                  </a:lnTo>
                  <a:lnTo>
                    <a:pt x="386" y="3473"/>
                  </a:lnTo>
                  <a:lnTo>
                    <a:pt x="515" y="3525"/>
                  </a:lnTo>
                  <a:lnTo>
                    <a:pt x="721" y="3525"/>
                  </a:lnTo>
                  <a:lnTo>
                    <a:pt x="721" y="4862"/>
                  </a:lnTo>
                  <a:lnTo>
                    <a:pt x="592" y="4914"/>
                  </a:lnTo>
                  <a:lnTo>
                    <a:pt x="515" y="4965"/>
                  </a:lnTo>
                  <a:lnTo>
                    <a:pt x="412" y="5042"/>
                  </a:lnTo>
                  <a:lnTo>
                    <a:pt x="335" y="5119"/>
                  </a:lnTo>
                  <a:lnTo>
                    <a:pt x="283" y="5222"/>
                  </a:lnTo>
                  <a:lnTo>
                    <a:pt x="232" y="5325"/>
                  </a:lnTo>
                  <a:lnTo>
                    <a:pt x="206" y="5428"/>
                  </a:lnTo>
                  <a:lnTo>
                    <a:pt x="206" y="5557"/>
                  </a:lnTo>
                  <a:lnTo>
                    <a:pt x="206" y="8849"/>
                  </a:lnTo>
                  <a:lnTo>
                    <a:pt x="206" y="9004"/>
                  </a:lnTo>
                  <a:lnTo>
                    <a:pt x="258" y="9132"/>
                  </a:lnTo>
                  <a:lnTo>
                    <a:pt x="335" y="9261"/>
                  </a:lnTo>
                  <a:lnTo>
                    <a:pt x="412" y="9364"/>
                  </a:lnTo>
                  <a:lnTo>
                    <a:pt x="515" y="9467"/>
                  </a:lnTo>
                  <a:lnTo>
                    <a:pt x="644" y="9518"/>
                  </a:lnTo>
                  <a:lnTo>
                    <a:pt x="798" y="9569"/>
                  </a:lnTo>
                  <a:lnTo>
                    <a:pt x="952" y="9595"/>
                  </a:lnTo>
                  <a:lnTo>
                    <a:pt x="1184" y="9595"/>
                  </a:lnTo>
                  <a:lnTo>
                    <a:pt x="1287" y="9569"/>
                  </a:lnTo>
                  <a:lnTo>
                    <a:pt x="1338" y="9518"/>
                  </a:lnTo>
                  <a:lnTo>
                    <a:pt x="1390" y="9441"/>
                  </a:lnTo>
                  <a:lnTo>
                    <a:pt x="1415" y="9364"/>
                  </a:lnTo>
                  <a:lnTo>
                    <a:pt x="1390" y="9287"/>
                  </a:lnTo>
                  <a:lnTo>
                    <a:pt x="1338" y="9209"/>
                  </a:lnTo>
                  <a:lnTo>
                    <a:pt x="1287" y="9158"/>
                  </a:lnTo>
                  <a:lnTo>
                    <a:pt x="952" y="9158"/>
                  </a:lnTo>
                  <a:lnTo>
                    <a:pt x="824" y="9132"/>
                  </a:lnTo>
                  <a:lnTo>
                    <a:pt x="721" y="9055"/>
                  </a:lnTo>
                  <a:lnTo>
                    <a:pt x="669" y="8952"/>
                  </a:lnTo>
                  <a:lnTo>
                    <a:pt x="644" y="8849"/>
                  </a:lnTo>
                  <a:lnTo>
                    <a:pt x="644" y="5557"/>
                  </a:lnTo>
                  <a:lnTo>
                    <a:pt x="669" y="5454"/>
                  </a:lnTo>
                  <a:lnTo>
                    <a:pt x="721" y="5351"/>
                  </a:lnTo>
                  <a:lnTo>
                    <a:pt x="824" y="5274"/>
                  </a:lnTo>
                  <a:lnTo>
                    <a:pt x="952" y="5248"/>
                  </a:lnTo>
                  <a:lnTo>
                    <a:pt x="3164" y="5248"/>
                  </a:lnTo>
                  <a:lnTo>
                    <a:pt x="3242" y="5274"/>
                  </a:lnTo>
                  <a:lnTo>
                    <a:pt x="3344" y="5325"/>
                  </a:lnTo>
                  <a:lnTo>
                    <a:pt x="3396" y="5402"/>
                  </a:lnTo>
                  <a:lnTo>
                    <a:pt x="3447" y="5480"/>
                  </a:lnTo>
                  <a:lnTo>
                    <a:pt x="3859" y="7280"/>
                  </a:lnTo>
                  <a:lnTo>
                    <a:pt x="2753" y="7280"/>
                  </a:lnTo>
                  <a:lnTo>
                    <a:pt x="2753" y="5994"/>
                  </a:lnTo>
                  <a:lnTo>
                    <a:pt x="2727" y="5891"/>
                  </a:lnTo>
                  <a:lnTo>
                    <a:pt x="2676" y="5840"/>
                  </a:lnTo>
                  <a:lnTo>
                    <a:pt x="2624" y="5788"/>
                  </a:lnTo>
                  <a:lnTo>
                    <a:pt x="2521" y="5763"/>
                  </a:lnTo>
                  <a:lnTo>
                    <a:pt x="2444" y="5788"/>
                  </a:lnTo>
                  <a:lnTo>
                    <a:pt x="2367" y="5840"/>
                  </a:lnTo>
                  <a:lnTo>
                    <a:pt x="2316" y="5891"/>
                  </a:lnTo>
                  <a:lnTo>
                    <a:pt x="2316" y="5994"/>
                  </a:lnTo>
                  <a:lnTo>
                    <a:pt x="2316" y="7512"/>
                  </a:lnTo>
                  <a:lnTo>
                    <a:pt x="2316" y="7589"/>
                  </a:lnTo>
                  <a:lnTo>
                    <a:pt x="2367" y="7666"/>
                  </a:lnTo>
                  <a:lnTo>
                    <a:pt x="2444" y="7692"/>
                  </a:lnTo>
                  <a:lnTo>
                    <a:pt x="2521" y="7717"/>
                  </a:lnTo>
                  <a:lnTo>
                    <a:pt x="4965" y="7717"/>
                  </a:lnTo>
                  <a:lnTo>
                    <a:pt x="4965" y="8180"/>
                  </a:lnTo>
                  <a:lnTo>
                    <a:pt x="1981" y="8180"/>
                  </a:lnTo>
                  <a:lnTo>
                    <a:pt x="1904" y="8129"/>
                  </a:lnTo>
                  <a:lnTo>
                    <a:pt x="1853" y="8052"/>
                  </a:lnTo>
                  <a:lnTo>
                    <a:pt x="1853" y="7949"/>
                  </a:lnTo>
                  <a:lnTo>
                    <a:pt x="1853" y="5994"/>
                  </a:lnTo>
                  <a:lnTo>
                    <a:pt x="1827" y="5891"/>
                  </a:lnTo>
                  <a:lnTo>
                    <a:pt x="1775" y="5840"/>
                  </a:lnTo>
                  <a:lnTo>
                    <a:pt x="1724" y="5788"/>
                  </a:lnTo>
                  <a:lnTo>
                    <a:pt x="1621" y="5763"/>
                  </a:lnTo>
                  <a:lnTo>
                    <a:pt x="1544" y="5788"/>
                  </a:lnTo>
                  <a:lnTo>
                    <a:pt x="1467" y="5840"/>
                  </a:lnTo>
                  <a:lnTo>
                    <a:pt x="1415" y="5891"/>
                  </a:lnTo>
                  <a:lnTo>
                    <a:pt x="1415" y="5994"/>
                  </a:lnTo>
                  <a:lnTo>
                    <a:pt x="1415" y="7949"/>
                  </a:lnTo>
                  <a:lnTo>
                    <a:pt x="1415" y="8078"/>
                  </a:lnTo>
                  <a:lnTo>
                    <a:pt x="1467" y="8206"/>
                  </a:lnTo>
                  <a:lnTo>
                    <a:pt x="1518" y="8335"/>
                  </a:lnTo>
                  <a:lnTo>
                    <a:pt x="1595" y="8438"/>
                  </a:lnTo>
                  <a:lnTo>
                    <a:pt x="1698" y="8515"/>
                  </a:lnTo>
                  <a:lnTo>
                    <a:pt x="1827" y="8566"/>
                  </a:lnTo>
                  <a:lnTo>
                    <a:pt x="1955" y="8618"/>
                  </a:lnTo>
                  <a:lnTo>
                    <a:pt x="4193" y="8618"/>
                  </a:lnTo>
                  <a:lnTo>
                    <a:pt x="4219" y="8772"/>
                  </a:lnTo>
                  <a:lnTo>
                    <a:pt x="4219" y="8849"/>
                  </a:lnTo>
                  <a:lnTo>
                    <a:pt x="4219" y="8901"/>
                  </a:lnTo>
                  <a:lnTo>
                    <a:pt x="4193" y="8978"/>
                  </a:lnTo>
                  <a:lnTo>
                    <a:pt x="4168" y="9029"/>
                  </a:lnTo>
                  <a:lnTo>
                    <a:pt x="4116" y="9081"/>
                  </a:lnTo>
                  <a:lnTo>
                    <a:pt x="4065" y="9106"/>
                  </a:lnTo>
                  <a:lnTo>
                    <a:pt x="3987" y="9132"/>
                  </a:lnTo>
                  <a:lnTo>
                    <a:pt x="3936" y="9158"/>
                  </a:lnTo>
                  <a:lnTo>
                    <a:pt x="1981" y="9158"/>
                  </a:lnTo>
                  <a:lnTo>
                    <a:pt x="1904" y="9209"/>
                  </a:lnTo>
                  <a:lnTo>
                    <a:pt x="1853" y="9287"/>
                  </a:lnTo>
                  <a:lnTo>
                    <a:pt x="1853" y="9364"/>
                  </a:lnTo>
                  <a:lnTo>
                    <a:pt x="1853" y="9441"/>
                  </a:lnTo>
                  <a:lnTo>
                    <a:pt x="1904" y="9518"/>
                  </a:lnTo>
                  <a:lnTo>
                    <a:pt x="1981" y="9569"/>
                  </a:lnTo>
                  <a:lnTo>
                    <a:pt x="2058" y="9595"/>
                  </a:lnTo>
                  <a:lnTo>
                    <a:pt x="3936" y="9595"/>
                  </a:lnTo>
                  <a:lnTo>
                    <a:pt x="4116" y="9569"/>
                  </a:lnTo>
                  <a:lnTo>
                    <a:pt x="4270" y="9492"/>
                  </a:lnTo>
                  <a:lnTo>
                    <a:pt x="4090" y="10830"/>
                  </a:lnTo>
                  <a:lnTo>
                    <a:pt x="4116" y="10907"/>
                  </a:lnTo>
                  <a:lnTo>
                    <a:pt x="4168" y="10984"/>
                  </a:lnTo>
                  <a:lnTo>
                    <a:pt x="4219" y="11061"/>
                  </a:lnTo>
                  <a:lnTo>
                    <a:pt x="10701" y="11061"/>
                  </a:lnTo>
                  <a:lnTo>
                    <a:pt x="10752" y="10984"/>
                  </a:lnTo>
                  <a:lnTo>
                    <a:pt x="10804" y="10907"/>
                  </a:lnTo>
                  <a:lnTo>
                    <a:pt x="10830" y="10830"/>
                  </a:lnTo>
                  <a:lnTo>
                    <a:pt x="10650" y="9492"/>
                  </a:lnTo>
                  <a:lnTo>
                    <a:pt x="10804" y="9569"/>
                  </a:lnTo>
                  <a:lnTo>
                    <a:pt x="10984" y="9595"/>
                  </a:lnTo>
                  <a:lnTo>
                    <a:pt x="13968" y="9595"/>
                  </a:lnTo>
                  <a:lnTo>
                    <a:pt x="14122" y="9569"/>
                  </a:lnTo>
                  <a:lnTo>
                    <a:pt x="14276" y="9518"/>
                  </a:lnTo>
                  <a:lnTo>
                    <a:pt x="14405" y="9467"/>
                  </a:lnTo>
                  <a:lnTo>
                    <a:pt x="14508" y="9364"/>
                  </a:lnTo>
                  <a:lnTo>
                    <a:pt x="14585" y="9261"/>
                  </a:lnTo>
                  <a:lnTo>
                    <a:pt x="14662" y="9132"/>
                  </a:lnTo>
                  <a:lnTo>
                    <a:pt x="14714" y="9004"/>
                  </a:lnTo>
                  <a:lnTo>
                    <a:pt x="14714" y="8849"/>
                  </a:lnTo>
                  <a:lnTo>
                    <a:pt x="14714" y="6869"/>
                  </a:lnTo>
                  <a:lnTo>
                    <a:pt x="14714" y="6791"/>
                  </a:lnTo>
                  <a:lnTo>
                    <a:pt x="14662" y="6714"/>
                  </a:lnTo>
                  <a:lnTo>
                    <a:pt x="14585" y="6663"/>
                  </a:lnTo>
                  <a:lnTo>
                    <a:pt x="14508" y="6637"/>
                  </a:lnTo>
                  <a:lnTo>
                    <a:pt x="14405" y="6663"/>
                  </a:lnTo>
                  <a:lnTo>
                    <a:pt x="14354" y="6714"/>
                  </a:lnTo>
                  <a:lnTo>
                    <a:pt x="14302" y="6791"/>
                  </a:lnTo>
                  <a:lnTo>
                    <a:pt x="14276" y="6869"/>
                  </a:lnTo>
                  <a:lnTo>
                    <a:pt x="14276" y="8849"/>
                  </a:lnTo>
                  <a:lnTo>
                    <a:pt x="14251" y="8952"/>
                  </a:lnTo>
                  <a:lnTo>
                    <a:pt x="14199" y="9055"/>
                  </a:lnTo>
                  <a:lnTo>
                    <a:pt x="14096" y="9132"/>
                  </a:lnTo>
                  <a:lnTo>
                    <a:pt x="13968" y="9158"/>
                  </a:lnTo>
                  <a:lnTo>
                    <a:pt x="10984" y="9158"/>
                  </a:lnTo>
                  <a:lnTo>
                    <a:pt x="10933" y="9132"/>
                  </a:lnTo>
                  <a:lnTo>
                    <a:pt x="10855" y="9106"/>
                  </a:lnTo>
                  <a:lnTo>
                    <a:pt x="10804" y="9081"/>
                  </a:lnTo>
                  <a:lnTo>
                    <a:pt x="10752" y="9029"/>
                  </a:lnTo>
                  <a:lnTo>
                    <a:pt x="10727" y="8978"/>
                  </a:lnTo>
                  <a:lnTo>
                    <a:pt x="10701" y="8901"/>
                  </a:lnTo>
                  <a:lnTo>
                    <a:pt x="10701" y="8849"/>
                  </a:lnTo>
                  <a:lnTo>
                    <a:pt x="10701" y="8772"/>
                  </a:lnTo>
                  <a:lnTo>
                    <a:pt x="10727" y="8618"/>
                  </a:lnTo>
                  <a:lnTo>
                    <a:pt x="12965" y="8618"/>
                  </a:lnTo>
                  <a:lnTo>
                    <a:pt x="13093" y="8566"/>
                  </a:lnTo>
                  <a:lnTo>
                    <a:pt x="13222" y="8515"/>
                  </a:lnTo>
                  <a:lnTo>
                    <a:pt x="13325" y="8438"/>
                  </a:lnTo>
                  <a:lnTo>
                    <a:pt x="13402" y="8335"/>
                  </a:lnTo>
                  <a:lnTo>
                    <a:pt x="13453" y="8206"/>
                  </a:lnTo>
                  <a:lnTo>
                    <a:pt x="13505" y="8078"/>
                  </a:lnTo>
                  <a:lnTo>
                    <a:pt x="13505" y="7949"/>
                  </a:lnTo>
                  <a:lnTo>
                    <a:pt x="13505" y="5994"/>
                  </a:lnTo>
                  <a:lnTo>
                    <a:pt x="13505" y="5891"/>
                  </a:lnTo>
                  <a:lnTo>
                    <a:pt x="13453" y="5840"/>
                  </a:lnTo>
                  <a:lnTo>
                    <a:pt x="13376" y="5788"/>
                  </a:lnTo>
                  <a:lnTo>
                    <a:pt x="13299" y="5763"/>
                  </a:lnTo>
                  <a:lnTo>
                    <a:pt x="13196" y="5788"/>
                  </a:lnTo>
                  <a:lnTo>
                    <a:pt x="13145" y="5840"/>
                  </a:lnTo>
                  <a:lnTo>
                    <a:pt x="13093" y="5891"/>
                  </a:lnTo>
                  <a:lnTo>
                    <a:pt x="13067" y="5994"/>
                  </a:lnTo>
                  <a:lnTo>
                    <a:pt x="13067" y="7949"/>
                  </a:lnTo>
                  <a:lnTo>
                    <a:pt x="13067" y="8052"/>
                  </a:lnTo>
                  <a:lnTo>
                    <a:pt x="13016" y="8129"/>
                  </a:lnTo>
                  <a:lnTo>
                    <a:pt x="12939" y="8180"/>
                  </a:lnTo>
                  <a:lnTo>
                    <a:pt x="9955" y="8180"/>
                  </a:lnTo>
                  <a:lnTo>
                    <a:pt x="9955" y="7717"/>
                  </a:lnTo>
                  <a:lnTo>
                    <a:pt x="12399" y="7717"/>
                  </a:lnTo>
                  <a:lnTo>
                    <a:pt x="12476" y="7692"/>
                  </a:lnTo>
                  <a:lnTo>
                    <a:pt x="12553" y="7666"/>
                  </a:lnTo>
                  <a:lnTo>
                    <a:pt x="12604" y="7589"/>
                  </a:lnTo>
                  <a:lnTo>
                    <a:pt x="12604" y="7512"/>
                  </a:lnTo>
                  <a:lnTo>
                    <a:pt x="12604" y="5994"/>
                  </a:lnTo>
                  <a:lnTo>
                    <a:pt x="12604" y="5891"/>
                  </a:lnTo>
                  <a:lnTo>
                    <a:pt x="12553" y="5840"/>
                  </a:lnTo>
                  <a:lnTo>
                    <a:pt x="12476" y="5788"/>
                  </a:lnTo>
                  <a:lnTo>
                    <a:pt x="12399" y="5763"/>
                  </a:lnTo>
                  <a:lnTo>
                    <a:pt x="12296" y="5788"/>
                  </a:lnTo>
                  <a:lnTo>
                    <a:pt x="12244" y="5840"/>
                  </a:lnTo>
                  <a:lnTo>
                    <a:pt x="12193" y="5891"/>
                  </a:lnTo>
                  <a:lnTo>
                    <a:pt x="12167" y="5994"/>
                  </a:lnTo>
                  <a:lnTo>
                    <a:pt x="12167" y="7280"/>
                  </a:lnTo>
                  <a:lnTo>
                    <a:pt x="11061" y="7280"/>
                  </a:lnTo>
                  <a:lnTo>
                    <a:pt x="11473" y="5480"/>
                  </a:lnTo>
                  <a:lnTo>
                    <a:pt x="11524" y="5402"/>
                  </a:lnTo>
                  <a:lnTo>
                    <a:pt x="11576" y="5325"/>
                  </a:lnTo>
                  <a:lnTo>
                    <a:pt x="11678" y="5274"/>
                  </a:lnTo>
                  <a:lnTo>
                    <a:pt x="11756" y="5248"/>
                  </a:lnTo>
                  <a:lnTo>
                    <a:pt x="13968" y="5248"/>
                  </a:lnTo>
                  <a:lnTo>
                    <a:pt x="14096" y="5274"/>
                  </a:lnTo>
                  <a:lnTo>
                    <a:pt x="14199" y="5351"/>
                  </a:lnTo>
                  <a:lnTo>
                    <a:pt x="14251" y="5454"/>
                  </a:lnTo>
                  <a:lnTo>
                    <a:pt x="14276" y="5557"/>
                  </a:lnTo>
                  <a:lnTo>
                    <a:pt x="14276" y="5994"/>
                  </a:lnTo>
                  <a:lnTo>
                    <a:pt x="14302" y="6071"/>
                  </a:lnTo>
                  <a:lnTo>
                    <a:pt x="14354" y="6148"/>
                  </a:lnTo>
                  <a:lnTo>
                    <a:pt x="14405" y="6200"/>
                  </a:lnTo>
                  <a:lnTo>
                    <a:pt x="14585" y="6200"/>
                  </a:lnTo>
                  <a:lnTo>
                    <a:pt x="14662" y="6148"/>
                  </a:lnTo>
                  <a:lnTo>
                    <a:pt x="14714" y="6071"/>
                  </a:lnTo>
                  <a:lnTo>
                    <a:pt x="14714" y="5994"/>
                  </a:lnTo>
                  <a:lnTo>
                    <a:pt x="14714" y="5557"/>
                  </a:lnTo>
                  <a:lnTo>
                    <a:pt x="14714" y="5428"/>
                  </a:lnTo>
                  <a:lnTo>
                    <a:pt x="14688" y="5325"/>
                  </a:lnTo>
                  <a:lnTo>
                    <a:pt x="14637" y="5222"/>
                  </a:lnTo>
                  <a:lnTo>
                    <a:pt x="14585" y="5119"/>
                  </a:lnTo>
                  <a:lnTo>
                    <a:pt x="14508" y="5042"/>
                  </a:lnTo>
                  <a:lnTo>
                    <a:pt x="14405" y="4965"/>
                  </a:lnTo>
                  <a:lnTo>
                    <a:pt x="14328" y="4914"/>
                  </a:lnTo>
                  <a:lnTo>
                    <a:pt x="14199" y="4862"/>
                  </a:lnTo>
                  <a:lnTo>
                    <a:pt x="14199" y="3525"/>
                  </a:lnTo>
                  <a:lnTo>
                    <a:pt x="14405" y="3525"/>
                  </a:lnTo>
                  <a:lnTo>
                    <a:pt x="14534" y="3473"/>
                  </a:lnTo>
                  <a:lnTo>
                    <a:pt x="14637" y="3422"/>
                  </a:lnTo>
                  <a:lnTo>
                    <a:pt x="14714" y="3345"/>
                  </a:lnTo>
                  <a:lnTo>
                    <a:pt x="14791" y="3242"/>
                  </a:lnTo>
                  <a:lnTo>
                    <a:pt x="14868" y="3139"/>
                  </a:lnTo>
                  <a:lnTo>
                    <a:pt x="14894" y="3010"/>
                  </a:lnTo>
                  <a:lnTo>
                    <a:pt x="14919" y="2907"/>
                  </a:lnTo>
                  <a:lnTo>
                    <a:pt x="14919" y="1235"/>
                  </a:lnTo>
                  <a:lnTo>
                    <a:pt x="14894" y="1107"/>
                  </a:lnTo>
                  <a:lnTo>
                    <a:pt x="14868" y="1004"/>
                  </a:lnTo>
                  <a:lnTo>
                    <a:pt x="14791" y="901"/>
                  </a:lnTo>
                  <a:lnTo>
                    <a:pt x="14714" y="798"/>
                  </a:lnTo>
                  <a:lnTo>
                    <a:pt x="14637" y="721"/>
                  </a:lnTo>
                  <a:lnTo>
                    <a:pt x="14534" y="670"/>
                  </a:lnTo>
                  <a:lnTo>
                    <a:pt x="14405" y="618"/>
                  </a:lnTo>
                  <a:lnTo>
                    <a:pt x="13916" y="618"/>
                  </a:lnTo>
                  <a:lnTo>
                    <a:pt x="13865" y="592"/>
                  </a:lnTo>
                  <a:lnTo>
                    <a:pt x="13788" y="567"/>
                  </a:lnTo>
                  <a:lnTo>
                    <a:pt x="13736" y="541"/>
                  </a:lnTo>
                  <a:lnTo>
                    <a:pt x="13711" y="464"/>
                  </a:lnTo>
                  <a:lnTo>
                    <a:pt x="13659" y="361"/>
                  </a:lnTo>
                  <a:lnTo>
                    <a:pt x="13582" y="258"/>
                  </a:lnTo>
                  <a:lnTo>
                    <a:pt x="13505" y="181"/>
                  </a:lnTo>
                  <a:lnTo>
                    <a:pt x="13402" y="104"/>
                  </a:lnTo>
                  <a:lnTo>
                    <a:pt x="13273" y="52"/>
                  </a:lnTo>
                  <a:lnTo>
                    <a:pt x="13170" y="26"/>
                  </a:lnTo>
                  <a:lnTo>
                    <a:pt x="13042" y="1"/>
                  </a:lnTo>
                  <a:lnTo>
                    <a:pt x="12913" y="26"/>
                  </a:lnTo>
                  <a:lnTo>
                    <a:pt x="11267" y="207"/>
                  </a:lnTo>
                  <a:lnTo>
                    <a:pt x="11113" y="258"/>
                  </a:lnTo>
                  <a:lnTo>
                    <a:pt x="10958" y="335"/>
                  </a:lnTo>
                  <a:lnTo>
                    <a:pt x="10855" y="464"/>
                  </a:lnTo>
                  <a:lnTo>
                    <a:pt x="10804" y="592"/>
                  </a:lnTo>
                  <a:lnTo>
                    <a:pt x="10778" y="772"/>
                  </a:lnTo>
                  <a:lnTo>
                    <a:pt x="10804" y="927"/>
                  </a:lnTo>
                  <a:lnTo>
                    <a:pt x="10855" y="1055"/>
                  </a:lnTo>
                  <a:lnTo>
                    <a:pt x="10984" y="1184"/>
                  </a:lnTo>
                  <a:lnTo>
                    <a:pt x="11113" y="1287"/>
                  </a:lnTo>
                  <a:lnTo>
                    <a:pt x="11113" y="3087"/>
                  </a:lnTo>
                  <a:lnTo>
                    <a:pt x="11138" y="3370"/>
                  </a:lnTo>
                  <a:lnTo>
                    <a:pt x="11215" y="3653"/>
                  </a:lnTo>
                  <a:lnTo>
                    <a:pt x="11344" y="3885"/>
                  </a:lnTo>
                  <a:lnTo>
                    <a:pt x="11524" y="4091"/>
                  </a:lnTo>
                  <a:lnTo>
                    <a:pt x="11756" y="4271"/>
                  </a:lnTo>
                  <a:lnTo>
                    <a:pt x="11987" y="4399"/>
                  </a:lnTo>
                  <a:lnTo>
                    <a:pt x="12270" y="4502"/>
                  </a:lnTo>
                  <a:lnTo>
                    <a:pt x="12553" y="4528"/>
                  </a:lnTo>
                  <a:lnTo>
                    <a:pt x="12630" y="4528"/>
                  </a:lnTo>
                  <a:lnTo>
                    <a:pt x="12630" y="4811"/>
                  </a:lnTo>
                  <a:lnTo>
                    <a:pt x="11756" y="4811"/>
                  </a:lnTo>
                  <a:lnTo>
                    <a:pt x="11653" y="4837"/>
                  </a:lnTo>
                  <a:lnTo>
                    <a:pt x="11524" y="4862"/>
                  </a:lnTo>
                  <a:lnTo>
                    <a:pt x="11421" y="4914"/>
                  </a:lnTo>
                  <a:lnTo>
                    <a:pt x="11318" y="4991"/>
                  </a:lnTo>
                  <a:lnTo>
                    <a:pt x="11215" y="5068"/>
                  </a:lnTo>
                  <a:lnTo>
                    <a:pt x="11138" y="5171"/>
                  </a:lnTo>
                  <a:lnTo>
                    <a:pt x="11087" y="5274"/>
                  </a:lnTo>
                  <a:lnTo>
                    <a:pt x="11035" y="5402"/>
                  </a:lnTo>
                  <a:lnTo>
                    <a:pt x="10598" y="7280"/>
                  </a:lnTo>
                  <a:lnTo>
                    <a:pt x="10367" y="7280"/>
                  </a:lnTo>
                  <a:lnTo>
                    <a:pt x="10007" y="4476"/>
                  </a:lnTo>
                  <a:lnTo>
                    <a:pt x="9981" y="4425"/>
                  </a:lnTo>
                  <a:lnTo>
                    <a:pt x="9955" y="4348"/>
                  </a:lnTo>
                  <a:lnTo>
                    <a:pt x="9878" y="4322"/>
                  </a:lnTo>
                  <a:lnTo>
                    <a:pt x="9801" y="4296"/>
                  </a:lnTo>
                  <a:lnTo>
                    <a:pt x="5119" y="4296"/>
                  </a:lnTo>
                  <a:lnTo>
                    <a:pt x="5042" y="4322"/>
                  </a:lnTo>
                  <a:lnTo>
                    <a:pt x="4965" y="4348"/>
                  </a:lnTo>
                  <a:lnTo>
                    <a:pt x="4939" y="4425"/>
                  </a:lnTo>
                  <a:lnTo>
                    <a:pt x="4913" y="4476"/>
                  </a:lnTo>
                  <a:lnTo>
                    <a:pt x="4553" y="7280"/>
                  </a:lnTo>
                  <a:lnTo>
                    <a:pt x="4322" y="7280"/>
                  </a:lnTo>
                  <a:lnTo>
                    <a:pt x="3885" y="5402"/>
                  </a:lnTo>
                  <a:lnTo>
                    <a:pt x="3833" y="5274"/>
                  </a:lnTo>
                  <a:lnTo>
                    <a:pt x="3782" y="5171"/>
                  </a:lnTo>
                  <a:lnTo>
                    <a:pt x="3705" y="5068"/>
                  </a:lnTo>
                  <a:lnTo>
                    <a:pt x="3602" y="4991"/>
                  </a:lnTo>
                  <a:lnTo>
                    <a:pt x="3499" y="4914"/>
                  </a:lnTo>
                  <a:lnTo>
                    <a:pt x="3396" y="4862"/>
                  </a:lnTo>
                  <a:lnTo>
                    <a:pt x="3267" y="4837"/>
                  </a:lnTo>
                  <a:lnTo>
                    <a:pt x="3164" y="4811"/>
                  </a:lnTo>
                  <a:lnTo>
                    <a:pt x="2290" y="4811"/>
                  </a:lnTo>
                  <a:lnTo>
                    <a:pt x="2290" y="4528"/>
                  </a:lnTo>
                  <a:lnTo>
                    <a:pt x="2367" y="4528"/>
                  </a:lnTo>
                  <a:lnTo>
                    <a:pt x="2650" y="4502"/>
                  </a:lnTo>
                  <a:lnTo>
                    <a:pt x="2933" y="4399"/>
                  </a:lnTo>
                  <a:lnTo>
                    <a:pt x="3190" y="4271"/>
                  </a:lnTo>
                  <a:lnTo>
                    <a:pt x="3396" y="4091"/>
                  </a:lnTo>
                  <a:lnTo>
                    <a:pt x="3576" y="3885"/>
                  </a:lnTo>
                  <a:lnTo>
                    <a:pt x="3705" y="3653"/>
                  </a:lnTo>
                  <a:lnTo>
                    <a:pt x="3782" y="3370"/>
                  </a:lnTo>
                  <a:lnTo>
                    <a:pt x="3807" y="3087"/>
                  </a:lnTo>
                  <a:lnTo>
                    <a:pt x="3807" y="1287"/>
                  </a:lnTo>
                  <a:lnTo>
                    <a:pt x="3936" y="1184"/>
                  </a:lnTo>
                  <a:lnTo>
                    <a:pt x="4065" y="1055"/>
                  </a:lnTo>
                  <a:lnTo>
                    <a:pt x="4116" y="927"/>
                  </a:lnTo>
                  <a:lnTo>
                    <a:pt x="4142" y="772"/>
                  </a:lnTo>
                  <a:lnTo>
                    <a:pt x="4116" y="592"/>
                  </a:lnTo>
                  <a:lnTo>
                    <a:pt x="4065" y="464"/>
                  </a:lnTo>
                  <a:lnTo>
                    <a:pt x="3962" y="335"/>
                  </a:lnTo>
                  <a:lnTo>
                    <a:pt x="3807" y="258"/>
                  </a:lnTo>
                  <a:lnTo>
                    <a:pt x="3653" y="207"/>
                  </a:lnTo>
                  <a:lnTo>
                    <a:pt x="2007" y="26"/>
                  </a:lnTo>
                  <a:lnTo>
                    <a:pt x="1878"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961;p54">
              <a:extLst>
                <a:ext uri="{FF2B5EF4-FFF2-40B4-BE49-F238E27FC236}">
                  <a16:creationId xmlns:a16="http://schemas.microsoft.com/office/drawing/2014/main" id="{56DCEB20-F2DD-D89B-B448-F58C674793C6}"/>
                </a:ext>
              </a:extLst>
            </p:cNvPr>
            <p:cNvSpPr/>
            <p:nvPr/>
          </p:nvSpPr>
          <p:spPr>
            <a:xfrm>
              <a:off x="4214150" y="1807675"/>
              <a:ext cx="10950" cy="13550"/>
            </a:xfrm>
            <a:custGeom>
              <a:avLst/>
              <a:gdLst/>
              <a:ahLst/>
              <a:cxnLst/>
              <a:rect l="l" t="t" r="r" b="b"/>
              <a:pathLst>
                <a:path w="438" h="542" extrusionOk="0">
                  <a:moveTo>
                    <a:pt x="206" y="1"/>
                  </a:moveTo>
                  <a:lnTo>
                    <a:pt x="129" y="27"/>
                  </a:lnTo>
                  <a:lnTo>
                    <a:pt x="52" y="78"/>
                  </a:lnTo>
                  <a:lnTo>
                    <a:pt x="26" y="155"/>
                  </a:lnTo>
                  <a:lnTo>
                    <a:pt x="1" y="232"/>
                  </a:lnTo>
                  <a:lnTo>
                    <a:pt x="1" y="335"/>
                  </a:lnTo>
                  <a:lnTo>
                    <a:pt x="26" y="412"/>
                  </a:lnTo>
                  <a:lnTo>
                    <a:pt x="52" y="490"/>
                  </a:lnTo>
                  <a:lnTo>
                    <a:pt x="129" y="541"/>
                  </a:lnTo>
                  <a:lnTo>
                    <a:pt x="309" y="541"/>
                  </a:lnTo>
                  <a:lnTo>
                    <a:pt x="361" y="490"/>
                  </a:lnTo>
                  <a:lnTo>
                    <a:pt x="412" y="412"/>
                  </a:lnTo>
                  <a:lnTo>
                    <a:pt x="438" y="335"/>
                  </a:lnTo>
                  <a:lnTo>
                    <a:pt x="438" y="232"/>
                  </a:lnTo>
                  <a:lnTo>
                    <a:pt x="412" y="155"/>
                  </a:lnTo>
                  <a:lnTo>
                    <a:pt x="361" y="78"/>
                  </a:lnTo>
                  <a:lnTo>
                    <a:pt x="309" y="27"/>
                  </a:lnTo>
                  <a:lnTo>
                    <a:pt x="20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962;p54">
              <a:extLst>
                <a:ext uri="{FF2B5EF4-FFF2-40B4-BE49-F238E27FC236}">
                  <a16:creationId xmlns:a16="http://schemas.microsoft.com/office/drawing/2014/main" id="{EC7B2AC3-2551-D55B-8056-CEA53FF2D5C6}"/>
                </a:ext>
              </a:extLst>
            </p:cNvPr>
            <p:cNvSpPr/>
            <p:nvPr/>
          </p:nvSpPr>
          <p:spPr>
            <a:xfrm>
              <a:off x="4052100" y="1715725"/>
              <a:ext cx="10950" cy="16750"/>
            </a:xfrm>
            <a:custGeom>
              <a:avLst/>
              <a:gdLst/>
              <a:ahLst/>
              <a:cxnLst/>
              <a:rect l="l" t="t" r="r" b="b"/>
              <a:pathLst>
                <a:path w="438" h="670" extrusionOk="0">
                  <a:moveTo>
                    <a:pt x="206" y="1"/>
                  </a:moveTo>
                  <a:lnTo>
                    <a:pt x="129" y="26"/>
                  </a:lnTo>
                  <a:lnTo>
                    <a:pt x="52" y="78"/>
                  </a:lnTo>
                  <a:lnTo>
                    <a:pt x="26" y="129"/>
                  </a:lnTo>
                  <a:lnTo>
                    <a:pt x="0" y="232"/>
                  </a:lnTo>
                  <a:lnTo>
                    <a:pt x="0" y="438"/>
                  </a:lnTo>
                  <a:lnTo>
                    <a:pt x="26" y="515"/>
                  </a:lnTo>
                  <a:lnTo>
                    <a:pt x="52" y="592"/>
                  </a:lnTo>
                  <a:lnTo>
                    <a:pt x="129" y="644"/>
                  </a:lnTo>
                  <a:lnTo>
                    <a:pt x="206" y="669"/>
                  </a:lnTo>
                  <a:lnTo>
                    <a:pt x="309" y="644"/>
                  </a:lnTo>
                  <a:lnTo>
                    <a:pt x="361" y="592"/>
                  </a:lnTo>
                  <a:lnTo>
                    <a:pt x="412" y="515"/>
                  </a:lnTo>
                  <a:lnTo>
                    <a:pt x="438" y="438"/>
                  </a:lnTo>
                  <a:lnTo>
                    <a:pt x="438" y="232"/>
                  </a:lnTo>
                  <a:lnTo>
                    <a:pt x="412" y="129"/>
                  </a:lnTo>
                  <a:lnTo>
                    <a:pt x="361" y="78"/>
                  </a:lnTo>
                  <a:lnTo>
                    <a:pt x="309" y="26"/>
                  </a:lnTo>
                  <a:lnTo>
                    <a:pt x="20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63;p54">
              <a:extLst>
                <a:ext uri="{FF2B5EF4-FFF2-40B4-BE49-F238E27FC236}">
                  <a16:creationId xmlns:a16="http://schemas.microsoft.com/office/drawing/2014/main" id="{AAE60875-7952-A168-F7AA-0831423838B6}"/>
                </a:ext>
              </a:extLst>
            </p:cNvPr>
            <p:cNvSpPr/>
            <p:nvPr/>
          </p:nvSpPr>
          <p:spPr>
            <a:xfrm>
              <a:off x="4082325" y="1715725"/>
              <a:ext cx="10950" cy="16750"/>
            </a:xfrm>
            <a:custGeom>
              <a:avLst/>
              <a:gdLst/>
              <a:ahLst/>
              <a:cxnLst/>
              <a:rect l="l" t="t" r="r" b="b"/>
              <a:pathLst>
                <a:path w="438" h="670" extrusionOk="0">
                  <a:moveTo>
                    <a:pt x="206" y="1"/>
                  </a:moveTo>
                  <a:lnTo>
                    <a:pt x="129" y="26"/>
                  </a:lnTo>
                  <a:lnTo>
                    <a:pt x="52" y="78"/>
                  </a:lnTo>
                  <a:lnTo>
                    <a:pt x="0" y="129"/>
                  </a:lnTo>
                  <a:lnTo>
                    <a:pt x="0" y="232"/>
                  </a:lnTo>
                  <a:lnTo>
                    <a:pt x="0" y="438"/>
                  </a:lnTo>
                  <a:lnTo>
                    <a:pt x="0" y="515"/>
                  </a:lnTo>
                  <a:lnTo>
                    <a:pt x="52" y="592"/>
                  </a:lnTo>
                  <a:lnTo>
                    <a:pt x="129" y="644"/>
                  </a:lnTo>
                  <a:lnTo>
                    <a:pt x="206" y="669"/>
                  </a:lnTo>
                  <a:lnTo>
                    <a:pt x="309" y="644"/>
                  </a:lnTo>
                  <a:lnTo>
                    <a:pt x="361" y="592"/>
                  </a:lnTo>
                  <a:lnTo>
                    <a:pt x="412" y="515"/>
                  </a:lnTo>
                  <a:lnTo>
                    <a:pt x="438" y="438"/>
                  </a:lnTo>
                  <a:lnTo>
                    <a:pt x="438" y="232"/>
                  </a:lnTo>
                  <a:lnTo>
                    <a:pt x="412" y="129"/>
                  </a:lnTo>
                  <a:lnTo>
                    <a:pt x="361" y="78"/>
                  </a:lnTo>
                  <a:lnTo>
                    <a:pt x="309" y="26"/>
                  </a:lnTo>
                  <a:lnTo>
                    <a:pt x="20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64;p54">
              <a:extLst>
                <a:ext uri="{FF2B5EF4-FFF2-40B4-BE49-F238E27FC236}">
                  <a16:creationId xmlns:a16="http://schemas.microsoft.com/office/drawing/2014/main" id="{ABABF94D-776F-4C78-2939-3582787849F9}"/>
                </a:ext>
              </a:extLst>
            </p:cNvPr>
            <p:cNvSpPr/>
            <p:nvPr/>
          </p:nvSpPr>
          <p:spPr>
            <a:xfrm>
              <a:off x="4112550" y="1715725"/>
              <a:ext cx="10950" cy="16750"/>
            </a:xfrm>
            <a:custGeom>
              <a:avLst/>
              <a:gdLst/>
              <a:ahLst/>
              <a:cxnLst/>
              <a:rect l="l" t="t" r="r" b="b"/>
              <a:pathLst>
                <a:path w="438" h="670" extrusionOk="0">
                  <a:moveTo>
                    <a:pt x="206" y="1"/>
                  </a:moveTo>
                  <a:lnTo>
                    <a:pt x="129" y="26"/>
                  </a:lnTo>
                  <a:lnTo>
                    <a:pt x="52" y="78"/>
                  </a:lnTo>
                  <a:lnTo>
                    <a:pt x="0" y="129"/>
                  </a:lnTo>
                  <a:lnTo>
                    <a:pt x="0" y="232"/>
                  </a:lnTo>
                  <a:lnTo>
                    <a:pt x="0" y="438"/>
                  </a:lnTo>
                  <a:lnTo>
                    <a:pt x="0" y="515"/>
                  </a:lnTo>
                  <a:lnTo>
                    <a:pt x="52" y="592"/>
                  </a:lnTo>
                  <a:lnTo>
                    <a:pt x="129" y="644"/>
                  </a:lnTo>
                  <a:lnTo>
                    <a:pt x="206" y="669"/>
                  </a:lnTo>
                  <a:lnTo>
                    <a:pt x="283" y="644"/>
                  </a:lnTo>
                  <a:lnTo>
                    <a:pt x="361" y="592"/>
                  </a:lnTo>
                  <a:lnTo>
                    <a:pt x="412" y="515"/>
                  </a:lnTo>
                  <a:lnTo>
                    <a:pt x="438" y="438"/>
                  </a:lnTo>
                  <a:lnTo>
                    <a:pt x="438" y="232"/>
                  </a:lnTo>
                  <a:lnTo>
                    <a:pt x="412" y="129"/>
                  </a:lnTo>
                  <a:lnTo>
                    <a:pt x="361" y="78"/>
                  </a:lnTo>
                  <a:lnTo>
                    <a:pt x="283" y="26"/>
                  </a:lnTo>
                  <a:lnTo>
                    <a:pt x="206" y="1"/>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65;p54">
              <a:extLst>
                <a:ext uri="{FF2B5EF4-FFF2-40B4-BE49-F238E27FC236}">
                  <a16:creationId xmlns:a16="http://schemas.microsoft.com/office/drawing/2014/main" id="{7C014437-F6D8-8CD6-13B5-B11D21B6E299}"/>
                </a:ext>
              </a:extLst>
            </p:cNvPr>
            <p:cNvSpPr/>
            <p:nvPr/>
          </p:nvSpPr>
          <p:spPr>
            <a:xfrm>
              <a:off x="4027675" y="1656575"/>
              <a:ext cx="183925" cy="128625"/>
            </a:xfrm>
            <a:custGeom>
              <a:avLst/>
              <a:gdLst/>
              <a:ahLst/>
              <a:cxnLst/>
              <a:rect l="l" t="t" r="r" b="b"/>
              <a:pathLst>
                <a:path w="7357" h="5145" extrusionOk="0">
                  <a:moveTo>
                    <a:pt x="4373" y="1363"/>
                  </a:moveTo>
                  <a:lnTo>
                    <a:pt x="4373" y="4013"/>
                  </a:lnTo>
                  <a:lnTo>
                    <a:pt x="1903" y="4013"/>
                  </a:lnTo>
                  <a:lnTo>
                    <a:pt x="1801" y="4039"/>
                  </a:lnTo>
                  <a:lnTo>
                    <a:pt x="1698" y="4064"/>
                  </a:lnTo>
                  <a:lnTo>
                    <a:pt x="1621" y="4141"/>
                  </a:lnTo>
                  <a:lnTo>
                    <a:pt x="1543" y="4219"/>
                  </a:lnTo>
                  <a:lnTo>
                    <a:pt x="1363" y="4527"/>
                  </a:lnTo>
                  <a:lnTo>
                    <a:pt x="1183" y="4219"/>
                  </a:lnTo>
                  <a:lnTo>
                    <a:pt x="1132" y="4141"/>
                  </a:lnTo>
                  <a:lnTo>
                    <a:pt x="1055" y="4064"/>
                  </a:lnTo>
                  <a:lnTo>
                    <a:pt x="952" y="4039"/>
                  </a:lnTo>
                  <a:lnTo>
                    <a:pt x="849" y="4013"/>
                  </a:lnTo>
                  <a:lnTo>
                    <a:pt x="437" y="4013"/>
                  </a:lnTo>
                  <a:lnTo>
                    <a:pt x="437" y="1363"/>
                  </a:lnTo>
                  <a:close/>
                  <a:moveTo>
                    <a:pt x="2855" y="0"/>
                  </a:moveTo>
                  <a:lnTo>
                    <a:pt x="2778" y="26"/>
                  </a:lnTo>
                  <a:lnTo>
                    <a:pt x="2649" y="129"/>
                  </a:lnTo>
                  <a:lnTo>
                    <a:pt x="2572" y="257"/>
                  </a:lnTo>
                  <a:lnTo>
                    <a:pt x="2547" y="309"/>
                  </a:lnTo>
                  <a:lnTo>
                    <a:pt x="2547" y="412"/>
                  </a:lnTo>
                  <a:lnTo>
                    <a:pt x="2547" y="926"/>
                  </a:lnTo>
                  <a:lnTo>
                    <a:pt x="386" y="926"/>
                  </a:lnTo>
                  <a:lnTo>
                    <a:pt x="309" y="952"/>
                  </a:lnTo>
                  <a:lnTo>
                    <a:pt x="232" y="978"/>
                  </a:lnTo>
                  <a:lnTo>
                    <a:pt x="129" y="1055"/>
                  </a:lnTo>
                  <a:lnTo>
                    <a:pt x="26" y="1183"/>
                  </a:lnTo>
                  <a:lnTo>
                    <a:pt x="0" y="1261"/>
                  </a:lnTo>
                  <a:lnTo>
                    <a:pt x="0" y="1338"/>
                  </a:lnTo>
                  <a:lnTo>
                    <a:pt x="0" y="4064"/>
                  </a:lnTo>
                  <a:lnTo>
                    <a:pt x="0" y="4141"/>
                  </a:lnTo>
                  <a:lnTo>
                    <a:pt x="26" y="4219"/>
                  </a:lnTo>
                  <a:lnTo>
                    <a:pt x="129" y="4347"/>
                  </a:lnTo>
                  <a:lnTo>
                    <a:pt x="232" y="4424"/>
                  </a:lnTo>
                  <a:lnTo>
                    <a:pt x="309" y="4450"/>
                  </a:lnTo>
                  <a:lnTo>
                    <a:pt x="823" y="4450"/>
                  </a:lnTo>
                  <a:lnTo>
                    <a:pt x="1132" y="4990"/>
                  </a:lnTo>
                  <a:lnTo>
                    <a:pt x="1183" y="5067"/>
                  </a:lnTo>
                  <a:lnTo>
                    <a:pt x="1235" y="5093"/>
                  </a:lnTo>
                  <a:lnTo>
                    <a:pt x="1312" y="5119"/>
                  </a:lnTo>
                  <a:lnTo>
                    <a:pt x="1363" y="5145"/>
                  </a:lnTo>
                  <a:lnTo>
                    <a:pt x="1440" y="5119"/>
                  </a:lnTo>
                  <a:lnTo>
                    <a:pt x="1518" y="5093"/>
                  </a:lnTo>
                  <a:lnTo>
                    <a:pt x="1569" y="5067"/>
                  </a:lnTo>
                  <a:lnTo>
                    <a:pt x="1595" y="4990"/>
                  </a:lnTo>
                  <a:lnTo>
                    <a:pt x="1929" y="4450"/>
                  </a:lnTo>
                  <a:lnTo>
                    <a:pt x="4476" y="4450"/>
                  </a:lnTo>
                  <a:lnTo>
                    <a:pt x="4553" y="4424"/>
                  </a:lnTo>
                  <a:lnTo>
                    <a:pt x="4682" y="4347"/>
                  </a:lnTo>
                  <a:lnTo>
                    <a:pt x="4759" y="4219"/>
                  </a:lnTo>
                  <a:lnTo>
                    <a:pt x="4784" y="4141"/>
                  </a:lnTo>
                  <a:lnTo>
                    <a:pt x="4810" y="4064"/>
                  </a:lnTo>
                  <a:lnTo>
                    <a:pt x="4810" y="3524"/>
                  </a:lnTo>
                  <a:lnTo>
                    <a:pt x="5350" y="3524"/>
                  </a:lnTo>
                  <a:lnTo>
                    <a:pt x="5685" y="4090"/>
                  </a:lnTo>
                  <a:lnTo>
                    <a:pt x="5710" y="4141"/>
                  </a:lnTo>
                  <a:lnTo>
                    <a:pt x="5762" y="4193"/>
                  </a:lnTo>
                  <a:lnTo>
                    <a:pt x="5839" y="4219"/>
                  </a:lnTo>
                  <a:lnTo>
                    <a:pt x="5968" y="4219"/>
                  </a:lnTo>
                  <a:lnTo>
                    <a:pt x="6045" y="4193"/>
                  </a:lnTo>
                  <a:lnTo>
                    <a:pt x="6096" y="4141"/>
                  </a:lnTo>
                  <a:lnTo>
                    <a:pt x="6148" y="4090"/>
                  </a:lnTo>
                  <a:lnTo>
                    <a:pt x="6456" y="3524"/>
                  </a:lnTo>
                  <a:lnTo>
                    <a:pt x="7022" y="3524"/>
                  </a:lnTo>
                  <a:lnTo>
                    <a:pt x="7099" y="3498"/>
                  </a:lnTo>
                  <a:lnTo>
                    <a:pt x="7228" y="3421"/>
                  </a:lnTo>
                  <a:lnTo>
                    <a:pt x="7305" y="3293"/>
                  </a:lnTo>
                  <a:lnTo>
                    <a:pt x="7331" y="3215"/>
                  </a:lnTo>
                  <a:lnTo>
                    <a:pt x="7357" y="3138"/>
                  </a:lnTo>
                  <a:lnTo>
                    <a:pt x="7357" y="412"/>
                  </a:lnTo>
                  <a:lnTo>
                    <a:pt x="7331" y="309"/>
                  </a:lnTo>
                  <a:lnTo>
                    <a:pt x="7305" y="257"/>
                  </a:lnTo>
                  <a:lnTo>
                    <a:pt x="7228" y="129"/>
                  </a:lnTo>
                  <a:lnTo>
                    <a:pt x="7099" y="26"/>
                  </a:lnTo>
                  <a:lnTo>
                    <a:pt x="7022" y="0"/>
                  </a:lnTo>
                  <a:lnTo>
                    <a:pt x="4373" y="0"/>
                  </a:lnTo>
                  <a:lnTo>
                    <a:pt x="4296" y="26"/>
                  </a:lnTo>
                  <a:lnTo>
                    <a:pt x="4219" y="77"/>
                  </a:lnTo>
                  <a:lnTo>
                    <a:pt x="4167" y="129"/>
                  </a:lnTo>
                  <a:lnTo>
                    <a:pt x="4167" y="232"/>
                  </a:lnTo>
                  <a:lnTo>
                    <a:pt x="4167" y="309"/>
                  </a:lnTo>
                  <a:lnTo>
                    <a:pt x="4219" y="386"/>
                  </a:lnTo>
                  <a:lnTo>
                    <a:pt x="4296" y="412"/>
                  </a:lnTo>
                  <a:lnTo>
                    <a:pt x="4373" y="437"/>
                  </a:lnTo>
                  <a:lnTo>
                    <a:pt x="6919" y="437"/>
                  </a:lnTo>
                  <a:lnTo>
                    <a:pt x="6919" y="3087"/>
                  </a:lnTo>
                  <a:lnTo>
                    <a:pt x="6456" y="3087"/>
                  </a:lnTo>
                  <a:lnTo>
                    <a:pt x="6353" y="3113"/>
                  </a:lnTo>
                  <a:lnTo>
                    <a:pt x="6251" y="3138"/>
                  </a:lnTo>
                  <a:lnTo>
                    <a:pt x="6173" y="3215"/>
                  </a:lnTo>
                  <a:lnTo>
                    <a:pt x="6096" y="3293"/>
                  </a:lnTo>
                  <a:lnTo>
                    <a:pt x="5916" y="3627"/>
                  </a:lnTo>
                  <a:lnTo>
                    <a:pt x="5710" y="3293"/>
                  </a:lnTo>
                  <a:lnTo>
                    <a:pt x="5659" y="3215"/>
                  </a:lnTo>
                  <a:lnTo>
                    <a:pt x="5556" y="3138"/>
                  </a:lnTo>
                  <a:lnTo>
                    <a:pt x="5479" y="3113"/>
                  </a:lnTo>
                  <a:lnTo>
                    <a:pt x="5376" y="3087"/>
                  </a:lnTo>
                  <a:lnTo>
                    <a:pt x="4810" y="3087"/>
                  </a:lnTo>
                  <a:lnTo>
                    <a:pt x="4810" y="1338"/>
                  </a:lnTo>
                  <a:lnTo>
                    <a:pt x="4784" y="1261"/>
                  </a:lnTo>
                  <a:lnTo>
                    <a:pt x="4759" y="1183"/>
                  </a:lnTo>
                  <a:lnTo>
                    <a:pt x="4682" y="1055"/>
                  </a:lnTo>
                  <a:lnTo>
                    <a:pt x="4553" y="978"/>
                  </a:lnTo>
                  <a:lnTo>
                    <a:pt x="4476" y="952"/>
                  </a:lnTo>
                  <a:lnTo>
                    <a:pt x="4399" y="926"/>
                  </a:lnTo>
                  <a:lnTo>
                    <a:pt x="2984" y="926"/>
                  </a:lnTo>
                  <a:lnTo>
                    <a:pt x="2984" y="437"/>
                  </a:lnTo>
                  <a:lnTo>
                    <a:pt x="3498" y="437"/>
                  </a:lnTo>
                  <a:lnTo>
                    <a:pt x="3575" y="412"/>
                  </a:lnTo>
                  <a:lnTo>
                    <a:pt x="3653" y="386"/>
                  </a:lnTo>
                  <a:lnTo>
                    <a:pt x="3704" y="309"/>
                  </a:lnTo>
                  <a:lnTo>
                    <a:pt x="3730" y="232"/>
                  </a:lnTo>
                  <a:lnTo>
                    <a:pt x="3704" y="129"/>
                  </a:lnTo>
                  <a:lnTo>
                    <a:pt x="3653" y="77"/>
                  </a:lnTo>
                  <a:lnTo>
                    <a:pt x="3575" y="26"/>
                  </a:lnTo>
                  <a:lnTo>
                    <a:pt x="3498"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94" name="Rectangle 125">
            <a:extLst>
              <a:ext uri="{FF2B5EF4-FFF2-40B4-BE49-F238E27FC236}">
                <a16:creationId xmlns:a16="http://schemas.microsoft.com/office/drawing/2014/main" id="{AF6ED52F-DE6C-16CB-5AD4-C3667B003BD8}"/>
              </a:ext>
            </a:extLst>
          </p:cNvPr>
          <p:cNvSpPr/>
          <p:nvPr/>
        </p:nvSpPr>
        <p:spPr>
          <a:xfrm>
            <a:off x="1559363" y="6135608"/>
            <a:ext cx="1804110" cy="707886"/>
          </a:xfrm>
          <a:prstGeom prst="rect">
            <a:avLst/>
          </a:prstGeom>
          <a:noFill/>
        </p:spPr>
        <p:txBody>
          <a:bodyPr wrap="square" lIns="91440" tIns="45720" bIns="45720" anchor="ctr" anchorCtr="0">
            <a:spAutoFit/>
          </a:bodyPr>
          <a:lstStyle/>
          <a:p>
            <a:r>
              <a:rPr lang="en-US" sz="1000" b="1" dirty="0">
                <a:solidFill>
                  <a:srgbClr val="DB4E18"/>
                </a:solidFill>
                <a:latin typeface="Arial" panose="020B0604020202020204" pitchFamily="34" charset="0"/>
                <a:cs typeface="Arial" panose="020B0604020202020204" pitchFamily="34" charset="0"/>
              </a:rPr>
              <a:t>Industria Clientes: Insituciones Financieras – Consumo – Farmaceúticas (Ecuador)</a:t>
            </a:r>
          </a:p>
        </p:txBody>
      </p:sp>
      <p:sp>
        <p:nvSpPr>
          <p:cNvPr id="195" name="Rectangle 125">
            <a:extLst>
              <a:ext uri="{FF2B5EF4-FFF2-40B4-BE49-F238E27FC236}">
                <a16:creationId xmlns:a16="http://schemas.microsoft.com/office/drawing/2014/main" id="{95492F05-8BBE-90B7-2E71-7D5C9AE5D754}"/>
              </a:ext>
            </a:extLst>
          </p:cNvPr>
          <p:cNvSpPr/>
          <p:nvPr/>
        </p:nvSpPr>
        <p:spPr>
          <a:xfrm>
            <a:off x="8828529" y="6205580"/>
            <a:ext cx="1804110" cy="553998"/>
          </a:xfrm>
          <a:prstGeom prst="rect">
            <a:avLst/>
          </a:prstGeom>
          <a:noFill/>
        </p:spPr>
        <p:txBody>
          <a:bodyPr wrap="square" lIns="91440" tIns="45720" bIns="45720" anchor="ctr" anchorCtr="0">
            <a:spAutoFit/>
          </a:bodyPr>
          <a:lstStyle/>
          <a:p>
            <a:r>
              <a:rPr lang="en-US" sz="1000" b="1" dirty="0">
                <a:solidFill>
                  <a:srgbClr val="DB4E18"/>
                </a:solidFill>
                <a:latin typeface="Arial" panose="020B0604020202020204" pitchFamily="34" charset="0"/>
                <a:cs typeface="Arial" panose="020B0604020202020204" pitchFamily="34" charset="0"/>
              </a:rPr>
              <a:t>Industria Clientes: Insituciones Financieras – Consumo (Ecuador)</a:t>
            </a:r>
          </a:p>
        </p:txBody>
      </p:sp>
    </p:spTree>
    <p:extLst>
      <p:ext uri="{BB962C8B-B14F-4D97-AF65-F5344CB8AC3E}">
        <p14:creationId xmlns:p14="http://schemas.microsoft.com/office/powerpoint/2010/main" val="98453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500"/>
                                        <p:tgtEl>
                                          <p:spTgt spid="4"/>
                                        </p:tgtEl>
                                      </p:cBhvr>
                                    </p:animEffect>
                                  </p:childTnLst>
                                </p:cTn>
                              </p:par>
                              <p:par>
                                <p:cTn id="8" presetID="17" presetClass="entr" presetSubtype="4" fill="hold" grpId="0" nodeType="withEffect">
                                  <p:stCondLst>
                                    <p:cond delay="1000"/>
                                  </p:stCondLst>
                                  <p:childTnLst>
                                    <p:set>
                                      <p:cBhvr>
                                        <p:cTn id="9" dur="1" fill="hold">
                                          <p:stCondLst>
                                            <p:cond delay="0"/>
                                          </p:stCondLst>
                                        </p:cTn>
                                        <p:tgtEl>
                                          <p:spTgt spid="4112"/>
                                        </p:tgtEl>
                                        <p:attrNameLst>
                                          <p:attrName>style.visibility</p:attrName>
                                        </p:attrNameLst>
                                      </p:cBhvr>
                                      <p:to>
                                        <p:strVal val="visible"/>
                                      </p:to>
                                    </p:set>
                                    <p:anim calcmode="lin" valueType="num">
                                      <p:cBhvr>
                                        <p:cTn id="10" dur="1000" fill="hold"/>
                                        <p:tgtEl>
                                          <p:spTgt spid="4112"/>
                                        </p:tgtEl>
                                        <p:attrNameLst>
                                          <p:attrName>ppt_x</p:attrName>
                                        </p:attrNameLst>
                                      </p:cBhvr>
                                      <p:tavLst>
                                        <p:tav tm="0">
                                          <p:val>
                                            <p:strVal val="#ppt_x"/>
                                          </p:val>
                                        </p:tav>
                                        <p:tav tm="100000">
                                          <p:val>
                                            <p:strVal val="#ppt_x"/>
                                          </p:val>
                                        </p:tav>
                                      </p:tavLst>
                                    </p:anim>
                                    <p:anim calcmode="lin" valueType="num">
                                      <p:cBhvr>
                                        <p:cTn id="11" dur="1000" fill="hold"/>
                                        <p:tgtEl>
                                          <p:spTgt spid="4112"/>
                                        </p:tgtEl>
                                        <p:attrNameLst>
                                          <p:attrName>ppt_y</p:attrName>
                                        </p:attrNameLst>
                                      </p:cBhvr>
                                      <p:tavLst>
                                        <p:tav tm="0">
                                          <p:val>
                                            <p:strVal val="#ppt_y+#ppt_h/2"/>
                                          </p:val>
                                        </p:tav>
                                        <p:tav tm="100000">
                                          <p:val>
                                            <p:strVal val="#ppt_y"/>
                                          </p:val>
                                        </p:tav>
                                      </p:tavLst>
                                    </p:anim>
                                    <p:anim calcmode="lin" valueType="num">
                                      <p:cBhvr>
                                        <p:cTn id="12" dur="1000" fill="hold"/>
                                        <p:tgtEl>
                                          <p:spTgt spid="4112"/>
                                        </p:tgtEl>
                                        <p:attrNameLst>
                                          <p:attrName>ppt_w</p:attrName>
                                        </p:attrNameLst>
                                      </p:cBhvr>
                                      <p:tavLst>
                                        <p:tav tm="0">
                                          <p:val>
                                            <p:strVal val="#ppt_w"/>
                                          </p:val>
                                        </p:tav>
                                        <p:tav tm="100000">
                                          <p:val>
                                            <p:strVal val="#ppt_w"/>
                                          </p:val>
                                        </p:tav>
                                      </p:tavLst>
                                    </p:anim>
                                    <p:anim calcmode="lin" valueType="num">
                                      <p:cBhvr>
                                        <p:cTn id="13" dur="1000" fill="hold"/>
                                        <p:tgtEl>
                                          <p:spTgt spid="4112"/>
                                        </p:tgtEl>
                                        <p:attrNameLst>
                                          <p:attrName>ppt_h</p:attrName>
                                        </p:attrNameLst>
                                      </p:cBhvr>
                                      <p:tavLst>
                                        <p:tav tm="0">
                                          <p:val>
                                            <p:fltVal val="0"/>
                                          </p:val>
                                        </p:tav>
                                        <p:tav tm="100000">
                                          <p:val>
                                            <p:strVal val="#ppt_h"/>
                                          </p:val>
                                        </p:tav>
                                      </p:tavLst>
                                    </p:anim>
                                  </p:childTnLst>
                                </p:cTn>
                              </p:par>
                              <p:par>
                                <p:cTn id="14" presetID="17" presetClass="entr" presetSubtype="4" fill="hold" grpId="0" nodeType="withEffect">
                                  <p:stCondLst>
                                    <p:cond delay="1000"/>
                                  </p:stCondLst>
                                  <p:childTnLst>
                                    <p:set>
                                      <p:cBhvr>
                                        <p:cTn id="15" dur="1" fill="hold">
                                          <p:stCondLst>
                                            <p:cond delay="0"/>
                                          </p:stCondLst>
                                        </p:cTn>
                                        <p:tgtEl>
                                          <p:spTgt spid="100"/>
                                        </p:tgtEl>
                                        <p:attrNameLst>
                                          <p:attrName>style.visibility</p:attrName>
                                        </p:attrNameLst>
                                      </p:cBhvr>
                                      <p:to>
                                        <p:strVal val="visible"/>
                                      </p:to>
                                    </p:set>
                                    <p:anim calcmode="lin" valueType="num">
                                      <p:cBhvr>
                                        <p:cTn id="16" dur="1000" fill="hold"/>
                                        <p:tgtEl>
                                          <p:spTgt spid="100"/>
                                        </p:tgtEl>
                                        <p:attrNameLst>
                                          <p:attrName>ppt_x</p:attrName>
                                        </p:attrNameLst>
                                      </p:cBhvr>
                                      <p:tavLst>
                                        <p:tav tm="0">
                                          <p:val>
                                            <p:strVal val="#ppt_x"/>
                                          </p:val>
                                        </p:tav>
                                        <p:tav tm="100000">
                                          <p:val>
                                            <p:strVal val="#ppt_x"/>
                                          </p:val>
                                        </p:tav>
                                      </p:tavLst>
                                    </p:anim>
                                    <p:anim calcmode="lin" valueType="num">
                                      <p:cBhvr>
                                        <p:cTn id="17" dur="1000" fill="hold"/>
                                        <p:tgtEl>
                                          <p:spTgt spid="100"/>
                                        </p:tgtEl>
                                        <p:attrNameLst>
                                          <p:attrName>ppt_y</p:attrName>
                                        </p:attrNameLst>
                                      </p:cBhvr>
                                      <p:tavLst>
                                        <p:tav tm="0">
                                          <p:val>
                                            <p:strVal val="#ppt_y+#ppt_h/2"/>
                                          </p:val>
                                        </p:tav>
                                        <p:tav tm="100000">
                                          <p:val>
                                            <p:strVal val="#ppt_y"/>
                                          </p:val>
                                        </p:tav>
                                      </p:tavLst>
                                    </p:anim>
                                    <p:anim calcmode="lin" valueType="num">
                                      <p:cBhvr>
                                        <p:cTn id="18" dur="1000" fill="hold"/>
                                        <p:tgtEl>
                                          <p:spTgt spid="100"/>
                                        </p:tgtEl>
                                        <p:attrNameLst>
                                          <p:attrName>ppt_w</p:attrName>
                                        </p:attrNameLst>
                                      </p:cBhvr>
                                      <p:tavLst>
                                        <p:tav tm="0">
                                          <p:val>
                                            <p:strVal val="#ppt_w"/>
                                          </p:val>
                                        </p:tav>
                                        <p:tav tm="100000">
                                          <p:val>
                                            <p:strVal val="#ppt_w"/>
                                          </p:val>
                                        </p:tav>
                                      </p:tavLst>
                                    </p:anim>
                                    <p:anim calcmode="lin" valueType="num">
                                      <p:cBhvr>
                                        <p:cTn id="19" dur="1000" fill="hold"/>
                                        <p:tgtEl>
                                          <p:spTgt spid="100"/>
                                        </p:tgtEl>
                                        <p:attrNameLst>
                                          <p:attrName>ppt_h</p:attrName>
                                        </p:attrNameLst>
                                      </p:cBhvr>
                                      <p:tavLst>
                                        <p:tav tm="0">
                                          <p:val>
                                            <p:fltVal val="0"/>
                                          </p:val>
                                        </p:tav>
                                        <p:tav tm="100000">
                                          <p:val>
                                            <p:strVal val="#ppt_h"/>
                                          </p:val>
                                        </p:tav>
                                      </p:tavLst>
                                    </p:anim>
                                  </p:childTnLst>
                                </p:cTn>
                              </p:par>
                              <p:par>
                                <p:cTn id="20" presetID="17" presetClass="entr" presetSubtype="4" fill="hold" grpId="0" nodeType="withEffect">
                                  <p:stCondLst>
                                    <p:cond delay="1000"/>
                                  </p:stCondLst>
                                  <p:childTnLst>
                                    <p:set>
                                      <p:cBhvr>
                                        <p:cTn id="21" dur="1" fill="hold">
                                          <p:stCondLst>
                                            <p:cond delay="0"/>
                                          </p:stCondLst>
                                        </p:cTn>
                                        <p:tgtEl>
                                          <p:spTgt spid="107"/>
                                        </p:tgtEl>
                                        <p:attrNameLst>
                                          <p:attrName>style.visibility</p:attrName>
                                        </p:attrNameLst>
                                      </p:cBhvr>
                                      <p:to>
                                        <p:strVal val="visible"/>
                                      </p:to>
                                    </p:set>
                                    <p:anim calcmode="lin" valueType="num">
                                      <p:cBhvr>
                                        <p:cTn id="22" dur="1000" fill="hold"/>
                                        <p:tgtEl>
                                          <p:spTgt spid="107"/>
                                        </p:tgtEl>
                                        <p:attrNameLst>
                                          <p:attrName>ppt_x</p:attrName>
                                        </p:attrNameLst>
                                      </p:cBhvr>
                                      <p:tavLst>
                                        <p:tav tm="0">
                                          <p:val>
                                            <p:strVal val="#ppt_x"/>
                                          </p:val>
                                        </p:tav>
                                        <p:tav tm="100000">
                                          <p:val>
                                            <p:strVal val="#ppt_x"/>
                                          </p:val>
                                        </p:tav>
                                      </p:tavLst>
                                    </p:anim>
                                    <p:anim calcmode="lin" valueType="num">
                                      <p:cBhvr>
                                        <p:cTn id="23" dur="1000" fill="hold"/>
                                        <p:tgtEl>
                                          <p:spTgt spid="107"/>
                                        </p:tgtEl>
                                        <p:attrNameLst>
                                          <p:attrName>ppt_y</p:attrName>
                                        </p:attrNameLst>
                                      </p:cBhvr>
                                      <p:tavLst>
                                        <p:tav tm="0">
                                          <p:val>
                                            <p:strVal val="#ppt_y+#ppt_h/2"/>
                                          </p:val>
                                        </p:tav>
                                        <p:tav tm="100000">
                                          <p:val>
                                            <p:strVal val="#ppt_y"/>
                                          </p:val>
                                        </p:tav>
                                      </p:tavLst>
                                    </p:anim>
                                    <p:anim calcmode="lin" valueType="num">
                                      <p:cBhvr>
                                        <p:cTn id="24" dur="1000" fill="hold"/>
                                        <p:tgtEl>
                                          <p:spTgt spid="107"/>
                                        </p:tgtEl>
                                        <p:attrNameLst>
                                          <p:attrName>ppt_w</p:attrName>
                                        </p:attrNameLst>
                                      </p:cBhvr>
                                      <p:tavLst>
                                        <p:tav tm="0">
                                          <p:val>
                                            <p:strVal val="#ppt_w"/>
                                          </p:val>
                                        </p:tav>
                                        <p:tav tm="100000">
                                          <p:val>
                                            <p:strVal val="#ppt_w"/>
                                          </p:val>
                                        </p:tav>
                                      </p:tavLst>
                                    </p:anim>
                                    <p:anim calcmode="lin" valueType="num">
                                      <p:cBhvr>
                                        <p:cTn id="25" dur="1000" fill="hold"/>
                                        <p:tgtEl>
                                          <p:spTgt spid="107"/>
                                        </p:tgtEl>
                                        <p:attrNameLst>
                                          <p:attrName>ppt_h</p:attrName>
                                        </p:attrNameLst>
                                      </p:cBhvr>
                                      <p:tavLst>
                                        <p:tav tm="0">
                                          <p:val>
                                            <p:fltVal val="0"/>
                                          </p:val>
                                        </p:tav>
                                        <p:tav tm="100000">
                                          <p:val>
                                            <p:strVal val="#ppt_h"/>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500"/>
                                        <p:tgtEl>
                                          <p:spTgt spid="3"/>
                                        </p:tgtEl>
                                      </p:cBhvr>
                                    </p:animEffect>
                                  </p:childTnLst>
                                </p:cTn>
                              </p:par>
                              <p:par>
                                <p:cTn id="29" presetID="0" presetClass="path" presetSubtype="0" decel="50000" fill="hold" grpId="1" nodeType="withEffect">
                                  <p:stCondLst>
                                    <p:cond delay="1000"/>
                                  </p:stCondLst>
                                  <p:childTnLst>
                                    <p:animMotion origin="layout" path="M 0.28907 -0.15186 L -3.125E-6 4.44444E-6 " pathEditMode="relative" rAng="0" ptsTypes="AA">
                                      <p:cBhvr>
                                        <p:cTn id="30" dur="2000" fill="hold"/>
                                        <p:tgtEl>
                                          <p:spTgt spid="3"/>
                                        </p:tgtEl>
                                        <p:attrNameLst>
                                          <p:attrName>ppt_x</p:attrName>
                                          <p:attrName>ppt_y</p:attrName>
                                        </p:attrNameLst>
                                      </p:cBhvr>
                                      <p:rCtr x="-14453" y="7593"/>
                                    </p:animMotion>
                                  </p:childTnLst>
                                </p:cTn>
                              </p:par>
                              <p:par>
                                <p:cTn id="31" presetID="10" presetClass="entr" presetSubtype="0" fill="hold" grpId="0" nodeType="withEffect">
                                  <p:stCondLst>
                                    <p:cond delay="1000"/>
                                  </p:stCondLst>
                                  <p:childTnLst>
                                    <p:set>
                                      <p:cBhvr>
                                        <p:cTn id="32" dur="1" fill="hold">
                                          <p:stCondLst>
                                            <p:cond delay="0"/>
                                          </p:stCondLst>
                                        </p:cTn>
                                        <p:tgtEl>
                                          <p:spTgt spid="95"/>
                                        </p:tgtEl>
                                        <p:attrNameLst>
                                          <p:attrName>style.visibility</p:attrName>
                                        </p:attrNameLst>
                                      </p:cBhvr>
                                      <p:to>
                                        <p:strVal val="visible"/>
                                      </p:to>
                                    </p:set>
                                    <p:animEffect transition="in" filter="fade">
                                      <p:cBhvr>
                                        <p:cTn id="33" dur="1500"/>
                                        <p:tgtEl>
                                          <p:spTgt spid="95"/>
                                        </p:tgtEl>
                                      </p:cBhvr>
                                    </p:animEffect>
                                  </p:childTnLst>
                                </p:cTn>
                              </p:par>
                              <p:par>
                                <p:cTn id="34" presetID="0" presetClass="path" presetSubtype="0" decel="50000" fill="hold" grpId="1" nodeType="withEffect">
                                  <p:stCondLst>
                                    <p:cond delay="1000"/>
                                  </p:stCondLst>
                                  <p:childTnLst>
                                    <p:animMotion origin="layout" path="M -4.16667E-7 -0.14931 L -4.16667E-7 4.44444E-6 " pathEditMode="relative" rAng="0" ptsTypes="AA">
                                      <p:cBhvr>
                                        <p:cTn id="35" dur="2000" fill="hold"/>
                                        <p:tgtEl>
                                          <p:spTgt spid="95"/>
                                        </p:tgtEl>
                                        <p:attrNameLst>
                                          <p:attrName>ppt_x</p:attrName>
                                          <p:attrName>ppt_y</p:attrName>
                                        </p:attrNameLst>
                                      </p:cBhvr>
                                      <p:rCtr x="0" y="7454"/>
                                    </p:animMotion>
                                  </p:childTnLst>
                                </p:cTn>
                              </p:par>
                              <p:par>
                                <p:cTn id="36" presetID="10" presetClass="entr" presetSubtype="0" fill="hold" grpId="0" nodeType="withEffect">
                                  <p:stCondLst>
                                    <p:cond delay="1000"/>
                                  </p:stCondLst>
                                  <p:childTnLst>
                                    <p:set>
                                      <p:cBhvr>
                                        <p:cTn id="37" dur="1" fill="hold">
                                          <p:stCondLst>
                                            <p:cond delay="0"/>
                                          </p:stCondLst>
                                        </p:cTn>
                                        <p:tgtEl>
                                          <p:spTgt spid="102"/>
                                        </p:tgtEl>
                                        <p:attrNameLst>
                                          <p:attrName>style.visibility</p:attrName>
                                        </p:attrNameLst>
                                      </p:cBhvr>
                                      <p:to>
                                        <p:strVal val="visible"/>
                                      </p:to>
                                    </p:set>
                                    <p:animEffect transition="in" filter="fade">
                                      <p:cBhvr>
                                        <p:cTn id="38" dur="1500"/>
                                        <p:tgtEl>
                                          <p:spTgt spid="102"/>
                                        </p:tgtEl>
                                      </p:cBhvr>
                                    </p:animEffect>
                                  </p:childTnLst>
                                </p:cTn>
                              </p:par>
                              <p:par>
                                <p:cTn id="39" presetID="0" presetClass="path" presetSubtype="0" decel="50000" fill="hold" grpId="1" nodeType="withEffect">
                                  <p:stCondLst>
                                    <p:cond delay="1000"/>
                                  </p:stCondLst>
                                  <p:childTnLst>
                                    <p:animMotion origin="layout" path="M -0.29427 -0.14931 L -3.75E-6 4.44444E-6 " pathEditMode="relative" rAng="0" ptsTypes="AA">
                                      <p:cBhvr>
                                        <p:cTn id="40" dur="2000" fill="hold"/>
                                        <p:tgtEl>
                                          <p:spTgt spid="102"/>
                                        </p:tgtEl>
                                        <p:attrNameLst>
                                          <p:attrName>ppt_x</p:attrName>
                                          <p:attrName>ppt_y</p:attrName>
                                        </p:attrNameLst>
                                      </p:cBhvr>
                                      <p:rCtr x="14583" y="7454"/>
                                    </p:animMotion>
                                  </p:childTnLst>
                                </p:cTn>
                              </p:par>
                              <p:par>
                                <p:cTn id="41" presetID="10" presetClass="entr" presetSubtype="0" fill="hold" grpId="0" nodeType="withEffect">
                                  <p:stCondLst>
                                    <p:cond delay="25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childTnLst>
                                </p:cTn>
                              </p:par>
                              <p:par>
                                <p:cTn id="44" presetID="10" presetClass="entr" presetSubtype="0" fill="hold" grpId="0" nodeType="withEffect">
                                  <p:stCondLst>
                                    <p:cond delay="2500"/>
                                  </p:stCondLst>
                                  <p:childTnLst>
                                    <p:set>
                                      <p:cBhvr>
                                        <p:cTn id="45" dur="1" fill="hold">
                                          <p:stCondLst>
                                            <p:cond delay="0"/>
                                          </p:stCondLst>
                                        </p:cTn>
                                        <p:tgtEl>
                                          <p:spTgt spid="96"/>
                                        </p:tgtEl>
                                        <p:attrNameLst>
                                          <p:attrName>style.visibility</p:attrName>
                                        </p:attrNameLst>
                                      </p:cBhvr>
                                      <p:to>
                                        <p:strVal val="visible"/>
                                      </p:to>
                                    </p:set>
                                    <p:animEffect transition="in" filter="fade">
                                      <p:cBhvr>
                                        <p:cTn id="46" dur="1000"/>
                                        <p:tgtEl>
                                          <p:spTgt spid="96"/>
                                        </p:tgtEl>
                                      </p:cBhvr>
                                    </p:animEffect>
                                  </p:childTnLst>
                                </p:cTn>
                              </p:par>
                              <p:par>
                                <p:cTn id="47" presetID="10" presetClass="entr" presetSubtype="0" fill="hold" grpId="0" nodeType="withEffect">
                                  <p:stCondLst>
                                    <p:cond delay="2500"/>
                                  </p:stCondLst>
                                  <p:childTnLst>
                                    <p:set>
                                      <p:cBhvr>
                                        <p:cTn id="48" dur="1" fill="hold">
                                          <p:stCondLst>
                                            <p:cond delay="0"/>
                                          </p:stCondLst>
                                        </p:cTn>
                                        <p:tgtEl>
                                          <p:spTgt spid="103"/>
                                        </p:tgtEl>
                                        <p:attrNameLst>
                                          <p:attrName>style.visibility</p:attrName>
                                        </p:attrNameLst>
                                      </p:cBhvr>
                                      <p:to>
                                        <p:strVal val="visible"/>
                                      </p:to>
                                    </p:set>
                                    <p:animEffect transition="in" filter="fade">
                                      <p:cBhvr>
                                        <p:cTn id="49" dur="1000"/>
                                        <p:tgtEl>
                                          <p:spTgt spid="103"/>
                                        </p:tgtEl>
                                      </p:cBhvr>
                                    </p:animEffect>
                                  </p:childTnLst>
                                </p:cTn>
                              </p:par>
                              <p:par>
                                <p:cTn id="50" presetID="55" presetClass="entr" presetSubtype="0" fill="hold" grpId="0" nodeType="withEffect">
                                  <p:stCondLst>
                                    <p:cond delay="2500"/>
                                  </p:stCondLst>
                                  <p:childTnLst>
                                    <p:set>
                                      <p:cBhvr>
                                        <p:cTn id="51" dur="1" fill="hold">
                                          <p:stCondLst>
                                            <p:cond delay="0"/>
                                          </p:stCondLst>
                                        </p:cTn>
                                        <p:tgtEl>
                                          <p:spTgt spid="28"/>
                                        </p:tgtEl>
                                        <p:attrNameLst>
                                          <p:attrName>style.visibility</p:attrName>
                                        </p:attrNameLst>
                                      </p:cBhvr>
                                      <p:to>
                                        <p:strVal val="visible"/>
                                      </p:to>
                                    </p:set>
                                    <p:anim calcmode="lin" valueType="num">
                                      <p:cBhvr>
                                        <p:cTn id="52" dur="1000" fill="hold"/>
                                        <p:tgtEl>
                                          <p:spTgt spid="28"/>
                                        </p:tgtEl>
                                        <p:attrNameLst>
                                          <p:attrName>ppt_w</p:attrName>
                                        </p:attrNameLst>
                                      </p:cBhvr>
                                      <p:tavLst>
                                        <p:tav tm="0">
                                          <p:val>
                                            <p:strVal val="#ppt_w*0.70"/>
                                          </p:val>
                                        </p:tav>
                                        <p:tav tm="100000">
                                          <p:val>
                                            <p:strVal val="#ppt_w"/>
                                          </p:val>
                                        </p:tav>
                                      </p:tavLst>
                                    </p:anim>
                                    <p:anim calcmode="lin" valueType="num">
                                      <p:cBhvr>
                                        <p:cTn id="53" dur="1000" fill="hold"/>
                                        <p:tgtEl>
                                          <p:spTgt spid="28"/>
                                        </p:tgtEl>
                                        <p:attrNameLst>
                                          <p:attrName>ppt_h</p:attrName>
                                        </p:attrNameLst>
                                      </p:cBhvr>
                                      <p:tavLst>
                                        <p:tav tm="0">
                                          <p:val>
                                            <p:strVal val="#ppt_h"/>
                                          </p:val>
                                        </p:tav>
                                        <p:tav tm="100000">
                                          <p:val>
                                            <p:strVal val="#ppt_h"/>
                                          </p:val>
                                        </p:tav>
                                      </p:tavLst>
                                    </p:anim>
                                    <p:animEffect transition="in" filter="fade">
                                      <p:cBhvr>
                                        <p:cTn id="54" dur="1000"/>
                                        <p:tgtEl>
                                          <p:spTgt spid="28"/>
                                        </p:tgtEl>
                                      </p:cBhvr>
                                    </p:animEffect>
                                  </p:childTnLst>
                                </p:cTn>
                              </p:par>
                              <p:par>
                                <p:cTn id="55" presetID="55" presetClass="entr" presetSubtype="0" fill="hold" grpId="0" nodeType="withEffect">
                                  <p:stCondLst>
                                    <p:cond delay="2500"/>
                                  </p:stCondLst>
                                  <p:childTnLst>
                                    <p:set>
                                      <p:cBhvr>
                                        <p:cTn id="56" dur="1" fill="hold">
                                          <p:stCondLst>
                                            <p:cond delay="0"/>
                                          </p:stCondLst>
                                        </p:cTn>
                                        <p:tgtEl>
                                          <p:spTgt spid="98"/>
                                        </p:tgtEl>
                                        <p:attrNameLst>
                                          <p:attrName>style.visibility</p:attrName>
                                        </p:attrNameLst>
                                      </p:cBhvr>
                                      <p:to>
                                        <p:strVal val="visible"/>
                                      </p:to>
                                    </p:set>
                                    <p:anim calcmode="lin" valueType="num">
                                      <p:cBhvr>
                                        <p:cTn id="57" dur="1000" fill="hold"/>
                                        <p:tgtEl>
                                          <p:spTgt spid="98"/>
                                        </p:tgtEl>
                                        <p:attrNameLst>
                                          <p:attrName>ppt_w</p:attrName>
                                        </p:attrNameLst>
                                      </p:cBhvr>
                                      <p:tavLst>
                                        <p:tav tm="0">
                                          <p:val>
                                            <p:strVal val="#ppt_w*0.70"/>
                                          </p:val>
                                        </p:tav>
                                        <p:tav tm="100000">
                                          <p:val>
                                            <p:strVal val="#ppt_w"/>
                                          </p:val>
                                        </p:tav>
                                      </p:tavLst>
                                    </p:anim>
                                    <p:anim calcmode="lin" valueType="num">
                                      <p:cBhvr>
                                        <p:cTn id="58" dur="1000" fill="hold"/>
                                        <p:tgtEl>
                                          <p:spTgt spid="98"/>
                                        </p:tgtEl>
                                        <p:attrNameLst>
                                          <p:attrName>ppt_h</p:attrName>
                                        </p:attrNameLst>
                                      </p:cBhvr>
                                      <p:tavLst>
                                        <p:tav tm="0">
                                          <p:val>
                                            <p:strVal val="#ppt_h"/>
                                          </p:val>
                                        </p:tav>
                                        <p:tav tm="100000">
                                          <p:val>
                                            <p:strVal val="#ppt_h"/>
                                          </p:val>
                                        </p:tav>
                                      </p:tavLst>
                                    </p:anim>
                                    <p:animEffect transition="in" filter="fade">
                                      <p:cBhvr>
                                        <p:cTn id="59" dur="1000"/>
                                        <p:tgtEl>
                                          <p:spTgt spid="98"/>
                                        </p:tgtEl>
                                      </p:cBhvr>
                                    </p:animEffect>
                                  </p:childTnLst>
                                </p:cTn>
                              </p:par>
                              <p:par>
                                <p:cTn id="60" presetID="55" presetClass="entr" presetSubtype="0" fill="hold" grpId="0" nodeType="withEffect">
                                  <p:stCondLst>
                                    <p:cond delay="2500"/>
                                  </p:stCondLst>
                                  <p:childTnLst>
                                    <p:set>
                                      <p:cBhvr>
                                        <p:cTn id="61" dur="1" fill="hold">
                                          <p:stCondLst>
                                            <p:cond delay="0"/>
                                          </p:stCondLst>
                                        </p:cTn>
                                        <p:tgtEl>
                                          <p:spTgt spid="105"/>
                                        </p:tgtEl>
                                        <p:attrNameLst>
                                          <p:attrName>style.visibility</p:attrName>
                                        </p:attrNameLst>
                                      </p:cBhvr>
                                      <p:to>
                                        <p:strVal val="visible"/>
                                      </p:to>
                                    </p:set>
                                    <p:anim calcmode="lin" valueType="num">
                                      <p:cBhvr>
                                        <p:cTn id="62" dur="1000" fill="hold"/>
                                        <p:tgtEl>
                                          <p:spTgt spid="105"/>
                                        </p:tgtEl>
                                        <p:attrNameLst>
                                          <p:attrName>ppt_w</p:attrName>
                                        </p:attrNameLst>
                                      </p:cBhvr>
                                      <p:tavLst>
                                        <p:tav tm="0">
                                          <p:val>
                                            <p:strVal val="#ppt_w*0.70"/>
                                          </p:val>
                                        </p:tav>
                                        <p:tav tm="100000">
                                          <p:val>
                                            <p:strVal val="#ppt_w"/>
                                          </p:val>
                                        </p:tav>
                                      </p:tavLst>
                                    </p:anim>
                                    <p:anim calcmode="lin" valueType="num">
                                      <p:cBhvr>
                                        <p:cTn id="63" dur="1000" fill="hold"/>
                                        <p:tgtEl>
                                          <p:spTgt spid="105"/>
                                        </p:tgtEl>
                                        <p:attrNameLst>
                                          <p:attrName>ppt_h</p:attrName>
                                        </p:attrNameLst>
                                      </p:cBhvr>
                                      <p:tavLst>
                                        <p:tav tm="0">
                                          <p:val>
                                            <p:strVal val="#ppt_h"/>
                                          </p:val>
                                        </p:tav>
                                        <p:tav tm="100000">
                                          <p:val>
                                            <p:strVal val="#ppt_h"/>
                                          </p:val>
                                        </p:tav>
                                      </p:tavLst>
                                    </p:anim>
                                    <p:animEffect transition="in" filter="fade">
                                      <p:cBhvr>
                                        <p:cTn id="64" dur="1000"/>
                                        <p:tgtEl>
                                          <p:spTgt spid="105"/>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500"/>
                                        <p:tgtEl>
                                          <p:spTgt spid="12"/>
                                        </p:tgtEl>
                                      </p:cBhvr>
                                    </p:animEffect>
                                  </p:childTnLst>
                                </p:cTn>
                              </p:par>
                              <p:par>
                                <p:cTn id="68" presetID="10" presetClass="entr" presetSubtype="0" fill="hold" grpId="0" nodeType="withEffect">
                                  <p:stCondLst>
                                    <p:cond delay="3000"/>
                                  </p:stCondLst>
                                  <p:childTnLst>
                                    <p:set>
                                      <p:cBhvr>
                                        <p:cTn id="69" dur="1" fill="hold">
                                          <p:stCondLst>
                                            <p:cond delay="0"/>
                                          </p:stCondLst>
                                        </p:cTn>
                                        <p:tgtEl>
                                          <p:spTgt spid="97"/>
                                        </p:tgtEl>
                                        <p:attrNameLst>
                                          <p:attrName>style.visibility</p:attrName>
                                        </p:attrNameLst>
                                      </p:cBhvr>
                                      <p:to>
                                        <p:strVal val="visible"/>
                                      </p:to>
                                    </p:set>
                                    <p:animEffect transition="in" filter="fade">
                                      <p:cBhvr>
                                        <p:cTn id="70" dur="1500"/>
                                        <p:tgtEl>
                                          <p:spTgt spid="97"/>
                                        </p:tgtEl>
                                      </p:cBhvr>
                                    </p:animEffect>
                                  </p:childTnLst>
                                </p:cTn>
                              </p:par>
                              <p:par>
                                <p:cTn id="71" presetID="10" presetClass="entr" presetSubtype="0" fill="hold" grpId="0" nodeType="withEffect">
                                  <p:stCondLst>
                                    <p:cond delay="3000"/>
                                  </p:stCondLst>
                                  <p:childTnLst>
                                    <p:set>
                                      <p:cBhvr>
                                        <p:cTn id="72" dur="1" fill="hold">
                                          <p:stCondLst>
                                            <p:cond delay="0"/>
                                          </p:stCondLst>
                                        </p:cTn>
                                        <p:tgtEl>
                                          <p:spTgt spid="104"/>
                                        </p:tgtEl>
                                        <p:attrNameLst>
                                          <p:attrName>style.visibility</p:attrName>
                                        </p:attrNameLst>
                                      </p:cBhvr>
                                      <p:to>
                                        <p:strVal val="visible"/>
                                      </p:to>
                                    </p:set>
                                    <p:animEffect transition="in" filter="fade">
                                      <p:cBhvr>
                                        <p:cTn id="73" dur="1500"/>
                                        <p:tgtEl>
                                          <p:spTgt spid="104"/>
                                        </p:tgtEl>
                                      </p:cBhvr>
                                    </p:animEffect>
                                  </p:childTnLst>
                                </p:cTn>
                              </p:par>
                              <p:par>
                                <p:cTn id="74" presetID="0" presetClass="path" presetSubtype="0" decel="50000" fill="hold" grpId="1" nodeType="withEffect">
                                  <p:stCondLst>
                                    <p:cond delay="3000"/>
                                  </p:stCondLst>
                                  <p:childTnLst>
                                    <p:animMotion origin="layout" path="M -1.45833E-6 -0.06412 L -1.45833E-6 -3.7037E-7 " pathEditMode="relative" rAng="0" ptsTypes="AA">
                                      <p:cBhvr>
                                        <p:cTn id="75" dur="1500" fill="hold"/>
                                        <p:tgtEl>
                                          <p:spTgt spid="12"/>
                                        </p:tgtEl>
                                        <p:attrNameLst>
                                          <p:attrName>ppt_x</p:attrName>
                                          <p:attrName>ppt_y</p:attrName>
                                        </p:attrNameLst>
                                      </p:cBhvr>
                                      <p:rCtr x="0" y="3194"/>
                                    </p:animMotion>
                                  </p:childTnLst>
                                </p:cTn>
                              </p:par>
                              <p:par>
                                <p:cTn id="76" presetID="0" presetClass="path" presetSubtype="0" decel="50000" fill="hold" grpId="1" nodeType="withEffect">
                                  <p:stCondLst>
                                    <p:cond delay="3000"/>
                                  </p:stCondLst>
                                  <p:childTnLst>
                                    <p:animMotion origin="layout" path="M -6.25E-7 -0.06065 L -6.25E-7 2.59259E-6 " pathEditMode="relative" rAng="0" ptsTypes="AA">
                                      <p:cBhvr>
                                        <p:cTn id="77" dur="1500" fill="hold"/>
                                        <p:tgtEl>
                                          <p:spTgt spid="97"/>
                                        </p:tgtEl>
                                        <p:attrNameLst>
                                          <p:attrName>ppt_x</p:attrName>
                                          <p:attrName>ppt_y</p:attrName>
                                        </p:attrNameLst>
                                      </p:cBhvr>
                                      <p:rCtr x="0" y="3032"/>
                                    </p:animMotion>
                                  </p:childTnLst>
                                </p:cTn>
                              </p:par>
                              <p:par>
                                <p:cTn id="78" presetID="0" presetClass="path" presetSubtype="0" decel="50000" fill="hold" grpId="1" nodeType="withEffect">
                                  <p:stCondLst>
                                    <p:cond delay="3000"/>
                                  </p:stCondLst>
                                  <p:childTnLst>
                                    <p:animMotion origin="layout" path="M 0.00117 -0.07269 L 2.08333E-6 2.59259E-6 " pathEditMode="relative" rAng="0" ptsTypes="AA">
                                      <p:cBhvr>
                                        <p:cTn id="79" dur="1500" fill="hold"/>
                                        <p:tgtEl>
                                          <p:spTgt spid="104"/>
                                        </p:tgtEl>
                                        <p:attrNameLst>
                                          <p:attrName>ppt_x</p:attrName>
                                          <p:attrName>ppt_y</p:attrName>
                                        </p:attrNameLst>
                                      </p:cBhvr>
                                      <p:rCtr x="-65" y="363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97" grpId="0"/>
      <p:bldP spid="97" grpId="1"/>
      <p:bldP spid="104" grpId="0"/>
      <p:bldP spid="104" grpId="1"/>
      <p:bldP spid="3" grpId="0" animBg="1"/>
      <p:bldP spid="3" grpId="1" animBg="1"/>
      <p:bldP spid="11" grpId="0"/>
      <p:bldP spid="28" grpId="0" animBg="1"/>
      <p:bldP spid="4112" grpId="0" animBg="1"/>
      <p:bldP spid="95" grpId="0" animBg="1"/>
      <p:bldP spid="95" grpId="1" animBg="1"/>
      <p:bldP spid="96" grpId="0"/>
      <p:bldP spid="98" grpId="0" animBg="1"/>
      <p:bldP spid="100" grpId="0" animBg="1"/>
      <p:bldP spid="102" grpId="0" animBg="1"/>
      <p:bldP spid="102" grpId="1" animBg="1"/>
      <p:bldP spid="103" grpId="0"/>
      <p:bldP spid="105" grpId="0" animBg="1"/>
      <p:bldP spid="10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04A4D376-36FA-41E3-B54B-E6F7D5B7C8C1}"/>
              </a:ext>
            </a:extLst>
          </p:cNvPr>
          <p:cNvSpPr txBox="1"/>
          <p:nvPr/>
        </p:nvSpPr>
        <p:spPr>
          <a:xfrm>
            <a:off x="1017056" y="3628489"/>
            <a:ext cx="2892422" cy="2554867"/>
          </a:xfrm>
          <a:prstGeom prst="rect">
            <a:avLst/>
          </a:prstGeom>
          <a:noFill/>
        </p:spPr>
        <p:txBody>
          <a:bodyPr wrap="square" rtlCol="0">
            <a:spAutoFit/>
          </a:bodyPr>
          <a:lstStyle/>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Aplicación de herramientas automatizadas (p. ej., Nessus, Qualys, OpenVAS) para identificar vulnerabilidades.</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Revisiones manuales para validar resultados y descartar falsos positivos.</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Ejecución de pruebas de penetración internas y externas en redes, aplicaciones y sistemas.</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Simulación de ataques reales para validar la efectividad de los controles de seguridad.</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Participación en la formación y concienciación para fortalecer la cultura de ciberseguridad.</a:t>
            </a:r>
            <a:endParaRPr lang="en-US" sz="1000" dirty="0">
              <a:solidFill>
                <a:schemeClr val="accent2"/>
              </a:solidFill>
              <a:latin typeface="Arial" panose="020B0604020202020204" pitchFamily="34" charset="0"/>
              <a:cs typeface="Arial" panose="020B0604020202020204" pitchFamily="34" charset="0"/>
            </a:endParaRPr>
          </a:p>
        </p:txBody>
      </p:sp>
      <p:sp>
        <p:nvSpPr>
          <p:cNvPr id="97" name="TextBox 96">
            <a:extLst>
              <a:ext uri="{FF2B5EF4-FFF2-40B4-BE49-F238E27FC236}">
                <a16:creationId xmlns:a16="http://schemas.microsoft.com/office/drawing/2014/main" id="{AB70A88B-01E4-4EC7-B21E-8F11AA9159CB}"/>
              </a:ext>
            </a:extLst>
          </p:cNvPr>
          <p:cNvSpPr txBox="1"/>
          <p:nvPr/>
        </p:nvSpPr>
        <p:spPr>
          <a:xfrm>
            <a:off x="4578035" y="3628489"/>
            <a:ext cx="2892422" cy="2388154"/>
          </a:xfrm>
          <a:prstGeom prst="rect">
            <a:avLst/>
          </a:prstGeom>
          <a:noFill/>
        </p:spPr>
        <p:txBody>
          <a:bodyPr wrap="square" rtlCol="0">
            <a:spAutoFit/>
          </a:bodyPr>
          <a:lstStyle/>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Mapeo de Datos Personales y Evaluación de Impacto (DPIA).</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Diseño e Implementación de Controles de Cumplimiento.</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Asesoramiento a los equipos internos para la adopción de prácticas de privacidad “by design” y “by default”.</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Aseguramiento del cumplimiento con las obligaciones legales y regulatorias.</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Identificación de oportunidades de mejora en el programa de privacidad y proponer soluciones prácticas.</a:t>
            </a:r>
            <a:endParaRPr lang="en-US" sz="1000" dirty="0">
              <a:solidFill>
                <a:schemeClr val="accent2"/>
              </a:solidFill>
              <a:latin typeface="Arial" panose="020B0604020202020204" pitchFamily="34" charset="0"/>
              <a:cs typeface="Arial" panose="020B0604020202020204" pitchFamily="34" charset="0"/>
            </a:endParaRPr>
          </a:p>
        </p:txBody>
      </p:sp>
      <p:sp>
        <p:nvSpPr>
          <p:cNvPr id="104" name="TextBox 103">
            <a:extLst>
              <a:ext uri="{FF2B5EF4-FFF2-40B4-BE49-F238E27FC236}">
                <a16:creationId xmlns:a16="http://schemas.microsoft.com/office/drawing/2014/main" id="{BF7F6EE0-958E-46CB-ACF2-C310CF9879C8}"/>
              </a:ext>
            </a:extLst>
          </p:cNvPr>
          <p:cNvSpPr txBox="1"/>
          <p:nvPr/>
        </p:nvSpPr>
        <p:spPr>
          <a:xfrm>
            <a:off x="8139014" y="3628489"/>
            <a:ext cx="2892422" cy="2708755"/>
          </a:xfrm>
          <a:prstGeom prst="rect">
            <a:avLst/>
          </a:prstGeom>
          <a:noFill/>
        </p:spPr>
        <p:txBody>
          <a:bodyPr wrap="square" rtlCol="0">
            <a:spAutoFit/>
          </a:bodyPr>
          <a:lstStyle/>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Diseño y apoyo en la implementación de Centros de Operaciones de Seguridad (SOC).</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Ciberseguridad en redes industriales (OT).</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Análisis de Brecha y Evaluaciones de Madurez (ISO 27001, NIST CSF).</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Implementación y Mejora Continua del SGSI (ISO 27001). </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BCP y DRP.</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Auditorías de Sistemas y proyectos de IAM. </a:t>
            </a:r>
          </a:p>
          <a:p>
            <a:pPr marL="171450" indent="-171450">
              <a:lnSpc>
                <a:spcPts val="1300"/>
              </a:lnSpc>
              <a:spcAft>
                <a:spcPts val="600"/>
              </a:spcAft>
              <a:buClr>
                <a:schemeClr val="accent1"/>
              </a:buClr>
              <a:buFont typeface="Arial" panose="020B0604020202020204" pitchFamily="34" charset="0"/>
              <a:buChar char="•"/>
            </a:pPr>
            <a:r>
              <a:rPr lang="es-ES" sz="1000" dirty="0">
                <a:solidFill>
                  <a:schemeClr val="accent2"/>
                </a:solidFill>
                <a:latin typeface="Arial" panose="020B0604020202020204" pitchFamily="34" charset="0"/>
                <a:cs typeface="Arial" panose="020B0604020202020204" pitchFamily="34" charset="0"/>
              </a:rPr>
              <a:t>Hardening de soluciones de seguridad: firewalls, sistemas operativos, bases de datos, y equipos de comunicación.</a:t>
            </a:r>
            <a:endParaRPr lang="en-US" sz="1000" dirty="0">
              <a:solidFill>
                <a:schemeClr val="accent2"/>
              </a:solidFill>
              <a:latin typeface="Arial" panose="020B0604020202020204" pitchFamily="34" charset="0"/>
              <a:cs typeface="Arial" panose="020B0604020202020204" pitchFamily="34" charset="0"/>
            </a:endParaRPr>
          </a:p>
        </p:txBody>
      </p:sp>
      <p:grpSp>
        <p:nvGrpSpPr>
          <p:cNvPr id="4" name="Group 3">
            <a:extLst>
              <a:ext uri="{FF2B5EF4-FFF2-40B4-BE49-F238E27FC236}">
                <a16:creationId xmlns:a16="http://schemas.microsoft.com/office/drawing/2014/main" id="{E02DA3CF-026D-E2AF-FCE2-755D63CFEBA2}"/>
              </a:ext>
            </a:extLst>
          </p:cNvPr>
          <p:cNvGrpSpPr/>
          <p:nvPr/>
        </p:nvGrpSpPr>
        <p:grpSpPr>
          <a:xfrm>
            <a:off x="2329917" y="1713978"/>
            <a:ext cx="9862083" cy="85186"/>
            <a:chOff x="2329917" y="1713978"/>
            <a:chExt cx="9862083" cy="85186"/>
          </a:xfrm>
          <a:solidFill>
            <a:srgbClr val="E88D14"/>
          </a:solidFill>
        </p:grpSpPr>
        <p:cxnSp>
          <p:nvCxnSpPr>
            <p:cNvPr id="82" name="Straight Connector 81">
              <a:extLst>
                <a:ext uri="{FF2B5EF4-FFF2-40B4-BE49-F238E27FC236}">
                  <a16:creationId xmlns:a16="http://schemas.microsoft.com/office/drawing/2014/main" id="{691C0308-1C2F-4734-B110-B2A4A8A9EE5A}"/>
                </a:ext>
              </a:extLst>
            </p:cNvPr>
            <p:cNvCxnSpPr>
              <a:cxnSpLocks/>
            </p:cNvCxnSpPr>
            <p:nvPr/>
          </p:nvCxnSpPr>
          <p:spPr>
            <a:xfrm>
              <a:off x="2475480" y="1756571"/>
              <a:ext cx="9716520" cy="0"/>
            </a:xfrm>
            <a:prstGeom prst="line">
              <a:avLst/>
            </a:prstGeom>
            <a:grpFill/>
            <a:ln w="25400" cap="rnd">
              <a:solidFill>
                <a:srgbClr val="E88D14"/>
              </a:solidFill>
              <a:prstDash val="solid"/>
            </a:ln>
          </p:spPr>
          <p:style>
            <a:lnRef idx="1">
              <a:schemeClr val="accent1"/>
            </a:lnRef>
            <a:fillRef idx="0">
              <a:schemeClr val="accent1"/>
            </a:fillRef>
            <a:effectRef idx="0">
              <a:schemeClr val="accent1"/>
            </a:effectRef>
            <a:fontRef idx="minor">
              <a:schemeClr val="tx1"/>
            </a:fontRef>
          </p:style>
        </p:cxnSp>
        <p:sp>
          <p:nvSpPr>
            <p:cNvPr id="4110" name="Oval 4109">
              <a:extLst>
                <a:ext uri="{FF2B5EF4-FFF2-40B4-BE49-F238E27FC236}">
                  <a16:creationId xmlns:a16="http://schemas.microsoft.com/office/drawing/2014/main" id="{784D582F-A028-402B-85FB-0975EA8AF601}"/>
                </a:ext>
              </a:extLst>
            </p:cNvPr>
            <p:cNvSpPr/>
            <p:nvPr/>
          </p:nvSpPr>
          <p:spPr>
            <a:xfrm>
              <a:off x="2329917" y="1713978"/>
              <a:ext cx="266700" cy="85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DACCC9F2-4FB3-46E6-9BF9-E81097A6E93E}"/>
                </a:ext>
              </a:extLst>
            </p:cNvPr>
            <p:cNvSpPr/>
            <p:nvPr/>
          </p:nvSpPr>
          <p:spPr>
            <a:xfrm>
              <a:off x="5890896" y="1713978"/>
              <a:ext cx="266700" cy="85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Oval 105">
              <a:extLst>
                <a:ext uri="{FF2B5EF4-FFF2-40B4-BE49-F238E27FC236}">
                  <a16:creationId xmlns:a16="http://schemas.microsoft.com/office/drawing/2014/main" id="{4730776C-7C28-4020-9924-D31EC1AA0FF0}"/>
                </a:ext>
              </a:extLst>
            </p:cNvPr>
            <p:cNvSpPr/>
            <p:nvPr/>
          </p:nvSpPr>
          <p:spPr>
            <a:xfrm>
              <a:off x="9451875" y="1713978"/>
              <a:ext cx="266700" cy="85186"/>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Rectangle: Rounded Corners 2">
            <a:extLst>
              <a:ext uri="{FF2B5EF4-FFF2-40B4-BE49-F238E27FC236}">
                <a16:creationId xmlns:a16="http://schemas.microsoft.com/office/drawing/2014/main" id="{B8EF36B7-65E2-4598-BEEB-3F8DE2FE6EBE}"/>
              </a:ext>
            </a:extLst>
          </p:cNvPr>
          <p:cNvSpPr/>
          <p:nvPr/>
        </p:nvSpPr>
        <p:spPr>
          <a:xfrm>
            <a:off x="1035344" y="2176893"/>
            <a:ext cx="2855847" cy="1208692"/>
          </a:xfrm>
          <a:prstGeom prst="roundRect">
            <a:avLst>
              <a:gd name="adj" fmla="val 13593"/>
            </a:avLst>
          </a:prstGeom>
          <a:solidFill>
            <a:schemeClr val="bg1"/>
          </a:solidFill>
          <a:ln w="19050">
            <a:solidFill>
              <a:srgbClr val="DB4E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D0FB723-AA03-496A-9F22-7B9556624F19}"/>
              </a:ext>
            </a:extLst>
          </p:cNvPr>
          <p:cNvSpPr txBox="1"/>
          <p:nvPr/>
        </p:nvSpPr>
        <p:spPr>
          <a:xfrm>
            <a:off x="1503958" y="2446082"/>
            <a:ext cx="2258333" cy="461665"/>
          </a:xfrm>
          <a:prstGeom prst="rect">
            <a:avLst/>
          </a:prstGeom>
          <a:noFill/>
        </p:spPr>
        <p:txBody>
          <a:bodyPr wrap="square" rtlCol="0">
            <a:spAutoFit/>
          </a:bodyPr>
          <a:lstStyle/>
          <a:p>
            <a:pPr>
              <a:spcAft>
                <a:spcPts val="600"/>
              </a:spcAft>
            </a:pPr>
            <a:r>
              <a:rPr lang="es-ES" sz="1200" b="1" dirty="0">
                <a:latin typeface="Arial" panose="020B0604020202020204" pitchFamily="34" charset="0"/>
                <a:cs typeface="Arial" panose="020B0604020202020204" pitchFamily="34" charset="0"/>
              </a:rPr>
              <a:t>Análisis de vulnerabilidades y Ethical hacking</a:t>
            </a:r>
            <a:endParaRPr lang="en-US" sz="1200" b="1" dirty="0">
              <a:latin typeface="Arial" panose="020B0604020202020204" pitchFamily="34" charset="0"/>
              <a:cs typeface="Arial" panose="020B0604020202020204" pitchFamily="34" charset="0"/>
            </a:endParaRPr>
          </a:p>
        </p:txBody>
      </p:sp>
      <p:sp>
        <p:nvSpPr>
          <p:cNvPr id="28" name="Oval 27">
            <a:extLst>
              <a:ext uri="{FF2B5EF4-FFF2-40B4-BE49-F238E27FC236}">
                <a16:creationId xmlns:a16="http://schemas.microsoft.com/office/drawing/2014/main" id="{145BA5FB-8F62-4AAC-939B-939497FB3B13}"/>
              </a:ext>
            </a:extLst>
          </p:cNvPr>
          <p:cNvSpPr/>
          <p:nvPr/>
        </p:nvSpPr>
        <p:spPr>
          <a:xfrm>
            <a:off x="1794436" y="2042071"/>
            <a:ext cx="1594386" cy="283549"/>
          </a:xfrm>
          <a:prstGeom prst="roundRect">
            <a:avLst>
              <a:gd name="adj" fmla="val 50000"/>
            </a:avLst>
          </a:prstGeom>
          <a:solidFill>
            <a:srgbClr val="DB4E1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Arial" panose="020B0604020202020204" pitchFamily="34" charset="0"/>
                <a:cs typeface="Arial" panose="020B0604020202020204" pitchFamily="34" charset="0"/>
              </a:rPr>
              <a:t>Consultor Senior</a:t>
            </a:r>
          </a:p>
        </p:txBody>
      </p:sp>
      <p:sp>
        <p:nvSpPr>
          <p:cNvPr id="4112" name="Graphic 4110">
            <a:extLst>
              <a:ext uri="{FF2B5EF4-FFF2-40B4-BE49-F238E27FC236}">
                <a16:creationId xmlns:a16="http://schemas.microsoft.com/office/drawing/2014/main" id="{C8F357A1-990B-4187-9C04-02ACFFCA4E2D}"/>
              </a:ext>
            </a:extLst>
          </p:cNvPr>
          <p:cNvSpPr/>
          <p:nvPr/>
        </p:nvSpPr>
        <p:spPr>
          <a:xfrm>
            <a:off x="2343824" y="1432960"/>
            <a:ext cx="238886" cy="307138"/>
          </a:xfrm>
          <a:custGeom>
            <a:avLst/>
            <a:gdLst>
              <a:gd name="connsiteX0" fmla="*/ 133350 w 133350"/>
              <a:gd name="connsiteY0" fmla="*/ 66675 h 171450"/>
              <a:gd name="connsiteX1" fmla="*/ 66675 w 133350"/>
              <a:gd name="connsiteY1" fmla="*/ 0 h 171450"/>
              <a:gd name="connsiteX2" fmla="*/ 0 w 133350"/>
              <a:gd name="connsiteY2" fmla="*/ 66675 h 171450"/>
              <a:gd name="connsiteX3" fmla="*/ 44768 w 133350"/>
              <a:gd name="connsiteY3" fmla="*/ 129540 h 171450"/>
              <a:gd name="connsiteX4" fmla="*/ 66675 w 133350"/>
              <a:gd name="connsiteY4" fmla="*/ 179546 h 171450"/>
              <a:gd name="connsiteX5" fmla="*/ 88583 w 133350"/>
              <a:gd name="connsiteY5" fmla="*/ 129540 h 171450"/>
              <a:gd name="connsiteX6" fmla="*/ 133350 w 133350"/>
              <a:gd name="connsiteY6" fmla="*/ 66675 h 171450"/>
              <a:gd name="connsiteX7" fmla="*/ 66770 w 133350"/>
              <a:gd name="connsiteY7" fmla="*/ 114300 h 171450"/>
              <a:gd name="connsiteX8" fmla="*/ 66580 w 133350"/>
              <a:gd name="connsiteY8" fmla="*/ 114300 h 171450"/>
              <a:gd name="connsiteX9" fmla="*/ 19050 w 133350"/>
              <a:gd name="connsiteY9" fmla="*/ 66675 h 171450"/>
              <a:gd name="connsiteX10" fmla="*/ 66675 w 133350"/>
              <a:gd name="connsiteY10" fmla="*/ 19050 h 171450"/>
              <a:gd name="connsiteX11" fmla="*/ 114300 w 133350"/>
              <a:gd name="connsiteY11" fmla="*/ 66675 h 171450"/>
              <a:gd name="connsiteX12" fmla="*/ 66770 w 133350"/>
              <a:gd name="connsiteY12"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350" h="171450">
                <a:moveTo>
                  <a:pt x="133350" y="66675"/>
                </a:moveTo>
                <a:cubicBezTo>
                  <a:pt x="133350" y="29909"/>
                  <a:pt x="103442" y="0"/>
                  <a:pt x="66675" y="0"/>
                </a:cubicBezTo>
                <a:cubicBezTo>
                  <a:pt x="29909" y="0"/>
                  <a:pt x="0" y="29909"/>
                  <a:pt x="0" y="66675"/>
                </a:cubicBezTo>
                <a:cubicBezTo>
                  <a:pt x="0" y="95726"/>
                  <a:pt x="18764" y="120491"/>
                  <a:pt x="44768" y="129540"/>
                </a:cubicBezTo>
                <a:lnTo>
                  <a:pt x="66675" y="179546"/>
                </a:lnTo>
                <a:lnTo>
                  <a:pt x="88583" y="129540"/>
                </a:lnTo>
                <a:cubicBezTo>
                  <a:pt x="114586" y="120491"/>
                  <a:pt x="133350" y="95726"/>
                  <a:pt x="133350" y="66675"/>
                </a:cubicBezTo>
                <a:close/>
                <a:moveTo>
                  <a:pt x="66770" y="114300"/>
                </a:moveTo>
                <a:lnTo>
                  <a:pt x="66580" y="114300"/>
                </a:lnTo>
                <a:cubicBezTo>
                  <a:pt x="40386" y="114300"/>
                  <a:pt x="19050" y="92869"/>
                  <a:pt x="19050" y="66675"/>
                </a:cubicBezTo>
                <a:cubicBezTo>
                  <a:pt x="19050" y="40386"/>
                  <a:pt x="40386" y="19050"/>
                  <a:pt x="66675" y="19050"/>
                </a:cubicBezTo>
                <a:cubicBezTo>
                  <a:pt x="92964" y="19050"/>
                  <a:pt x="114300" y="40386"/>
                  <a:pt x="114300" y="66675"/>
                </a:cubicBezTo>
                <a:cubicBezTo>
                  <a:pt x="114300" y="92869"/>
                  <a:pt x="92964" y="114300"/>
                  <a:pt x="66770" y="114300"/>
                </a:cubicBezTo>
                <a:close/>
              </a:path>
            </a:pathLst>
          </a:custGeom>
          <a:solidFill>
            <a:srgbClr val="E87214"/>
          </a:solidFill>
          <a:ln w="9525" cap="flat">
            <a:noFill/>
            <a:prstDash val="solid"/>
            <a:miter/>
          </a:ln>
        </p:spPr>
        <p:txBody>
          <a:bodyPr tIns="0" bIns="73152" rtlCol="0" anchor="ctr"/>
          <a:lstStyle/>
          <a:p>
            <a:pPr algn="ctr"/>
            <a:r>
              <a:rPr lang="en-US" sz="1000" b="1" dirty="0">
                <a:solidFill>
                  <a:schemeClr val="accent1">
                    <a:lumMod val="75000"/>
                  </a:schemeClr>
                </a:solidFill>
                <a:latin typeface="Arial" panose="020B0604020202020204" pitchFamily="34" charset="0"/>
                <a:cs typeface="Arial" panose="020B0604020202020204" pitchFamily="34" charset="0"/>
              </a:rPr>
              <a:t>4</a:t>
            </a:r>
          </a:p>
        </p:txBody>
      </p:sp>
      <p:sp>
        <p:nvSpPr>
          <p:cNvPr id="95" name="Rectangle: Rounded Corners 94">
            <a:extLst>
              <a:ext uri="{FF2B5EF4-FFF2-40B4-BE49-F238E27FC236}">
                <a16:creationId xmlns:a16="http://schemas.microsoft.com/office/drawing/2014/main" id="{3F9A17CE-5820-48CD-8BD9-536BAC9E202F}"/>
              </a:ext>
            </a:extLst>
          </p:cNvPr>
          <p:cNvSpPr/>
          <p:nvPr/>
        </p:nvSpPr>
        <p:spPr>
          <a:xfrm>
            <a:off x="4596323" y="2176893"/>
            <a:ext cx="2855847" cy="1208692"/>
          </a:xfrm>
          <a:prstGeom prst="roundRect">
            <a:avLst>
              <a:gd name="adj" fmla="val 13593"/>
            </a:avLst>
          </a:prstGeom>
          <a:solidFill>
            <a:schemeClr val="bg1"/>
          </a:solidFill>
          <a:ln w="19050">
            <a:solidFill>
              <a:srgbClr val="DB4E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A6CBC509-334D-41D5-9DB2-C0A73DC0D1CE}"/>
              </a:ext>
            </a:extLst>
          </p:cNvPr>
          <p:cNvSpPr txBox="1"/>
          <p:nvPr/>
        </p:nvSpPr>
        <p:spPr>
          <a:xfrm>
            <a:off x="5086652" y="2446081"/>
            <a:ext cx="2192880" cy="907941"/>
          </a:xfrm>
          <a:prstGeom prst="rect">
            <a:avLst/>
          </a:prstGeom>
          <a:noFill/>
        </p:spPr>
        <p:txBody>
          <a:bodyPr wrap="square" rtlCol="0">
            <a:spAutoFit/>
          </a:bodyPr>
          <a:lstStyle/>
          <a:p>
            <a:pPr>
              <a:spcAft>
                <a:spcPts val="600"/>
              </a:spcAft>
            </a:pPr>
            <a:r>
              <a:rPr lang="es-ES" sz="1200" b="1" dirty="0">
                <a:latin typeface="Arial" panose="020B0604020202020204" pitchFamily="34" charset="0"/>
                <a:cs typeface="Arial" panose="020B0604020202020204" pitchFamily="34" charset="0"/>
              </a:rPr>
              <a:t>Programas de privacidad, y cumplimiento normativo de protección de datos</a:t>
            </a:r>
            <a:endParaRPr lang="en-US" sz="1200" b="1" dirty="0">
              <a:latin typeface="Arial" panose="020B0604020202020204" pitchFamily="34" charset="0"/>
              <a:cs typeface="Arial" panose="020B0604020202020204" pitchFamily="34" charset="0"/>
            </a:endParaRPr>
          </a:p>
          <a:p>
            <a:pPr algn="ctr">
              <a:spcAft>
                <a:spcPts val="600"/>
              </a:spcAft>
            </a:pPr>
            <a:endParaRPr lang="en-US" sz="1200" b="1" dirty="0">
              <a:solidFill>
                <a:schemeClr val="accent2"/>
              </a:solidFill>
              <a:latin typeface="Century Gothic" panose="020B0502020202020204" pitchFamily="34" charset="0"/>
            </a:endParaRPr>
          </a:p>
        </p:txBody>
      </p:sp>
      <p:sp>
        <p:nvSpPr>
          <p:cNvPr id="98" name="Oval 27">
            <a:extLst>
              <a:ext uri="{FF2B5EF4-FFF2-40B4-BE49-F238E27FC236}">
                <a16:creationId xmlns:a16="http://schemas.microsoft.com/office/drawing/2014/main" id="{B8980428-E7DB-47AE-B642-AD06D44E92E1}"/>
              </a:ext>
            </a:extLst>
          </p:cNvPr>
          <p:cNvSpPr/>
          <p:nvPr/>
        </p:nvSpPr>
        <p:spPr>
          <a:xfrm>
            <a:off x="5355415" y="2042072"/>
            <a:ext cx="1594386" cy="283548"/>
          </a:xfrm>
          <a:prstGeom prst="roundRect">
            <a:avLst>
              <a:gd name="adj" fmla="val 50000"/>
            </a:avLst>
          </a:prstGeom>
          <a:solidFill>
            <a:srgbClr val="DB4E1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Arial" panose="020B0604020202020204" pitchFamily="34" charset="0"/>
                <a:cs typeface="Arial" panose="020B0604020202020204" pitchFamily="34" charset="0"/>
              </a:rPr>
              <a:t>Consultor Senior</a:t>
            </a:r>
          </a:p>
        </p:txBody>
      </p:sp>
      <p:sp>
        <p:nvSpPr>
          <p:cNvPr id="100" name="Graphic 4110">
            <a:extLst>
              <a:ext uri="{FF2B5EF4-FFF2-40B4-BE49-F238E27FC236}">
                <a16:creationId xmlns:a16="http://schemas.microsoft.com/office/drawing/2014/main" id="{60143BE4-DDE1-4DFF-A575-846F79942C0B}"/>
              </a:ext>
            </a:extLst>
          </p:cNvPr>
          <p:cNvSpPr/>
          <p:nvPr/>
        </p:nvSpPr>
        <p:spPr>
          <a:xfrm>
            <a:off x="5904803" y="1432960"/>
            <a:ext cx="238886" cy="307138"/>
          </a:xfrm>
          <a:custGeom>
            <a:avLst/>
            <a:gdLst>
              <a:gd name="connsiteX0" fmla="*/ 133350 w 133350"/>
              <a:gd name="connsiteY0" fmla="*/ 66675 h 171450"/>
              <a:gd name="connsiteX1" fmla="*/ 66675 w 133350"/>
              <a:gd name="connsiteY1" fmla="*/ 0 h 171450"/>
              <a:gd name="connsiteX2" fmla="*/ 0 w 133350"/>
              <a:gd name="connsiteY2" fmla="*/ 66675 h 171450"/>
              <a:gd name="connsiteX3" fmla="*/ 44768 w 133350"/>
              <a:gd name="connsiteY3" fmla="*/ 129540 h 171450"/>
              <a:gd name="connsiteX4" fmla="*/ 66675 w 133350"/>
              <a:gd name="connsiteY4" fmla="*/ 179546 h 171450"/>
              <a:gd name="connsiteX5" fmla="*/ 88583 w 133350"/>
              <a:gd name="connsiteY5" fmla="*/ 129540 h 171450"/>
              <a:gd name="connsiteX6" fmla="*/ 133350 w 133350"/>
              <a:gd name="connsiteY6" fmla="*/ 66675 h 171450"/>
              <a:gd name="connsiteX7" fmla="*/ 66770 w 133350"/>
              <a:gd name="connsiteY7" fmla="*/ 114300 h 171450"/>
              <a:gd name="connsiteX8" fmla="*/ 66580 w 133350"/>
              <a:gd name="connsiteY8" fmla="*/ 114300 h 171450"/>
              <a:gd name="connsiteX9" fmla="*/ 19050 w 133350"/>
              <a:gd name="connsiteY9" fmla="*/ 66675 h 171450"/>
              <a:gd name="connsiteX10" fmla="*/ 66675 w 133350"/>
              <a:gd name="connsiteY10" fmla="*/ 19050 h 171450"/>
              <a:gd name="connsiteX11" fmla="*/ 114300 w 133350"/>
              <a:gd name="connsiteY11" fmla="*/ 66675 h 171450"/>
              <a:gd name="connsiteX12" fmla="*/ 66770 w 133350"/>
              <a:gd name="connsiteY12"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350" h="171450">
                <a:moveTo>
                  <a:pt x="133350" y="66675"/>
                </a:moveTo>
                <a:cubicBezTo>
                  <a:pt x="133350" y="29909"/>
                  <a:pt x="103442" y="0"/>
                  <a:pt x="66675" y="0"/>
                </a:cubicBezTo>
                <a:cubicBezTo>
                  <a:pt x="29909" y="0"/>
                  <a:pt x="0" y="29909"/>
                  <a:pt x="0" y="66675"/>
                </a:cubicBezTo>
                <a:cubicBezTo>
                  <a:pt x="0" y="95726"/>
                  <a:pt x="18764" y="120491"/>
                  <a:pt x="44768" y="129540"/>
                </a:cubicBezTo>
                <a:lnTo>
                  <a:pt x="66675" y="179546"/>
                </a:lnTo>
                <a:lnTo>
                  <a:pt x="88583" y="129540"/>
                </a:lnTo>
                <a:cubicBezTo>
                  <a:pt x="114586" y="120491"/>
                  <a:pt x="133350" y="95726"/>
                  <a:pt x="133350" y="66675"/>
                </a:cubicBezTo>
                <a:close/>
                <a:moveTo>
                  <a:pt x="66770" y="114300"/>
                </a:moveTo>
                <a:lnTo>
                  <a:pt x="66580" y="114300"/>
                </a:lnTo>
                <a:cubicBezTo>
                  <a:pt x="40386" y="114300"/>
                  <a:pt x="19050" y="92869"/>
                  <a:pt x="19050" y="66675"/>
                </a:cubicBezTo>
                <a:cubicBezTo>
                  <a:pt x="19050" y="40386"/>
                  <a:pt x="40386" y="19050"/>
                  <a:pt x="66675" y="19050"/>
                </a:cubicBezTo>
                <a:cubicBezTo>
                  <a:pt x="92964" y="19050"/>
                  <a:pt x="114300" y="40386"/>
                  <a:pt x="114300" y="66675"/>
                </a:cubicBezTo>
                <a:cubicBezTo>
                  <a:pt x="114300" y="92869"/>
                  <a:pt x="92964" y="114300"/>
                  <a:pt x="66770" y="114300"/>
                </a:cubicBezTo>
                <a:close/>
              </a:path>
            </a:pathLst>
          </a:custGeom>
          <a:solidFill>
            <a:srgbClr val="E88D14"/>
          </a:solidFill>
          <a:ln w="9525" cap="flat">
            <a:noFill/>
            <a:prstDash val="solid"/>
            <a:miter/>
          </a:ln>
        </p:spPr>
        <p:txBody>
          <a:bodyPr tIns="0" bIns="73152" rtlCol="0" anchor="ctr"/>
          <a:lstStyle/>
          <a:p>
            <a:pPr algn="ctr"/>
            <a:r>
              <a:rPr lang="en-US" sz="1000" b="1" dirty="0">
                <a:solidFill>
                  <a:schemeClr val="accent1">
                    <a:lumMod val="75000"/>
                  </a:schemeClr>
                </a:solidFill>
                <a:latin typeface="Arial" panose="020B0604020202020204" pitchFamily="34" charset="0"/>
                <a:cs typeface="Arial" panose="020B0604020202020204" pitchFamily="34" charset="0"/>
              </a:rPr>
              <a:t>5</a:t>
            </a:r>
          </a:p>
        </p:txBody>
      </p:sp>
      <p:sp>
        <p:nvSpPr>
          <p:cNvPr id="102" name="Rectangle: Rounded Corners 101">
            <a:extLst>
              <a:ext uri="{FF2B5EF4-FFF2-40B4-BE49-F238E27FC236}">
                <a16:creationId xmlns:a16="http://schemas.microsoft.com/office/drawing/2014/main" id="{94633FB3-CF01-4830-9616-5F574765BE32}"/>
              </a:ext>
            </a:extLst>
          </p:cNvPr>
          <p:cNvSpPr/>
          <p:nvPr/>
        </p:nvSpPr>
        <p:spPr>
          <a:xfrm>
            <a:off x="8157302" y="2176893"/>
            <a:ext cx="2855847" cy="1208692"/>
          </a:xfrm>
          <a:prstGeom prst="roundRect">
            <a:avLst>
              <a:gd name="adj" fmla="val 13593"/>
            </a:avLst>
          </a:prstGeom>
          <a:solidFill>
            <a:schemeClr val="bg1"/>
          </a:solidFill>
          <a:ln w="19050">
            <a:solidFill>
              <a:srgbClr val="DB4E1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extBox 102">
            <a:extLst>
              <a:ext uri="{FF2B5EF4-FFF2-40B4-BE49-F238E27FC236}">
                <a16:creationId xmlns:a16="http://schemas.microsoft.com/office/drawing/2014/main" id="{B003F281-7FC7-401F-ABF3-5386E74A166C}"/>
              </a:ext>
            </a:extLst>
          </p:cNvPr>
          <p:cNvSpPr txBox="1"/>
          <p:nvPr/>
        </p:nvSpPr>
        <p:spPr>
          <a:xfrm>
            <a:off x="8647631" y="2446082"/>
            <a:ext cx="2267417" cy="276999"/>
          </a:xfrm>
          <a:prstGeom prst="rect">
            <a:avLst/>
          </a:prstGeom>
          <a:noFill/>
        </p:spPr>
        <p:txBody>
          <a:bodyPr wrap="square" rtlCol="0">
            <a:spAutoFit/>
          </a:bodyPr>
          <a:lstStyle/>
          <a:p>
            <a:pPr>
              <a:spcAft>
                <a:spcPts val="600"/>
              </a:spcAft>
            </a:pPr>
            <a:r>
              <a:rPr lang="es-ES" sz="1200" b="1" dirty="0">
                <a:latin typeface="Arial" panose="020B0604020202020204" pitchFamily="34" charset="0"/>
                <a:cs typeface="Arial" panose="020B0604020202020204" pitchFamily="34" charset="0"/>
              </a:rPr>
              <a:t>Otros Proyectos</a:t>
            </a:r>
          </a:p>
        </p:txBody>
      </p:sp>
      <p:sp>
        <p:nvSpPr>
          <p:cNvPr id="105" name="Oval 27">
            <a:extLst>
              <a:ext uri="{FF2B5EF4-FFF2-40B4-BE49-F238E27FC236}">
                <a16:creationId xmlns:a16="http://schemas.microsoft.com/office/drawing/2014/main" id="{F2E7CAD5-9705-433F-8142-142B89768D8D}"/>
              </a:ext>
            </a:extLst>
          </p:cNvPr>
          <p:cNvSpPr/>
          <p:nvPr/>
        </p:nvSpPr>
        <p:spPr>
          <a:xfrm>
            <a:off x="8916393" y="2042071"/>
            <a:ext cx="1559069" cy="293503"/>
          </a:xfrm>
          <a:prstGeom prst="roundRect">
            <a:avLst>
              <a:gd name="adj" fmla="val 50000"/>
            </a:avLst>
          </a:prstGeom>
          <a:solidFill>
            <a:srgbClr val="DB4E18"/>
          </a:solidFill>
          <a:ln w="254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Arial" panose="020B0604020202020204" pitchFamily="34" charset="0"/>
                <a:cs typeface="Arial" panose="020B0604020202020204" pitchFamily="34" charset="0"/>
              </a:rPr>
              <a:t>Consultor Senior</a:t>
            </a:r>
          </a:p>
        </p:txBody>
      </p:sp>
      <p:sp>
        <p:nvSpPr>
          <p:cNvPr id="107" name="Graphic 4110">
            <a:extLst>
              <a:ext uri="{FF2B5EF4-FFF2-40B4-BE49-F238E27FC236}">
                <a16:creationId xmlns:a16="http://schemas.microsoft.com/office/drawing/2014/main" id="{EFA95948-A029-4582-8594-DB6DFA41A99A}"/>
              </a:ext>
            </a:extLst>
          </p:cNvPr>
          <p:cNvSpPr/>
          <p:nvPr/>
        </p:nvSpPr>
        <p:spPr>
          <a:xfrm>
            <a:off x="9465782" y="1432960"/>
            <a:ext cx="238886" cy="307138"/>
          </a:xfrm>
          <a:custGeom>
            <a:avLst/>
            <a:gdLst>
              <a:gd name="connsiteX0" fmla="*/ 133350 w 133350"/>
              <a:gd name="connsiteY0" fmla="*/ 66675 h 171450"/>
              <a:gd name="connsiteX1" fmla="*/ 66675 w 133350"/>
              <a:gd name="connsiteY1" fmla="*/ 0 h 171450"/>
              <a:gd name="connsiteX2" fmla="*/ 0 w 133350"/>
              <a:gd name="connsiteY2" fmla="*/ 66675 h 171450"/>
              <a:gd name="connsiteX3" fmla="*/ 44768 w 133350"/>
              <a:gd name="connsiteY3" fmla="*/ 129540 h 171450"/>
              <a:gd name="connsiteX4" fmla="*/ 66675 w 133350"/>
              <a:gd name="connsiteY4" fmla="*/ 179546 h 171450"/>
              <a:gd name="connsiteX5" fmla="*/ 88583 w 133350"/>
              <a:gd name="connsiteY5" fmla="*/ 129540 h 171450"/>
              <a:gd name="connsiteX6" fmla="*/ 133350 w 133350"/>
              <a:gd name="connsiteY6" fmla="*/ 66675 h 171450"/>
              <a:gd name="connsiteX7" fmla="*/ 66770 w 133350"/>
              <a:gd name="connsiteY7" fmla="*/ 114300 h 171450"/>
              <a:gd name="connsiteX8" fmla="*/ 66580 w 133350"/>
              <a:gd name="connsiteY8" fmla="*/ 114300 h 171450"/>
              <a:gd name="connsiteX9" fmla="*/ 19050 w 133350"/>
              <a:gd name="connsiteY9" fmla="*/ 66675 h 171450"/>
              <a:gd name="connsiteX10" fmla="*/ 66675 w 133350"/>
              <a:gd name="connsiteY10" fmla="*/ 19050 h 171450"/>
              <a:gd name="connsiteX11" fmla="*/ 114300 w 133350"/>
              <a:gd name="connsiteY11" fmla="*/ 66675 h 171450"/>
              <a:gd name="connsiteX12" fmla="*/ 66770 w 133350"/>
              <a:gd name="connsiteY12" fmla="*/ 114300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3350" h="171450">
                <a:moveTo>
                  <a:pt x="133350" y="66675"/>
                </a:moveTo>
                <a:cubicBezTo>
                  <a:pt x="133350" y="29909"/>
                  <a:pt x="103442" y="0"/>
                  <a:pt x="66675" y="0"/>
                </a:cubicBezTo>
                <a:cubicBezTo>
                  <a:pt x="29909" y="0"/>
                  <a:pt x="0" y="29909"/>
                  <a:pt x="0" y="66675"/>
                </a:cubicBezTo>
                <a:cubicBezTo>
                  <a:pt x="0" y="95726"/>
                  <a:pt x="18764" y="120491"/>
                  <a:pt x="44768" y="129540"/>
                </a:cubicBezTo>
                <a:lnTo>
                  <a:pt x="66675" y="179546"/>
                </a:lnTo>
                <a:lnTo>
                  <a:pt x="88583" y="129540"/>
                </a:lnTo>
                <a:cubicBezTo>
                  <a:pt x="114586" y="120491"/>
                  <a:pt x="133350" y="95726"/>
                  <a:pt x="133350" y="66675"/>
                </a:cubicBezTo>
                <a:close/>
                <a:moveTo>
                  <a:pt x="66770" y="114300"/>
                </a:moveTo>
                <a:lnTo>
                  <a:pt x="66580" y="114300"/>
                </a:lnTo>
                <a:cubicBezTo>
                  <a:pt x="40386" y="114300"/>
                  <a:pt x="19050" y="92869"/>
                  <a:pt x="19050" y="66675"/>
                </a:cubicBezTo>
                <a:cubicBezTo>
                  <a:pt x="19050" y="40386"/>
                  <a:pt x="40386" y="19050"/>
                  <a:pt x="66675" y="19050"/>
                </a:cubicBezTo>
                <a:cubicBezTo>
                  <a:pt x="92964" y="19050"/>
                  <a:pt x="114300" y="40386"/>
                  <a:pt x="114300" y="66675"/>
                </a:cubicBezTo>
                <a:cubicBezTo>
                  <a:pt x="114300" y="92869"/>
                  <a:pt x="92964" y="114300"/>
                  <a:pt x="66770" y="114300"/>
                </a:cubicBezTo>
                <a:close/>
              </a:path>
            </a:pathLst>
          </a:custGeom>
          <a:solidFill>
            <a:srgbClr val="E88D14"/>
          </a:solidFill>
          <a:ln w="9525" cap="flat">
            <a:noFill/>
            <a:prstDash val="solid"/>
            <a:miter/>
          </a:ln>
        </p:spPr>
        <p:txBody>
          <a:bodyPr tIns="0" bIns="73152" rtlCol="0" anchor="ctr"/>
          <a:lstStyle/>
          <a:p>
            <a:pPr algn="ctr"/>
            <a:r>
              <a:rPr lang="en-US" sz="1000" b="1" dirty="0">
                <a:solidFill>
                  <a:schemeClr val="accent1">
                    <a:lumMod val="75000"/>
                  </a:schemeClr>
                </a:solidFill>
                <a:latin typeface="Arial" panose="020B0604020202020204" pitchFamily="34" charset="0"/>
                <a:cs typeface="Arial" panose="020B0604020202020204" pitchFamily="34" charset="0"/>
              </a:rPr>
              <a:t>6</a:t>
            </a:r>
          </a:p>
        </p:txBody>
      </p:sp>
      <p:sp>
        <p:nvSpPr>
          <p:cNvPr id="2" name="Slide Number Placeholder 1">
            <a:extLst>
              <a:ext uri="{FF2B5EF4-FFF2-40B4-BE49-F238E27FC236}">
                <a16:creationId xmlns:a16="http://schemas.microsoft.com/office/drawing/2014/main" id="{8B32CA82-CDA8-4D07-A459-9EC108124A93}"/>
              </a:ext>
            </a:extLst>
          </p:cNvPr>
          <p:cNvSpPr>
            <a:spLocks noGrp="1"/>
          </p:cNvSpPr>
          <p:nvPr>
            <p:ph type="sldNum" sz="quarter" idx="12"/>
          </p:nvPr>
        </p:nvSpPr>
        <p:spPr>
          <a:solidFill>
            <a:srgbClr val="E8720A"/>
          </a:solidFill>
        </p:spPr>
        <p:txBody>
          <a:bodyPr/>
          <a:lstStyle/>
          <a:p>
            <a:pPr algn="ctr"/>
            <a:fld id="{E23D1021-2930-8E40-B298-F88DC6ACAD76}" type="slidenum">
              <a:rPr lang="en-US" sz="1000" smtClean="0">
                <a:latin typeface="Arial" panose="020B0604020202020204" pitchFamily="34" charset="0"/>
                <a:cs typeface="Arial" panose="020B0604020202020204" pitchFamily="34" charset="0"/>
              </a:rPr>
              <a:pPr algn="ctr"/>
              <a:t>3</a:t>
            </a:fld>
            <a:endParaRPr lang="en-US" sz="10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B24422E8-AF37-45A7-8D01-4BE88286DBF3}"/>
              </a:ext>
            </a:extLst>
          </p:cNvPr>
          <p:cNvSpPr txBox="1"/>
          <p:nvPr/>
        </p:nvSpPr>
        <p:spPr>
          <a:xfrm>
            <a:off x="1017055" y="588157"/>
            <a:ext cx="4416594" cy="553998"/>
          </a:xfrm>
          <a:prstGeom prst="rect">
            <a:avLst/>
          </a:prstGeom>
          <a:noFill/>
        </p:spPr>
        <p:txBody>
          <a:bodyPr wrap="none" rtlCol="0">
            <a:spAutoFit/>
          </a:bodyPr>
          <a:lstStyle/>
          <a:p>
            <a:r>
              <a:rPr lang="en-US" sz="3000" b="1" dirty="0">
                <a:solidFill>
                  <a:schemeClr val="accent4"/>
                </a:solidFill>
                <a:latin typeface="Georgia" panose="02040502050405020303" pitchFamily="18" charset="0"/>
                <a:cs typeface="Arial" panose="020B0604020202020204" pitchFamily="34" charset="0"/>
              </a:rPr>
              <a:t>WORK EXPERIENCE</a:t>
            </a:r>
          </a:p>
        </p:txBody>
      </p:sp>
      <p:sp>
        <p:nvSpPr>
          <p:cNvPr id="112" name="Slide Number">
            <a:extLst>
              <a:ext uri="{FF2B5EF4-FFF2-40B4-BE49-F238E27FC236}">
                <a16:creationId xmlns:a16="http://schemas.microsoft.com/office/drawing/2014/main" id="{EF644747-3576-4813-B3D5-0FC927462A71}"/>
              </a:ext>
            </a:extLst>
          </p:cNvPr>
          <p:cNvSpPr txBox="1">
            <a:spLocks/>
          </p:cNvSpPr>
          <p:nvPr/>
        </p:nvSpPr>
        <p:spPr>
          <a:xfrm rot="5400000">
            <a:off x="10865056" y="1088732"/>
            <a:ext cx="1695947" cy="246221"/>
          </a:xfrm>
          <a:prstGeom prst="rect">
            <a:avLst/>
          </a:prstGeom>
        </p:spPr>
        <p:txBody>
          <a:bodyPr wrap="square" rIns="0">
            <a:spAutoFit/>
          </a:bodyPr>
          <a:lstStyle>
            <a:defPPr>
              <a:defRPr lang="en-US"/>
            </a:defPPr>
            <a:lvl1pPr marL="0" algn="l" defTabSz="914400" rtl="0" eaLnBrk="1" latinLnBrk="0" hangingPunct="1">
              <a:defRPr sz="2000" kern="1200">
                <a:solidFill>
                  <a:schemeClr val="tx1"/>
                </a:solidFill>
                <a:latin typeface="Open Sans Bold"/>
                <a:ea typeface="Open Sans Bold"/>
                <a:cs typeface="Open Sans Bold"/>
                <a:sym typeface="Open Sans Bol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000" spc="600" dirty="0">
                <a:solidFill>
                  <a:schemeClr val="accent2">
                    <a:lumMod val="40000"/>
                    <a:lumOff val="60000"/>
                  </a:schemeClr>
                </a:solidFill>
                <a:latin typeface="Century Gothic" panose="020B0502020202020204" pitchFamily="34" charset="0"/>
              </a:rPr>
              <a:t>EXPERIENCE</a:t>
            </a:r>
            <a:endParaRPr lang="en-RU" sz="1000" spc="600" dirty="0">
              <a:solidFill>
                <a:schemeClr val="accent2">
                  <a:lumMod val="40000"/>
                  <a:lumOff val="60000"/>
                </a:schemeClr>
              </a:solidFill>
              <a:latin typeface="Century Gothic" panose="020B0502020202020204" pitchFamily="34" charset="0"/>
            </a:endParaRPr>
          </a:p>
        </p:txBody>
      </p:sp>
      <p:sp>
        <p:nvSpPr>
          <p:cNvPr id="113" name="Line">
            <a:extLst>
              <a:ext uri="{FF2B5EF4-FFF2-40B4-BE49-F238E27FC236}">
                <a16:creationId xmlns:a16="http://schemas.microsoft.com/office/drawing/2014/main" id="{2CE6FE14-0C2C-4E61-BFEE-BFD5951C946A}"/>
              </a:ext>
            </a:extLst>
          </p:cNvPr>
          <p:cNvSpPr/>
          <p:nvPr/>
        </p:nvSpPr>
        <p:spPr>
          <a:xfrm flipV="1">
            <a:off x="11713030" y="2194641"/>
            <a:ext cx="0" cy="2105896"/>
          </a:xfrm>
          <a:prstGeom prst="line">
            <a:avLst/>
          </a:prstGeom>
          <a:ln w="6350" cap="rnd">
            <a:solidFill>
              <a:schemeClr val="accent4">
                <a:lumMod val="20000"/>
                <a:lumOff val="80000"/>
              </a:schemeClr>
            </a:solidFill>
            <a:miter lim="400000"/>
          </a:ln>
        </p:spPr>
        <p:txBody>
          <a:bodyPr lIns="50800" tIns="50800" rIns="50800" bIns="50800" anchor="ctr"/>
          <a:lstStyle/>
          <a:p>
            <a:endParaRPr sz="1000">
              <a:latin typeface="Century Gothic" panose="020B0502020202020204" pitchFamily="34" charset="0"/>
            </a:endParaRPr>
          </a:p>
        </p:txBody>
      </p:sp>
      <p:sp>
        <p:nvSpPr>
          <p:cNvPr id="41" name="Rectangle: Rounded Corners 155">
            <a:extLst>
              <a:ext uri="{FF2B5EF4-FFF2-40B4-BE49-F238E27FC236}">
                <a16:creationId xmlns:a16="http://schemas.microsoft.com/office/drawing/2014/main" id="{66D14DEE-0DA6-21C3-36ED-1E421D93F2AB}"/>
              </a:ext>
            </a:extLst>
          </p:cNvPr>
          <p:cNvSpPr/>
          <p:nvPr/>
        </p:nvSpPr>
        <p:spPr>
          <a:xfrm>
            <a:off x="713944" y="2459902"/>
            <a:ext cx="642797" cy="642795"/>
          </a:xfrm>
          <a:prstGeom prst="roundRect">
            <a:avLst>
              <a:gd name="adj" fmla="val 50000"/>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Rounded Corners 155">
            <a:extLst>
              <a:ext uri="{FF2B5EF4-FFF2-40B4-BE49-F238E27FC236}">
                <a16:creationId xmlns:a16="http://schemas.microsoft.com/office/drawing/2014/main" id="{3EDF1AA8-A57A-4A0A-4E95-861DA54A3751}"/>
              </a:ext>
            </a:extLst>
          </p:cNvPr>
          <p:cNvSpPr/>
          <p:nvPr/>
        </p:nvSpPr>
        <p:spPr>
          <a:xfrm>
            <a:off x="4269673" y="2459902"/>
            <a:ext cx="642797" cy="642795"/>
          </a:xfrm>
          <a:prstGeom prst="roundRect">
            <a:avLst>
              <a:gd name="adj" fmla="val 50000"/>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Rounded Corners 155">
            <a:extLst>
              <a:ext uri="{FF2B5EF4-FFF2-40B4-BE49-F238E27FC236}">
                <a16:creationId xmlns:a16="http://schemas.microsoft.com/office/drawing/2014/main" id="{3499D24E-21C3-7316-A1E0-8FC3B1759973}"/>
              </a:ext>
            </a:extLst>
          </p:cNvPr>
          <p:cNvSpPr/>
          <p:nvPr/>
        </p:nvSpPr>
        <p:spPr>
          <a:xfrm>
            <a:off x="7830652" y="2459902"/>
            <a:ext cx="642797" cy="642795"/>
          </a:xfrm>
          <a:prstGeom prst="roundRect">
            <a:avLst>
              <a:gd name="adj" fmla="val 50000"/>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6" name="Google Shape;3799;p41">
            <a:extLst>
              <a:ext uri="{FF2B5EF4-FFF2-40B4-BE49-F238E27FC236}">
                <a16:creationId xmlns:a16="http://schemas.microsoft.com/office/drawing/2014/main" id="{676CC70B-1758-DB0C-6530-73A3CEBBA5DB}"/>
              </a:ext>
            </a:extLst>
          </p:cNvPr>
          <p:cNvGrpSpPr/>
          <p:nvPr/>
        </p:nvGrpSpPr>
        <p:grpSpPr>
          <a:xfrm>
            <a:off x="796337" y="2567772"/>
            <a:ext cx="435940" cy="402949"/>
            <a:chOff x="1070722" y="1839716"/>
            <a:chExt cx="845884" cy="845539"/>
          </a:xfrm>
        </p:grpSpPr>
        <p:sp>
          <p:nvSpPr>
            <p:cNvPr id="77" name="Google Shape;3800;p41">
              <a:extLst>
                <a:ext uri="{FF2B5EF4-FFF2-40B4-BE49-F238E27FC236}">
                  <a16:creationId xmlns:a16="http://schemas.microsoft.com/office/drawing/2014/main" id="{CDD1AD6A-5D4B-E6CE-6FDE-EDC9A8F17F4C}"/>
                </a:ext>
              </a:extLst>
            </p:cNvPr>
            <p:cNvSpPr/>
            <p:nvPr/>
          </p:nvSpPr>
          <p:spPr>
            <a:xfrm>
              <a:off x="1074481" y="1843130"/>
              <a:ext cx="837678" cy="838022"/>
            </a:xfrm>
            <a:custGeom>
              <a:avLst/>
              <a:gdLst/>
              <a:ahLst/>
              <a:cxnLst/>
              <a:rect l="l" t="t" r="r" b="b"/>
              <a:pathLst>
                <a:path w="29195" h="29207" extrusionOk="0">
                  <a:moveTo>
                    <a:pt x="14598" y="0"/>
                  </a:moveTo>
                  <a:cubicBezTo>
                    <a:pt x="6537" y="0"/>
                    <a:pt x="1" y="6537"/>
                    <a:pt x="1" y="14609"/>
                  </a:cubicBezTo>
                  <a:cubicBezTo>
                    <a:pt x="1" y="22670"/>
                    <a:pt x="6537" y="29206"/>
                    <a:pt x="14598" y="29206"/>
                  </a:cubicBezTo>
                  <a:cubicBezTo>
                    <a:pt x="22658" y="29206"/>
                    <a:pt x="29195" y="22670"/>
                    <a:pt x="29195" y="14609"/>
                  </a:cubicBezTo>
                  <a:cubicBezTo>
                    <a:pt x="29195" y="6537"/>
                    <a:pt x="22658" y="0"/>
                    <a:pt x="1459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3801;p41">
              <a:extLst>
                <a:ext uri="{FF2B5EF4-FFF2-40B4-BE49-F238E27FC236}">
                  <a16:creationId xmlns:a16="http://schemas.microsoft.com/office/drawing/2014/main" id="{A01A7BD6-7E4F-3219-3053-28315E3EB3EF}"/>
                </a:ext>
              </a:extLst>
            </p:cNvPr>
            <p:cNvSpPr/>
            <p:nvPr/>
          </p:nvSpPr>
          <p:spPr>
            <a:xfrm>
              <a:off x="1070722" y="1839716"/>
              <a:ext cx="845884" cy="845539"/>
            </a:xfrm>
            <a:custGeom>
              <a:avLst/>
              <a:gdLst/>
              <a:ahLst/>
              <a:cxnLst/>
              <a:rect l="l" t="t" r="r" b="b"/>
              <a:pathLst>
                <a:path w="29481" h="29469" extrusionOk="0">
                  <a:moveTo>
                    <a:pt x="14729" y="274"/>
                  </a:moveTo>
                  <a:cubicBezTo>
                    <a:pt x="22706" y="274"/>
                    <a:pt x="29195" y="6751"/>
                    <a:pt x="29183" y="14728"/>
                  </a:cubicBezTo>
                  <a:cubicBezTo>
                    <a:pt x="29183" y="22682"/>
                    <a:pt x="22694" y="29170"/>
                    <a:pt x="14729" y="29170"/>
                  </a:cubicBezTo>
                  <a:cubicBezTo>
                    <a:pt x="6764" y="29170"/>
                    <a:pt x="275" y="22705"/>
                    <a:pt x="275" y="14728"/>
                  </a:cubicBezTo>
                  <a:cubicBezTo>
                    <a:pt x="275" y="6763"/>
                    <a:pt x="6752" y="274"/>
                    <a:pt x="14729" y="274"/>
                  </a:cubicBezTo>
                  <a:close/>
                  <a:moveTo>
                    <a:pt x="14729" y="0"/>
                  </a:moveTo>
                  <a:cubicBezTo>
                    <a:pt x="6609" y="0"/>
                    <a:pt x="1" y="6608"/>
                    <a:pt x="1" y="14740"/>
                  </a:cubicBezTo>
                  <a:cubicBezTo>
                    <a:pt x="1" y="22860"/>
                    <a:pt x="6609" y="29468"/>
                    <a:pt x="14729" y="29468"/>
                  </a:cubicBezTo>
                  <a:cubicBezTo>
                    <a:pt x="22873" y="29468"/>
                    <a:pt x="29481" y="22848"/>
                    <a:pt x="29469" y="14740"/>
                  </a:cubicBezTo>
                  <a:cubicBezTo>
                    <a:pt x="29469" y="6608"/>
                    <a:pt x="22861" y="0"/>
                    <a:pt x="14729" y="0"/>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3802;p41">
              <a:extLst>
                <a:ext uri="{FF2B5EF4-FFF2-40B4-BE49-F238E27FC236}">
                  <a16:creationId xmlns:a16="http://schemas.microsoft.com/office/drawing/2014/main" id="{047C21E3-9234-29AA-B276-F933CF705ABB}"/>
                </a:ext>
              </a:extLst>
            </p:cNvPr>
            <p:cNvSpPr/>
            <p:nvPr/>
          </p:nvSpPr>
          <p:spPr>
            <a:xfrm>
              <a:off x="1115827" y="1884792"/>
              <a:ext cx="755014" cy="755014"/>
            </a:xfrm>
            <a:custGeom>
              <a:avLst/>
              <a:gdLst/>
              <a:ahLst/>
              <a:cxnLst/>
              <a:rect l="l" t="t" r="r" b="b"/>
              <a:pathLst>
                <a:path w="26314" h="26314" extrusionOk="0">
                  <a:moveTo>
                    <a:pt x="13157" y="1"/>
                  </a:moveTo>
                  <a:cubicBezTo>
                    <a:pt x="5894" y="1"/>
                    <a:pt x="0" y="5882"/>
                    <a:pt x="0" y="13157"/>
                  </a:cubicBezTo>
                  <a:cubicBezTo>
                    <a:pt x="0" y="20420"/>
                    <a:pt x="5894" y="26314"/>
                    <a:pt x="13157" y="26314"/>
                  </a:cubicBezTo>
                  <a:cubicBezTo>
                    <a:pt x="20420" y="26314"/>
                    <a:pt x="26313" y="20420"/>
                    <a:pt x="26313" y="13157"/>
                  </a:cubicBezTo>
                  <a:cubicBezTo>
                    <a:pt x="26313" y="5882"/>
                    <a:pt x="20420" y="1"/>
                    <a:pt x="1315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3803;p41">
              <a:extLst>
                <a:ext uri="{FF2B5EF4-FFF2-40B4-BE49-F238E27FC236}">
                  <a16:creationId xmlns:a16="http://schemas.microsoft.com/office/drawing/2014/main" id="{A03E51AB-CB34-AFCE-B581-4ACF7EDEAF23}"/>
                </a:ext>
              </a:extLst>
            </p:cNvPr>
            <p:cNvSpPr/>
            <p:nvPr/>
          </p:nvSpPr>
          <p:spPr>
            <a:xfrm>
              <a:off x="1115827" y="1884447"/>
              <a:ext cx="660387" cy="660387"/>
            </a:xfrm>
            <a:custGeom>
              <a:avLst/>
              <a:gdLst/>
              <a:ahLst/>
              <a:cxnLst/>
              <a:rect l="l" t="t" r="r" b="b"/>
              <a:pathLst>
                <a:path w="23016" h="23016" extrusionOk="0">
                  <a:moveTo>
                    <a:pt x="13157" y="1"/>
                  </a:moveTo>
                  <a:cubicBezTo>
                    <a:pt x="5894" y="1"/>
                    <a:pt x="0" y="5906"/>
                    <a:pt x="0" y="13157"/>
                  </a:cubicBezTo>
                  <a:cubicBezTo>
                    <a:pt x="0" y="17074"/>
                    <a:pt x="1715" y="20599"/>
                    <a:pt x="4441" y="23016"/>
                  </a:cubicBezTo>
                  <a:cubicBezTo>
                    <a:pt x="2382" y="20694"/>
                    <a:pt x="1132" y="17646"/>
                    <a:pt x="1132" y="14300"/>
                  </a:cubicBezTo>
                  <a:cubicBezTo>
                    <a:pt x="1132" y="7037"/>
                    <a:pt x="7025" y="1144"/>
                    <a:pt x="14288" y="1144"/>
                  </a:cubicBezTo>
                  <a:cubicBezTo>
                    <a:pt x="17634" y="1144"/>
                    <a:pt x="20694" y="2382"/>
                    <a:pt x="23015" y="4442"/>
                  </a:cubicBezTo>
                  <a:cubicBezTo>
                    <a:pt x="20598" y="1715"/>
                    <a:pt x="17086" y="1"/>
                    <a:pt x="131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3804;p41">
              <a:extLst>
                <a:ext uri="{FF2B5EF4-FFF2-40B4-BE49-F238E27FC236}">
                  <a16:creationId xmlns:a16="http://schemas.microsoft.com/office/drawing/2014/main" id="{524519A4-5A51-BF17-53C7-5DDC7CA15D17}"/>
                </a:ext>
              </a:extLst>
            </p:cNvPr>
            <p:cNvSpPr/>
            <p:nvPr/>
          </p:nvSpPr>
          <p:spPr>
            <a:xfrm>
              <a:off x="1111724" y="1880373"/>
              <a:ext cx="763565" cy="763536"/>
            </a:xfrm>
            <a:custGeom>
              <a:avLst/>
              <a:gdLst/>
              <a:ahLst/>
              <a:cxnLst/>
              <a:rect l="l" t="t" r="r" b="b"/>
              <a:pathLst>
                <a:path w="26612" h="26611" extrusionOk="0">
                  <a:moveTo>
                    <a:pt x="13300" y="286"/>
                  </a:moveTo>
                  <a:cubicBezTo>
                    <a:pt x="20491" y="286"/>
                    <a:pt x="26325" y="6132"/>
                    <a:pt x="26325" y="13311"/>
                  </a:cubicBezTo>
                  <a:cubicBezTo>
                    <a:pt x="26325" y="20491"/>
                    <a:pt x="20479" y="26325"/>
                    <a:pt x="13300" y="26325"/>
                  </a:cubicBezTo>
                  <a:cubicBezTo>
                    <a:pt x="6108" y="26325"/>
                    <a:pt x="274" y="20479"/>
                    <a:pt x="274" y="13311"/>
                  </a:cubicBezTo>
                  <a:cubicBezTo>
                    <a:pt x="274" y="6120"/>
                    <a:pt x="6132" y="286"/>
                    <a:pt x="13300" y="286"/>
                  </a:cubicBezTo>
                  <a:close/>
                  <a:moveTo>
                    <a:pt x="13300" y="0"/>
                  </a:moveTo>
                  <a:cubicBezTo>
                    <a:pt x="5966" y="0"/>
                    <a:pt x="1" y="5965"/>
                    <a:pt x="1" y="13311"/>
                  </a:cubicBezTo>
                  <a:cubicBezTo>
                    <a:pt x="1" y="20645"/>
                    <a:pt x="5966" y="26610"/>
                    <a:pt x="13300" y="26610"/>
                  </a:cubicBezTo>
                  <a:cubicBezTo>
                    <a:pt x="20634" y="26610"/>
                    <a:pt x="26611" y="20645"/>
                    <a:pt x="26611" y="13311"/>
                  </a:cubicBezTo>
                  <a:cubicBezTo>
                    <a:pt x="26611" y="5965"/>
                    <a:pt x="20634" y="0"/>
                    <a:pt x="13300" y="0"/>
                  </a:cubicBez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3805;p41">
              <a:extLst>
                <a:ext uri="{FF2B5EF4-FFF2-40B4-BE49-F238E27FC236}">
                  <a16:creationId xmlns:a16="http://schemas.microsoft.com/office/drawing/2014/main" id="{7C4A0AAB-175E-9074-3049-744176751048}"/>
                </a:ext>
              </a:extLst>
            </p:cNvPr>
            <p:cNvSpPr/>
            <p:nvPr/>
          </p:nvSpPr>
          <p:spPr>
            <a:xfrm>
              <a:off x="1593414" y="2084635"/>
              <a:ext cx="52306" cy="173590"/>
            </a:xfrm>
            <a:custGeom>
              <a:avLst/>
              <a:gdLst/>
              <a:ahLst/>
              <a:cxnLst/>
              <a:rect l="l" t="t" r="r" b="b"/>
              <a:pathLst>
                <a:path w="1823" h="6050" extrusionOk="0">
                  <a:moveTo>
                    <a:pt x="0" y="1"/>
                  </a:moveTo>
                  <a:cubicBezTo>
                    <a:pt x="441" y="668"/>
                    <a:pt x="691" y="1454"/>
                    <a:pt x="691" y="2299"/>
                  </a:cubicBezTo>
                  <a:lnTo>
                    <a:pt x="691" y="6049"/>
                  </a:lnTo>
                  <a:lnTo>
                    <a:pt x="1822" y="6049"/>
                  </a:lnTo>
                  <a:lnTo>
                    <a:pt x="1822" y="3430"/>
                  </a:lnTo>
                  <a:cubicBezTo>
                    <a:pt x="1822" y="2001"/>
                    <a:pt x="1096" y="739"/>
                    <a:pt x="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3806;p41">
              <a:extLst>
                <a:ext uri="{FF2B5EF4-FFF2-40B4-BE49-F238E27FC236}">
                  <a16:creationId xmlns:a16="http://schemas.microsoft.com/office/drawing/2014/main" id="{FA2B6B1D-5886-27CD-78EC-5629A6406F45}"/>
                </a:ext>
              </a:extLst>
            </p:cNvPr>
            <p:cNvSpPr/>
            <p:nvPr/>
          </p:nvSpPr>
          <p:spPr>
            <a:xfrm>
              <a:off x="1415090" y="2070977"/>
              <a:ext cx="150004" cy="187247"/>
            </a:xfrm>
            <a:custGeom>
              <a:avLst/>
              <a:gdLst/>
              <a:ahLst/>
              <a:cxnLst/>
              <a:rect l="l" t="t" r="r" b="b"/>
              <a:pathLst>
                <a:path w="5228" h="6526" extrusionOk="0">
                  <a:moveTo>
                    <a:pt x="2786" y="1"/>
                  </a:moveTo>
                  <a:cubicBezTo>
                    <a:pt x="2691" y="1"/>
                    <a:pt x="2608" y="1"/>
                    <a:pt x="2536" y="13"/>
                  </a:cubicBezTo>
                  <a:cubicBezTo>
                    <a:pt x="1370" y="429"/>
                    <a:pt x="429" y="1346"/>
                    <a:pt x="24" y="2525"/>
                  </a:cubicBezTo>
                  <a:cubicBezTo>
                    <a:pt x="0" y="2620"/>
                    <a:pt x="0" y="2703"/>
                    <a:pt x="0" y="2775"/>
                  </a:cubicBezTo>
                  <a:lnTo>
                    <a:pt x="0" y="6525"/>
                  </a:lnTo>
                  <a:lnTo>
                    <a:pt x="1131" y="6525"/>
                  </a:lnTo>
                  <a:lnTo>
                    <a:pt x="1131" y="3906"/>
                  </a:lnTo>
                  <a:lnTo>
                    <a:pt x="1120" y="3906"/>
                  </a:lnTo>
                  <a:cubicBezTo>
                    <a:pt x="1120" y="2382"/>
                    <a:pt x="2370" y="1132"/>
                    <a:pt x="3906" y="1132"/>
                  </a:cubicBezTo>
                  <a:cubicBezTo>
                    <a:pt x="4382" y="1132"/>
                    <a:pt x="4822" y="1251"/>
                    <a:pt x="5227" y="1453"/>
                  </a:cubicBezTo>
                  <a:cubicBezTo>
                    <a:pt x="4751" y="596"/>
                    <a:pt x="3846" y="1"/>
                    <a:pt x="27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3807;p41">
              <a:extLst>
                <a:ext uri="{FF2B5EF4-FFF2-40B4-BE49-F238E27FC236}">
                  <a16:creationId xmlns:a16="http://schemas.microsoft.com/office/drawing/2014/main" id="{4A931C35-6606-B054-ADC9-E9D743BBF48D}"/>
                </a:ext>
              </a:extLst>
            </p:cNvPr>
            <p:cNvSpPr/>
            <p:nvPr/>
          </p:nvSpPr>
          <p:spPr>
            <a:xfrm>
              <a:off x="1317392" y="2292024"/>
              <a:ext cx="418509" cy="232667"/>
            </a:xfrm>
            <a:custGeom>
              <a:avLst/>
              <a:gdLst/>
              <a:ahLst/>
              <a:cxnLst/>
              <a:rect l="l" t="t" r="r" b="b"/>
              <a:pathLst>
                <a:path w="14586" h="8109" extrusionOk="0">
                  <a:moveTo>
                    <a:pt x="13407" y="0"/>
                  </a:moveTo>
                  <a:lnTo>
                    <a:pt x="13407" y="0"/>
                  </a:lnTo>
                  <a:cubicBezTo>
                    <a:pt x="13442" y="119"/>
                    <a:pt x="13454" y="238"/>
                    <a:pt x="13454" y="357"/>
                  </a:cubicBezTo>
                  <a:lnTo>
                    <a:pt x="13454" y="5441"/>
                  </a:lnTo>
                  <a:cubicBezTo>
                    <a:pt x="13454" y="6298"/>
                    <a:pt x="12776" y="6977"/>
                    <a:pt x="11918" y="6977"/>
                  </a:cubicBezTo>
                  <a:lnTo>
                    <a:pt x="357" y="6977"/>
                  </a:lnTo>
                  <a:cubicBezTo>
                    <a:pt x="238" y="6977"/>
                    <a:pt x="119" y="6965"/>
                    <a:pt x="0" y="6929"/>
                  </a:cubicBezTo>
                  <a:lnTo>
                    <a:pt x="0" y="6929"/>
                  </a:lnTo>
                  <a:cubicBezTo>
                    <a:pt x="167" y="7608"/>
                    <a:pt x="774" y="8108"/>
                    <a:pt x="1488" y="8108"/>
                  </a:cubicBezTo>
                  <a:lnTo>
                    <a:pt x="13049" y="8108"/>
                  </a:lnTo>
                  <a:cubicBezTo>
                    <a:pt x="13907" y="8108"/>
                    <a:pt x="14585" y="7430"/>
                    <a:pt x="14585" y="6572"/>
                  </a:cubicBezTo>
                  <a:lnTo>
                    <a:pt x="14585" y="1488"/>
                  </a:lnTo>
                  <a:cubicBezTo>
                    <a:pt x="14585" y="774"/>
                    <a:pt x="14085" y="167"/>
                    <a:pt x="134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3808;p41">
              <a:extLst>
                <a:ext uri="{FF2B5EF4-FFF2-40B4-BE49-F238E27FC236}">
                  <a16:creationId xmlns:a16="http://schemas.microsoft.com/office/drawing/2014/main" id="{3CF77285-5993-9B72-2F6B-E9F7A803A684}"/>
                </a:ext>
              </a:extLst>
            </p:cNvPr>
            <p:cNvSpPr/>
            <p:nvPr/>
          </p:nvSpPr>
          <p:spPr>
            <a:xfrm>
              <a:off x="1280149" y="2028627"/>
              <a:ext cx="427719" cy="467372"/>
            </a:xfrm>
            <a:custGeom>
              <a:avLst/>
              <a:gdLst/>
              <a:ahLst/>
              <a:cxnLst/>
              <a:rect l="l" t="t" r="r" b="b"/>
              <a:pathLst>
                <a:path w="14907" h="16289" extrusionOk="0">
                  <a:moveTo>
                    <a:pt x="7489" y="250"/>
                  </a:moveTo>
                  <a:cubicBezTo>
                    <a:pt x="9692" y="250"/>
                    <a:pt x="11490" y="2036"/>
                    <a:pt x="11490" y="4251"/>
                  </a:cubicBezTo>
                  <a:lnTo>
                    <a:pt x="11490" y="7858"/>
                  </a:lnTo>
                  <a:lnTo>
                    <a:pt x="10406" y="7858"/>
                  </a:lnTo>
                  <a:lnTo>
                    <a:pt x="10406" y="4251"/>
                  </a:lnTo>
                  <a:cubicBezTo>
                    <a:pt x="10406" y="2644"/>
                    <a:pt x="9097" y="1334"/>
                    <a:pt x="7489" y="1334"/>
                  </a:cubicBezTo>
                  <a:cubicBezTo>
                    <a:pt x="5882" y="1334"/>
                    <a:pt x="4572" y="2644"/>
                    <a:pt x="4572" y="4251"/>
                  </a:cubicBezTo>
                  <a:lnTo>
                    <a:pt x="4572" y="7858"/>
                  </a:lnTo>
                  <a:lnTo>
                    <a:pt x="3501" y="7858"/>
                  </a:lnTo>
                  <a:lnTo>
                    <a:pt x="3501" y="4251"/>
                  </a:lnTo>
                  <a:lnTo>
                    <a:pt x="3489" y="4251"/>
                  </a:lnTo>
                  <a:cubicBezTo>
                    <a:pt x="3489" y="2048"/>
                    <a:pt x="5275" y="250"/>
                    <a:pt x="7489" y="250"/>
                  </a:cubicBezTo>
                  <a:close/>
                  <a:moveTo>
                    <a:pt x="7477" y="1631"/>
                  </a:moveTo>
                  <a:cubicBezTo>
                    <a:pt x="8918" y="1631"/>
                    <a:pt x="10109" y="2822"/>
                    <a:pt x="10109" y="4275"/>
                  </a:cubicBezTo>
                  <a:lnTo>
                    <a:pt x="10109" y="7870"/>
                  </a:lnTo>
                  <a:lnTo>
                    <a:pt x="4846" y="7870"/>
                  </a:lnTo>
                  <a:lnTo>
                    <a:pt x="4846" y="4275"/>
                  </a:lnTo>
                  <a:cubicBezTo>
                    <a:pt x="4846" y="2810"/>
                    <a:pt x="6037" y="1631"/>
                    <a:pt x="7477" y="1631"/>
                  </a:cubicBezTo>
                  <a:close/>
                  <a:moveTo>
                    <a:pt x="13216" y="8156"/>
                  </a:moveTo>
                  <a:cubicBezTo>
                    <a:pt x="13978" y="8156"/>
                    <a:pt x="14609" y="8775"/>
                    <a:pt x="14609" y="9537"/>
                  </a:cubicBezTo>
                  <a:lnTo>
                    <a:pt x="14609" y="14633"/>
                  </a:lnTo>
                  <a:cubicBezTo>
                    <a:pt x="14609" y="15383"/>
                    <a:pt x="13978" y="16014"/>
                    <a:pt x="13216" y="16014"/>
                  </a:cubicBezTo>
                  <a:lnTo>
                    <a:pt x="1655" y="16014"/>
                  </a:lnTo>
                  <a:cubicBezTo>
                    <a:pt x="893" y="16014"/>
                    <a:pt x="274" y="15383"/>
                    <a:pt x="274" y="14633"/>
                  </a:cubicBezTo>
                  <a:lnTo>
                    <a:pt x="274" y="9537"/>
                  </a:lnTo>
                  <a:cubicBezTo>
                    <a:pt x="274" y="8775"/>
                    <a:pt x="893" y="8156"/>
                    <a:pt x="1655" y="8156"/>
                  </a:cubicBezTo>
                  <a:close/>
                  <a:moveTo>
                    <a:pt x="7489" y="0"/>
                  </a:moveTo>
                  <a:cubicBezTo>
                    <a:pt x="5120" y="0"/>
                    <a:pt x="3215" y="1917"/>
                    <a:pt x="3215" y="4275"/>
                  </a:cubicBezTo>
                  <a:lnTo>
                    <a:pt x="3215" y="7870"/>
                  </a:lnTo>
                  <a:lnTo>
                    <a:pt x="1667" y="7870"/>
                  </a:lnTo>
                  <a:cubicBezTo>
                    <a:pt x="750" y="7870"/>
                    <a:pt x="0" y="8620"/>
                    <a:pt x="0" y="9537"/>
                  </a:cubicBezTo>
                  <a:lnTo>
                    <a:pt x="0" y="14621"/>
                  </a:lnTo>
                  <a:cubicBezTo>
                    <a:pt x="0" y="15550"/>
                    <a:pt x="750" y="16288"/>
                    <a:pt x="1667" y="16288"/>
                  </a:cubicBezTo>
                  <a:lnTo>
                    <a:pt x="13240" y="16288"/>
                  </a:lnTo>
                  <a:cubicBezTo>
                    <a:pt x="14157" y="16288"/>
                    <a:pt x="14907" y="15550"/>
                    <a:pt x="14907" y="14621"/>
                  </a:cubicBezTo>
                  <a:lnTo>
                    <a:pt x="14907" y="9537"/>
                  </a:lnTo>
                  <a:cubicBezTo>
                    <a:pt x="14883" y="8620"/>
                    <a:pt x="14145" y="7870"/>
                    <a:pt x="13216" y="7870"/>
                  </a:cubicBezTo>
                  <a:lnTo>
                    <a:pt x="11764" y="7870"/>
                  </a:lnTo>
                  <a:lnTo>
                    <a:pt x="11764" y="4275"/>
                  </a:lnTo>
                  <a:cubicBezTo>
                    <a:pt x="11764" y="1905"/>
                    <a:pt x="9847" y="0"/>
                    <a:pt x="74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3809;p41">
              <a:extLst>
                <a:ext uri="{FF2B5EF4-FFF2-40B4-BE49-F238E27FC236}">
                  <a16:creationId xmlns:a16="http://schemas.microsoft.com/office/drawing/2014/main" id="{B4FC3C8A-809A-482C-8D15-46AD4EFAB223}"/>
                </a:ext>
              </a:extLst>
            </p:cNvPr>
            <p:cNvSpPr/>
            <p:nvPr/>
          </p:nvSpPr>
          <p:spPr>
            <a:xfrm>
              <a:off x="1350187" y="2356927"/>
              <a:ext cx="36899" cy="36927"/>
            </a:xfrm>
            <a:custGeom>
              <a:avLst/>
              <a:gdLst/>
              <a:ahLst/>
              <a:cxnLst/>
              <a:rect l="l" t="t" r="r" b="b"/>
              <a:pathLst>
                <a:path w="1286" h="1287" extrusionOk="0">
                  <a:moveTo>
                    <a:pt x="643" y="0"/>
                  </a:moveTo>
                  <a:cubicBezTo>
                    <a:pt x="286" y="0"/>
                    <a:pt x="0" y="286"/>
                    <a:pt x="0" y="643"/>
                  </a:cubicBezTo>
                  <a:cubicBezTo>
                    <a:pt x="0" y="988"/>
                    <a:pt x="286" y="1286"/>
                    <a:pt x="643" y="1286"/>
                  </a:cubicBezTo>
                  <a:cubicBezTo>
                    <a:pt x="1000" y="1286"/>
                    <a:pt x="1286" y="988"/>
                    <a:pt x="1286" y="643"/>
                  </a:cubicBezTo>
                  <a:cubicBezTo>
                    <a:pt x="1286" y="286"/>
                    <a:pt x="1000" y="0"/>
                    <a:pt x="64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3810;p41">
              <a:extLst>
                <a:ext uri="{FF2B5EF4-FFF2-40B4-BE49-F238E27FC236}">
                  <a16:creationId xmlns:a16="http://schemas.microsoft.com/office/drawing/2014/main" id="{A48CB812-40B3-03E3-7B4E-75BDE06E915B}"/>
                </a:ext>
              </a:extLst>
            </p:cNvPr>
            <p:cNvSpPr/>
            <p:nvPr/>
          </p:nvSpPr>
          <p:spPr>
            <a:xfrm>
              <a:off x="1412680" y="2356927"/>
              <a:ext cx="36583" cy="36927"/>
            </a:xfrm>
            <a:custGeom>
              <a:avLst/>
              <a:gdLst/>
              <a:ahLst/>
              <a:cxnLst/>
              <a:rect l="l" t="t" r="r" b="b"/>
              <a:pathLst>
                <a:path w="1275" h="1287" extrusionOk="0">
                  <a:moveTo>
                    <a:pt x="632" y="0"/>
                  </a:moveTo>
                  <a:cubicBezTo>
                    <a:pt x="287" y="0"/>
                    <a:pt x="1" y="286"/>
                    <a:pt x="1" y="643"/>
                  </a:cubicBezTo>
                  <a:cubicBezTo>
                    <a:pt x="1" y="988"/>
                    <a:pt x="287" y="1286"/>
                    <a:pt x="632" y="1286"/>
                  </a:cubicBezTo>
                  <a:cubicBezTo>
                    <a:pt x="989" y="1286"/>
                    <a:pt x="1275" y="988"/>
                    <a:pt x="1275" y="643"/>
                  </a:cubicBezTo>
                  <a:cubicBezTo>
                    <a:pt x="1275" y="286"/>
                    <a:pt x="989" y="0"/>
                    <a:pt x="63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3811;p41">
              <a:extLst>
                <a:ext uri="{FF2B5EF4-FFF2-40B4-BE49-F238E27FC236}">
                  <a16:creationId xmlns:a16="http://schemas.microsoft.com/office/drawing/2014/main" id="{5F2DDED6-4669-EE30-8908-D33E766573D2}"/>
                </a:ext>
              </a:extLst>
            </p:cNvPr>
            <p:cNvSpPr/>
            <p:nvPr/>
          </p:nvSpPr>
          <p:spPr>
            <a:xfrm>
              <a:off x="1474856" y="2356927"/>
              <a:ext cx="36927" cy="36927"/>
            </a:xfrm>
            <a:custGeom>
              <a:avLst/>
              <a:gdLst/>
              <a:ahLst/>
              <a:cxnLst/>
              <a:rect l="l" t="t" r="r" b="b"/>
              <a:pathLst>
                <a:path w="1287" h="1287" extrusionOk="0">
                  <a:moveTo>
                    <a:pt x="644" y="0"/>
                  </a:moveTo>
                  <a:cubicBezTo>
                    <a:pt x="287" y="0"/>
                    <a:pt x="1" y="286"/>
                    <a:pt x="1" y="643"/>
                  </a:cubicBezTo>
                  <a:cubicBezTo>
                    <a:pt x="1" y="988"/>
                    <a:pt x="287" y="1286"/>
                    <a:pt x="644" y="1286"/>
                  </a:cubicBezTo>
                  <a:cubicBezTo>
                    <a:pt x="1001" y="1286"/>
                    <a:pt x="1287" y="988"/>
                    <a:pt x="1287" y="643"/>
                  </a:cubicBezTo>
                  <a:cubicBezTo>
                    <a:pt x="1287" y="286"/>
                    <a:pt x="1001" y="0"/>
                    <a:pt x="6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3812;p41">
              <a:extLst>
                <a:ext uri="{FF2B5EF4-FFF2-40B4-BE49-F238E27FC236}">
                  <a16:creationId xmlns:a16="http://schemas.microsoft.com/office/drawing/2014/main" id="{0DE5A709-9C47-2B3A-C714-A7AF00E277DF}"/>
                </a:ext>
              </a:extLst>
            </p:cNvPr>
            <p:cNvSpPr/>
            <p:nvPr/>
          </p:nvSpPr>
          <p:spPr>
            <a:xfrm>
              <a:off x="1537722" y="2356927"/>
              <a:ext cx="36927" cy="36927"/>
            </a:xfrm>
            <a:custGeom>
              <a:avLst/>
              <a:gdLst/>
              <a:ahLst/>
              <a:cxnLst/>
              <a:rect l="l" t="t" r="r" b="b"/>
              <a:pathLst>
                <a:path w="1287" h="1287" extrusionOk="0">
                  <a:moveTo>
                    <a:pt x="644" y="0"/>
                  </a:moveTo>
                  <a:cubicBezTo>
                    <a:pt x="286" y="0"/>
                    <a:pt x="1" y="286"/>
                    <a:pt x="1" y="643"/>
                  </a:cubicBezTo>
                  <a:cubicBezTo>
                    <a:pt x="1" y="988"/>
                    <a:pt x="286" y="1286"/>
                    <a:pt x="644" y="1286"/>
                  </a:cubicBezTo>
                  <a:cubicBezTo>
                    <a:pt x="989" y="1286"/>
                    <a:pt x="1287" y="988"/>
                    <a:pt x="1287" y="643"/>
                  </a:cubicBezTo>
                  <a:cubicBezTo>
                    <a:pt x="1287" y="286"/>
                    <a:pt x="989" y="0"/>
                    <a:pt x="6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3813;p41">
              <a:extLst>
                <a:ext uri="{FF2B5EF4-FFF2-40B4-BE49-F238E27FC236}">
                  <a16:creationId xmlns:a16="http://schemas.microsoft.com/office/drawing/2014/main" id="{90FAD158-80FA-A0C8-56B4-16AAB84AD2D8}"/>
                </a:ext>
              </a:extLst>
            </p:cNvPr>
            <p:cNvSpPr/>
            <p:nvPr/>
          </p:nvSpPr>
          <p:spPr>
            <a:xfrm>
              <a:off x="1599898" y="2356927"/>
              <a:ext cx="36927" cy="36927"/>
            </a:xfrm>
            <a:custGeom>
              <a:avLst/>
              <a:gdLst/>
              <a:ahLst/>
              <a:cxnLst/>
              <a:rect l="l" t="t" r="r" b="b"/>
              <a:pathLst>
                <a:path w="1287" h="1287" extrusionOk="0">
                  <a:moveTo>
                    <a:pt x="644" y="0"/>
                  </a:moveTo>
                  <a:cubicBezTo>
                    <a:pt x="298" y="0"/>
                    <a:pt x="1" y="286"/>
                    <a:pt x="1" y="643"/>
                  </a:cubicBezTo>
                  <a:cubicBezTo>
                    <a:pt x="1" y="988"/>
                    <a:pt x="298" y="1286"/>
                    <a:pt x="644" y="1286"/>
                  </a:cubicBezTo>
                  <a:cubicBezTo>
                    <a:pt x="1001" y="1286"/>
                    <a:pt x="1286" y="988"/>
                    <a:pt x="1286" y="643"/>
                  </a:cubicBezTo>
                  <a:cubicBezTo>
                    <a:pt x="1286" y="286"/>
                    <a:pt x="1001" y="0"/>
                    <a:pt x="64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 name="Google Shape;2151;p30">
            <a:extLst>
              <a:ext uri="{FF2B5EF4-FFF2-40B4-BE49-F238E27FC236}">
                <a16:creationId xmlns:a16="http://schemas.microsoft.com/office/drawing/2014/main" id="{20E93343-CA74-53C1-636B-3E211117764B}"/>
              </a:ext>
            </a:extLst>
          </p:cNvPr>
          <p:cNvGrpSpPr/>
          <p:nvPr/>
        </p:nvGrpSpPr>
        <p:grpSpPr>
          <a:xfrm>
            <a:off x="4350758" y="2613356"/>
            <a:ext cx="491130" cy="288306"/>
            <a:chOff x="6604995" y="3417146"/>
            <a:chExt cx="754841" cy="288307"/>
          </a:xfrm>
        </p:grpSpPr>
        <p:sp>
          <p:nvSpPr>
            <p:cNvPr id="134" name="Google Shape;2152;p30">
              <a:extLst>
                <a:ext uri="{FF2B5EF4-FFF2-40B4-BE49-F238E27FC236}">
                  <a16:creationId xmlns:a16="http://schemas.microsoft.com/office/drawing/2014/main" id="{C86C6968-0682-34F8-5E0D-0385F0A9E0DC}"/>
                </a:ext>
              </a:extLst>
            </p:cNvPr>
            <p:cNvSpPr/>
            <p:nvPr/>
          </p:nvSpPr>
          <p:spPr>
            <a:xfrm>
              <a:off x="6604995" y="3417146"/>
              <a:ext cx="586446" cy="288307"/>
            </a:xfrm>
            <a:custGeom>
              <a:avLst/>
              <a:gdLst/>
              <a:ahLst/>
              <a:cxnLst/>
              <a:rect l="l" t="t" r="r" b="b"/>
              <a:pathLst>
                <a:path w="19861" h="9764" extrusionOk="0">
                  <a:moveTo>
                    <a:pt x="7501" y="0"/>
                  </a:moveTo>
                  <a:cubicBezTo>
                    <a:pt x="5168" y="0"/>
                    <a:pt x="3263" y="1905"/>
                    <a:pt x="3263" y="4239"/>
                  </a:cubicBezTo>
                  <a:cubicBezTo>
                    <a:pt x="3263" y="4382"/>
                    <a:pt x="3263" y="4513"/>
                    <a:pt x="3275" y="4644"/>
                  </a:cubicBezTo>
                  <a:lnTo>
                    <a:pt x="2572" y="4644"/>
                  </a:lnTo>
                  <a:cubicBezTo>
                    <a:pt x="1155" y="4644"/>
                    <a:pt x="1" y="5787"/>
                    <a:pt x="1" y="7204"/>
                  </a:cubicBezTo>
                  <a:cubicBezTo>
                    <a:pt x="1" y="7537"/>
                    <a:pt x="72" y="7858"/>
                    <a:pt x="191" y="8144"/>
                  </a:cubicBezTo>
                  <a:cubicBezTo>
                    <a:pt x="322" y="8466"/>
                    <a:pt x="512" y="8763"/>
                    <a:pt x="763" y="9025"/>
                  </a:cubicBezTo>
                  <a:cubicBezTo>
                    <a:pt x="1227" y="9478"/>
                    <a:pt x="1870" y="9763"/>
                    <a:pt x="2584" y="9763"/>
                  </a:cubicBezTo>
                  <a:lnTo>
                    <a:pt x="17300" y="9763"/>
                  </a:lnTo>
                  <a:cubicBezTo>
                    <a:pt x="18717" y="9763"/>
                    <a:pt x="19860" y="8620"/>
                    <a:pt x="19860" y="7204"/>
                  </a:cubicBezTo>
                  <a:cubicBezTo>
                    <a:pt x="19860" y="6489"/>
                    <a:pt x="19574" y="5870"/>
                    <a:pt x="19122" y="5370"/>
                  </a:cubicBezTo>
                  <a:cubicBezTo>
                    <a:pt x="18658" y="4918"/>
                    <a:pt x="18015" y="4632"/>
                    <a:pt x="17300" y="4632"/>
                  </a:cubicBezTo>
                  <a:lnTo>
                    <a:pt x="16455" y="4632"/>
                  </a:lnTo>
                  <a:cubicBezTo>
                    <a:pt x="16229" y="3917"/>
                    <a:pt x="15776" y="3286"/>
                    <a:pt x="15181" y="2858"/>
                  </a:cubicBezTo>
                  <a:cubicBezTo>
                    <a:pt x="14621" y="2453"/>
                    <a:pt x="13955" y="2215"/>
                    <a:pt x="13205" y="2215"/>
                  </a:cubicBezTo>
                  <a:cubicBezTo>
                    <a:pt x="12562" y="2215"/>
                    <a:pt x="11966" y="2393"/>
                    <a:pt x="11466" y="2715"/>
                  </a:cubicBezTo>
                  <a:cubicBezTo>
                    <a:pt x="10859" y="1131"/>
                    <a:pt x="9311" y="0"/>
                    <a:pt x="7501" y="0"/>
                  </a:cubicBezTo>
                  <a:close/>
                </a:path>
              </a:pathLst>
            </a:custGeom>
            <a:solidFill>
              <a:srgbClr val="D3D3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2153;p30">
              <a:extLst>
                <a:ext uri="{FF2B5EF4-FFF2-40B4-BE49-F238E27FC236}">
                  <a16:creationId xmlns:a16="http://schemas.microsoft.com/office/drawing/2014/main" id="{4E4F7BFF-17F5-B2DE-3A67-FFF21EC8368E}"/>
                </a:ext>
              </a:extLst>
            </p:cNvPr>
            <p:cNvSpPr/>
            <p:nvPr/>
          </p:nvSpPr>
          <p:spPr>
            <a:xfrm>
              <a:off x="6799049" y="3522618"/>
              <a:ext cx="198661" cy="182834"/>
            </a:xfrm>
            <a:custGeom>
              <a:avLst/>
              <a:gdLst/>
              <a:ahLst/>
              <a:cxnLst/>
              <a:rect l="l" t="t" r="r" b="b"/>
              <a:pathLst>
                <a:path w="6728" h="6192" extrusionOk="0">
                  <a:moveTo>
                    <a:pt x="3358" y="0"/>
                  </a:moveTo>
                  <a:lnTo>
                    <a:pt x="1" y="4227"/>
                  </a:lnTo>
                  <a:lnTo>
                    <a:pt x="1858" y="4227"/>
                  </a:lnTo>
                  <a:lnTo>
                    <a:pt x="1858" y="6191"/>
                  </a:lnTo>
                  <a:lnTo>
                    <a:pt x="4870" y="6191"/>
                  </a:lnTo>
                  <a:lnTo>
                    <a:pt x="4870" y="4227"/>
                  </a:lnTo>
                  <a:lnTo>
                    <a:pt x="6728" y="4227"/>
                  </a:lnTo>
                  <a:lnTo>
                    <a:pt x="6478" y="3917"/>
                  </a:lnTo>
                  <a:lnTo>
                    <a:pt x="335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 name="Google Shape;2154;p30">
              <a:extLst>
                <a:ext uri="{FF2B5EF4-FFF2-40B4-BE49-F238E27FC236}">
                  <a16:creationId xmlns:a16="http://schemas.microsoft.com/office/drawing/2014/main" id="{8794E77D-65C7-676F-41F4-60A6DC5C3BB4}"/>
                </a:ext>
              </a:extLst>
            </p:cNvPr>
            <p:cNvSpPr/>
            <p:nvPr/>
          </p:nvSpPr>
          <p:spPr>
            <a:xfrm>
              <a:off x="7132681" y="3494124"/>
              <a:ext cx="190246" cy="119203"/>
            </a:xfrm>
            <a:custGeom>
              <a:avLst/>
              <a:gdLst/>
              <a:ahLst/>
              <a:cxnLst/>
              <a:rect l="l" t="t" r="r" b="b"/>
              <a:pathLst>
                <a:path w="6443" h="4037" extrusionOk="0">
                  <a:moveTo>
                    <a:pt x="418" y="1"/>
                  </a:moveTo>
                  <a:cubicBezTo>
                    <a:pt x="179" y="1"/>
                    <a:pt x="1" y="191"/>
                    <a:pt x="1" y="417"/>
                  </a:cubicBezTo>
                  <a:lnTo>
                    <a:pt x="1" y="3620"/>
                  </a:lnTo>
                  <a:cubicBezTo>
                    <a:pt x="1" y="3858"/>
                    <a:pt x="191" y="4037"/>
                    <a:pt x="418" y="4037"/>
                  </a:cubicBezTo>
                  <a:lnTo>
                    <a:pt x="6025" y="4037"/>
                  </a:lnTo>
                  <a:cubicBezTo>
                    <a:pt x="6263" y="4037"/>
                    <a:pt x="6442" y="3835"/>
                    <a:pt x="6442" y="3620"/>
                  </a:cubicBezTo>
                  <a:lnTo>
                    <a:pt x="6442" y="417"/>
                  </a:lnTo>
                  <a:cubicBezTo>
                    <a:pt x="6442" y="191"/>
                    <a:pt x="6263" y="1"/>
                    <a:pt x="6025" y="1"/>
                  </a:cubicBezTo>
                  <a:close/>
                </a:path>
              </a:pathLst>
            </a:custGeom>
            <a:solidFill>
              <a:srgbClr val="D3D3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2155;p30">
              <a:extLst>
                <a:ext uri="{FF2B5EF4-FFF2-40B4-BE49-F238E27FC236}">
                  <a16:creationId xmlns:a16="http://schemas.microsoft.com/office/drawing/2014/main" id="{C7AA2EE0-6E85-4965-F31B-043349A40063}"/>
                </a:ext>
              </a:extLst>
            </p:cNvPr>
            <p:cNvSpPr/>
            <p:nvPr/>
          </p:nvSpPr>
          <p:spPr>
            <a:xfrm>
              <a:off x="7159049" y="3516978"/>
              <a:ext cx="137834" cy="11280"/>
            </a:xfrm>
            <a:custGeom>
              <a:avLst/>
              <a:gdLst/>
              <a:ahLst/>
              <a:cxnLst/>
              <a:rect l="l" t="t" r="r" b="b"/>
              <a:pathLst>
                <a:path w="4668" h="382" extrusionOk="0">
                  <a:moveTo>
                    <a:pt x="191" y="1"/>
                  </a:moveTo>
                  <a:cubicBezTo>
                    <a:pt x="84" y="1"/>
                    <a:pt x="1" y="84"/>
                    <a:pt x="1" y="191"/>
                  </a:cubicBezTo>
                  <a:cubicBezTo>
                    <a:pt x="1" y="298"/>
                    <a:pt x="84" y="382"/>
                    <a:pt x="191" y="382"/>
                  </a:cubicBezTo>
                  <a:lnTo>
                    <a:pt x="4478" y="382"/>
                  </a:lnTo>
                  <a:cubicBezTo>
                    <a:pt x="4585" y="382"/>
                    <a:pt x="4668" y="310"/>
                    <a:pt x="4668" y="191"/>
                  </a:cubicBezTo>
                  <a:cubicBezTo>
                    <a:pt x="4668" y="84"/>
                    <a:pt x="4585" y="1"/>
                    <a:pt x="44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2156;p30">
              <a:extLst>
                <a:ext uri="{FF2B5EF4-FFF2-40B4-BE49-F238E27FC236}">
                  <a16:creationId xmlns:a16="http://schemas.microsoft.com/office/drawing/2014/main" id="{3C8F4725-F63F-91E2-7635-BBBF133CB8F1}"/>
                </a:ext>
              </a:extLst>
            </p:cNvPr>
            <p:cNvSpPr/>
            <p:nvPr/>
          </p:nvSpPr>
          <p:spPr>
            <a:xfrm>
              <a:off x="7159049" y="3539478"/>
              <a:ext cx="137834" cy="11280"/>
            </a:xfrm>
            <a:custGeom>
              <a:avLst/>
              <a:gdLst/>
              <a:ahLst/>
              <a:cxnLst/>
              <a:rect l="l" t="t" r="r" b="b"/>
              <a:pathLst>
                <a:path w="4668" h="382" extrusionOk="0">
                  <a:moveTo>
                    <a:pt x="191" y="1"/>
                  </a:moveTo>
                  <a:cubicBezTo>
                    <a:pt x="84" y="1"/>
                    <a:pt x="1" y="84"/>
                    <a:pt x="1" y="191"/>
                  </a:cubicBezTo>
                  <a:cubicBezTo>
                    <a:pt x="1" y="298"/>
                    <a:pt x="84" y="382"/>
                    <a:pt x="191" y="382"/>
                  </a:cubicBezTo>
                  <a:lnTo>
                    <a:pt x="4478" y="382"/>
                  </a:lnTo>
                  <a:cubicBezTo>
                    <a:pt x="4585" y="382"/>
                    <a:pt x="4668" y="310"/>
                    <a:pt x="4668" y="191"/>
                  </a:cubicBezTo>
                  <a:cubicBezTo>
                    <a:pt x="4668" y="84"/>
                    <a:pt x="4585" y="1"/>
                    <a:pt x="44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2157;p30">
              <a:extLst>
                <a:ext uri="{FF2B5EF4-FFF2-40B4-BE49-F238E27FC236}">
                  <a16:creationId xmlns:a16="http://schemas.microsoft.com/office/drawing/2014/main" id="{024456CD-0AA1-B8AA-CA58-9DFC6FA253EF}"/>
                </a:ext>
              </a:extLst>
            </p:cNvPr>
            <p:cNvSpPr/>
            <p:nvPr/>
          </p:nvSpPr>
          <p:spPr>
            <a:xfrm>
              <a:off x="7159049" y="3561624"/>
              <a:ext cx="137834" cy="11634"/>
            </a:xfrm>
            <a:custGeom>
              <a:avLst/>
              <a:gdLst/>
              <a:ahLst/>
              <a:cxnLst/>
              <a:rect l="l" t="t" r="r" b="b"/>
              <a:pathLst>
                <a:path w="4668" h="394" extrusionOk="0">
                  <a:moveTo>
                    <a:pt x="191" y="1"/>
                  </a:moveTo>
                  <a:cubicBezTo>
                    <a:pt x="84" y="1"/>
                    <a:pt x="1" y="96"/>
                    <a:pt x="1" y="203"/>
                  </a:cubicBezTo>
                  <a:cubicBezTo>
                    <a:pt x="1" y="298"/>
                    <a:pt x="84" y="394"/>
                    <a:pt x="191" y="394"/>
                  </a:cubicBezTo>
                  <a:lnTo>
                    <a:pt x="4478" y="394"/>
                  </a:lnTo>
                  <a:cubicBezTo>
                    <a:pt x="4585" y="394"/>
                    <a:pt x="4668" y="322"/>
                    <a:pt x="4668" y="203"/>
                  </a:cubicBezTo>
                  <a:cubicBezTo>
                    <a:pt x="4668" y="96"/>
                    <a:pt x="4585" y="1"/>
                    <a:pt x="4478"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2158;p30">
              <a:extLst>
                <a:ext uri="{FF2B5EF4-FFF2-40B4-BE49-F238E27FC236}">
                  <a16:creationId xmlns:a16="http://schemas.microsoft.com/office/drawing/2014/main" id="{A7830C5D-D90E-47DB-5B94-6A20000F6294}"/>
                </a:ext>
              </a:extLst>
            </p:cNvPr>
            <p:cNvSpPr/>
            <p:nvPr/>
          </p:nvSpPr>
          <p:spPr>
            <a:xfrm>
              <a:off x="7096125" y="3539478"/>
              <a:ext cx="263710" cy="165974"/>
            </a:xfrm>
            <a:custGeom>
              <a:avLst/>
              <a:gdLst/>
              <a:ahLst/>
              <a:cxnLst/>
              <a:rect l="l" t="t" r="r" b="b"/>
              <a:pathLst>
                <a:path w="8931" h="5621" extrusionOk="0">
                  <a:moveTo>
                    <a:pt x="4870" y="1"/>
                  </a:moveTo>
                  <a:cubicBezTo>
                    <a:pt x="4823" y="1"/>
                    <a:pt x="4787" y="1"/>
                    <a:pt x="4751" y="13"/>
                  </a:cubicBezTo>
                  <a:cubicBezTo>
                    <a:pt x="4584" y="60"/>
                    <a:pt x="4453" y="155"/>
                    <a:pt x="4394" y="322"/>
                  </a:cubicBezTo>
                  <a:lnTo>
                    <a:pt x="4358" y="394"/>
                  </a:lnTo>
                  <a:lnTo>
                    <a:pt x="4215" y="775"/>
                  </a:lnTo>
                  <a:lnTo>
                    <a:pt x="4061" y="1132"/>
                  </a:lnTo>
                  <a:lnTo>
                    <a:pt x="4049" y="1144"/>
                  </a:lnTo>
                  <a:cubicBezTo>
                    <a:pt x="3977" y="1334"/>
                    <a:pt x="3799" y="1453"/>
                    <a:pt x="3584" y="1453"/>
                  </a:cubicBezTo>
                  <a:lnTo>
                    <a:pt x="489" y="1453"/>
                  </a:lnTo>
                  <a:cubicBezTo>
                    <a:pt x="227" y="1453"/>
                    <a:pt x="1" y="1679"/>
                    <a:pt x="1" y="1941"/>
                  </a:cubicBezTo>
                  <a:lnTo>
                    <a:pt x="1" y="5132"/>
                  </a:lnTo>
                  <a:cubicBezTo>
                    <a:pt x="1" y="5394"/>
                    <a:pt x="227" y="5620"/>
                    <a:pt x="489" y="5620"/>
                  </a:cubicBezTo>
                  <a:lnTo>
                    <a:pt x="8442" y="5620"/>
                  </a:lnTo>
                  <a:cubicBezTo>
                    <a:pt x="8704" y="5620"/>
                    <a:pt x="8930" y="5394"/>
                    <a:pt x="8930" y="5132"/>
                  </a:cubicBezTo>
                  <a:lnTo>
                    <a:pt x="8930" y="489"/>
                  </a:lnTo>
                  <a:cubicBezTo>
                    <a:pt x="8930" y="215"/>
                    <a:pt x="8704" y="1"/>
                    <a:pt x="841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1" name="Google Shape;2688;p54">
            <a:extLst>
              <a:ext uri="{FF2B5EF4-FFF2-40B4-BE49-F238E27FC236}">
                <a16:creationId xmlns:a16="http://schemas.microsoft.com/office/drawing/2014/main" id="{635D5493-3D87-61D6-C15E-88D7A59C2A80}"/>
              </a:ext>
            </a:extLst>
          </p:cNvPr>
          <p:cNvGrpSpPr/>
          <p:nvPr/>
        </p:nvGrpSpPr>
        <p:grpSpPr>
          <a:xfrm>
            <a:off x="7947576" y="2597746"/>
            <a:ext cx="372375" cy="372975"/>
            <a:chOff x="4027400" y="3989438"/>
            <a:chExt cx="372375" cy="372975"/>
          </a:xfrm>
        </p:grpSpPr>
        <p:sp>
          <p:nvSpPr>
            <p:cNvPr id="182" name="Google Shape;2689;p54">
              <a:extLst>
                <a:ext uri="{FF2B5EF4-FFF2-40B4-BE49-F238E27FC236}">
                  <a16:creationId xmlns:a16="http://schemas.microsoft.com/office/drawing/2014/main" id="{FA306771-D82F-A560-D1CC-D66346B26416}"/>
                </a:ext>
              </a:extLst>
            </p:cNvPr>
            <p:cNvSpPr/>
            <p:nvPr/>
          </p:nvSpPr>
          <p:spPr>
            <a:xfrm>
              <a:off x="4033200" y="4253713"/>
              <a:ext cx="187800" cy="97125"/>
            </a:xfrm>
            <a:custGeom>
              <a:avLst/>
              <a:gdLst/>
              <a:ahLst/>
              <a:cxnLst/>
              <a:rect l="l" t="t" r="r" b="b"/>
              <a:pathLst>
                <a:path w="7512" h="3885" extrusionOk="0">
                  <a:moveTo>
                    <a:pt x="0" y="1"/>
                  </a:moveTo>
                  <a:lnTo>
                    <a:pt x="0" y="3885"/>
                  </a:lnTo>
                  <a:lnTo>
                    <a:pt x="7511" y="3885"/>
                  </a:lnTo>
                  <a:lnTo>
                    <a:pt x="7511"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2690;p54">
              <a:extLst>
                <a:ext uri="{FF2B5EF4-FFF2-40B4-BE49-F238E27FC236}">
                  <a16:creationId xmlns:a16="http://schemas.microsoft.com/office/drawing/2014/main" id="{6076C53D-9B7E-74B9-359C-51B2F799DDF9}"/>
                </a:ext>
              </a:extLst>
            </p:cNvPr>
            <p:cNvSpPr/>
            <p:nvPr/>
          </p:nvSpPr>
          <p:spPr>
            <a:xfrm>
              <a:off x="4033200" y="4253713"/>
              <a:ext cx="18025" cy="97125"/>
            </a:xfrm>
            <a:custGeom>
              <a:avLst/>
              <a:gdLst/>
              <a:ahLst/>
              <a:cxnLst/>
              <a:rect l="l" t="t" r="r" b="b"/>
              <a:pathLst>
                <a:path w="721" h="3885" extrusionOk="0">
                  <a:moveTo>
                    <a:pt x="0" y="1"/>
                  </a:moveTo>
                  <a:lnTo>
                    <a:pt x="0" y="3885"/>
                  </a:lnTo>
                  <a:lnTo>
                    <a:pt x="721" y="3885"/>
                  </a:lnTo>
                  <a:lnTo>
                    <a:pt x="721"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2691;p54">
              <a:extLst>
                <a:ext uri="{FF2B5EF4-FFF2-40B4-BE49-F238E27FC236}">
                  <a16:creationId xmlns:a16="http://schemas.microsoft.com/office/drawing/2014/main" id="{A2995674-3DDF-B4D0-3F67-E35228D07912}"/>
                </a:ext>
              </a:extLst>
            </p:cNvPr>
            <p:cNvSpPr/>
            <p:nvPr/>
          </p:nvSpPr>
          <p:spPr>
            <a:xfrm>
              <a:off x="4038975" y="3995213"/>
              <a:ext cx="96500" cy="187800"/>
            </a:xfrm>
            <a:custGeom>
              <a:avLst/>
              <a:gdLst/>
              <a:ahLst/>
              <a:cxnLst/>
              <a:rect l="l" t="t" r="r" b="b"/>
              <a:pathLst>
                <a:path w="3860" h="7512" extrusionOk="0">
                  <a:moveTo>
                    <a:pt x="1" y="1"/>
                  </a:moveTo>
                  <a:lnTo>
                    <a:pt x="1" y="7511"/>
                  </a:lnTo>
                  <a:lnTo>
                    <a:pt x="3859" y="7511"/>
                  </a:lnTo>
                  <a:lnTo>
                    <a:pt x="3859"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2692;p54">
              <a:extLst>
                <a:ext uri="{FF2B5EF4-FFF2-40B4-BE49-F238E27FC236}">
                  <a16:creationId xmlns:a16="http://schemas.microsoft.com/office/drawing/2014/main" id="{CC3B6072-9146-3BB7-5C32-088E8AB38195}"/>
                </a:ext>
              </a:extLst>
            </p:cNvPr>
            <p:cNvSpPr/>
            <p:nvPr/>
          </p:nvSpPr>
          <p:spPr>
            <a:xfrm>
              <a:off x="4038975" y="3995213"/>
              <a:ext cx="96500" cy="18025"/>
            </a:xfrm>
            <a:custGeom>
              <a:avLst/>
              <a:gdLst/>
              <a:ahLst/>
              <a:cxnLst/>
              <a:rect l="l" t="t" r="r" b="b"/>
              <a:pathLst>
                <a:path w="3860" h="721" extrusionOk="0">
                  <a:moveTo>
                    <a:pt x="1" y="1"/>
                  </a:moveTo>
                  <a:lnTo>
                    <a:pt x="1" y="721"/>
                  </a:lnTo>
                  <a:lnTo>
                    <a:pt x="3859" y="721"/>
                  </a:lnTo>
                  <a:lnTo>
                    <a:pt x="3859"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2693;p54">
              <a:extLst>
                <a:ext uri="{FF2B5EF4-FFF2-40B4-BE49-F238E27FC236}">
                  <a16:creationId xmlns:a16="http://schemas.microsoft.com/office/drawing/2014/main" id="{BF8EC784-AE8B-55EF-693E-397B94EDC506}"/>
                </a:ext>
              </a:extLst>
            </p:cNvPr>
            <p:cNvSpPr/>
            <p:nvPr/>
          </p:nvSpPr>
          <p:spPr>
            <a:xfrm>
              <a:off x="4206825" y="4001013"/>
              <a:ext cx="187800" cy="97125"/>
            </a:xfrm>
            <a:custGeom>
              <a:avLst/>
              <a:gdLst/>
              <a:ahLst/>
              <a:cxnLst/>
              <a:rect l="l" t="t" r="r" b="b"/>
              <a:pathLst>
                <a:path w="7512" h="3885" extrusionOk="0">
                  <a:moveTo>
                    <a:pt x="0" y="0"/>
                  </a:moveTo>
                  <a:lnTo>
                    <a:pt x="0" y="3884"/>
                  </a:lnTo>
                  <a:lnTo>
                    <a:pt x="7511" y="3884"/>
                  </a:lnTo>
                  <a:lnTo>
                    <a:pt x="7511" y="0"/>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2694;p54">
              <a:extLst>
                <a:ext uri="{FF2B5EF4-FFF2-40B4-BE49-F238E27FC236}">
                  <a16:creationId xmlns:a16="http://schemas.microsoft.com/office/drawing/2014/main" id="{3FB656B2-29AF-913E-71C4-DA696D7A4109}"/>
                </a:ext>
              </a:extLst>
            </p:cNvPr>
            <p:cNvSpPr/>
            <p:nvPr/>
          </p:nvSpPr>
          <p:spPr>
            <a:xfrm>
              <a:off x="4376600" y="4001013"/>
              <a:ext cx="18025" cy="97125"/>
            </a:xfrm>
            <a:custGeom>
              <a:avLst/>
              <a:gdLst/>
              <a:ahLst/>
              <a:cxnLst/>
              <a:rect l="l" t="t" r="r" b="b"/>
              <a:pathLst>
                <a:path w="721" h="3885" extrusionOk="0">
                  <a:moveTo>
                    <a:pt x="0" y="0"/>
                  </a:moveTo>
                  <a:lnTo>
                    <a:pt x="0" y="3884"/>
                  </a:lnTo>
                  <a:lnTo>
                    <a:pt x="720" y="3884"/>
                  </a:lnTo>
                  <a:lnTo>
                    <a:pt x="720"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2695;p54">
              <a:extLst>
                <a:ext uri="{FF2B5EF4-FFF2-40B4-BE49-F238E27FC236}">
                  <a16:creationId xmlns:a16="http://schemas.microsoft.com/office/drawing/2014/main" id="{F2F6C5C3-6E4B-88C9-B7F2-66A6FA6F54BE}"/>
                </a:ext>
              </a:extLst>
            </p:cNvPr>
            <p:cNvSpPr/>
            <p:nvPr/>
          </p:nvSpPr>
          <p:spPr>
            <a:xfrm>
              <a:off x="4275625" y="4047938"/>
              <a:ext cx="119000" cy="120925"/>
            </a:xfrm>
            <a:custGeom>
              <a:avLst/>
              <a:gdLst/>
              <a:ahLst/>
              <a:cxnLst/>
              <a:rect l="l" t="t" r="r" b="b"/>
              <a:pathLst>
                <a:path w="4760" h="4837" extrusionOk="0">
                  <a:moveTo>
                    <a:pt x="335" y="1"/>
                  </a:moveTo>
                  <a:lnTo>
                    <a:pt x="258" y="27"/>
                  </a:lnTo>
                  <a:lnTo>
                    <a:pt x="181" y="78"/>
                  </a:lnTo>
                  <a:lnTo>
                    <a:pt x="104" y="129"/>
                  </a:lnTo>
                  <a:lnTo>
                    <a:pt x="52" y="181"/>
                  </a:lnTo>
                  <a:lnTo>
                    <a:pt x="26" y="258"/>
                  </a:lnTo>
                  <a:lnTo>
                    <a:pt x="1" y="335"/>
                  </a:lnTo>
                  <a:lnTo>
                    <a:pt x="1" y="412"/>
                  </a:lnTo>
                  <a:lnTo>
                    <a:pt x="1" y="1518"/>
                  </a:lnTo>
                  <a:lnTo>
                    <a:pt x="1" y="1801"/>
                  </a:lnTo>
                  <a:lnTo>
                    <a:pt x="26" y="2059"/>
                  </a:lnTo>
                  <a:lnTo>
                    <a:pt x="104" y="2342"/>
                  </a:lnTo>
                  <a:lnTo>
                    <a:pt x="181" y="2599"/>
                  </a:lnTo>
                  <a:lnTo>
                    <a:pt x="335" y="3010"/>
                  </a:lnTo>
                  <a:lnTo>
                    <a:pt x="412" y="3165"/>
                  </a:lnTo>
                  <a:lnTo>
                    <a:pt x="515" y="3319"/>
                  </a:lnTo>
                  <a:lnTo>
                    <a:pt x="618" y="3448"/>
                  </a:lnTo>
                  <a:lnTo>
                    <a:pt x="721" y="3550"/>
                  </a:lnTo>
                  <a:lnTo>
                    <a:pt x="824" y="3653"/>
                  </a:lnTo>
                  <a:lnTo>
                    <a:pt x="875" y="3756"/>
                  </a:lnTo>
                  <a:lnTo>
                    <a:pt x="927" y="3859"/>
                  </a:lnTo>
                  <a:lnTo>
                    <a:pt x="952" y="3988"/>
                  </a:lnTo>
                  <a:lnTo>
                    <a:pt x="952" y="4837"/>
                  </a:lnTo>
                  <a:lnTo>
                    <a:pt x="4219" y="4837"/>
                  </a:lnTo>
                  <a:lnTo>
                    <a:pt x="4219" y="4734"/>
                  </a:lnTo>
                  <a:lnTo>
                    <a:pt x="4219" y="4451"/>
                  </a:lnTo>
                  <a:lnTo>
                    <a:pt x="4296" y="4194"/>
                  </a:lnTo>
                  <a:lnTo>
                    <a:pt x="4374" y="3962"/>
                  </a:lnTo>
                  <a:lnTo>
                    <a:pt x="4502" y="3731"/>
                  </a:lnTo>
                  <a:lnTo>
                    <a:pt x="4605" y="3525"/>
                  </a:lnTo>
                  <a:lnTo>
                    <a:pt x="4682" y="3345"/>
                  </a:lnTo>
                  <a:lnTo>
                    <a:pt x="4734" y="3113"/>
                  </a:lnTo>
                  <a:lnTo>
                    <a:pt x="4759" y="2907"/>
                  </a:lnTo>
                  <a:lnTo>
                    <a:pt x="4759" y="592"/>
                  </a:lnTo>
                  <a:lnTo>
                    <a:pt x="952" y="1467"/>
                  </a:lnTo>
                  <a:lnTo>
                    <a:pt x="952" y="412"/>
                  </a:lnTo>
                  <a:lnTo>
                    <a:pt x="927" y="335"/>
                  </a:lnTo>
                  <a:lnTo>
                    <a:pt x="901" y="258"/>
                  </a:lnTo>
                  <a:lnTo>
                    <a:pt x="875" y="181"/>
                  </a:lnTo>
                  <a:lnTo>
                    <a:pt x="824" y="129"/>
                  </a:lnTo>
                  <a:lnTo>
                    <a:pt x="747" y="78"/>
                  </a:lnTo>
                  <a:lnTo>
                    <a:pt x="695" y="27"/>
                  </a:lnTo>
                  <a:lnTo>
                    <a:pt x="592"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2696;p54">
              <a:extLst>
                <a:ext uri="{FF2B5EF4-FFF2-40B4-BE49-F238E27FC236}">
                  <a16:creationId xmlns:a16="http://schemas.microsoft.com/office/drawing/2014/main" id="{8738DE48-12E3-66BF-8E1F-803C7118FF69}"/>
                </a:ext>
              </a:extLst>
            </p:cNvPr>
            <p:cNvSpPr/>
            <p:nvPr/>
          </p:nvSpPr>
          <p:spPr>
            <a:xfrm>
              <a:off x="4299425" y="4062738"/>
              <a:ext cx="95200" cy="36025"/>
            </a:xfrm>
            <a:custGeom>
              <a:avLst/>
              <a:gdLst/>
              <a:ahLst/>
              <a:cxnLst/>
              <a:rect l="l" t="t" r="r" b="b"/>
              <a:pathLst>
                <a:path w="3808" h="1441" extrusionOk="0">
                  <a:moveTo>
                    <a:pt x="0" y="0"/>
                  </a:moveTo>
                  <a:lnTo>
                    <a:pt x="0" y="1055"/>
                  </a:lnTo>
                  <a:lnTo>
                    <a:pt x="155" y="1132"/>
                  </a:lnTo>
                  <a:lnTo>
                    <a:pt x="592" y="1132"/>
                  </a:lnTo>
                  <a:lnTo>
                    <a:pt x="721" y="1081"/>
                  </a:lnTo>
                  <a:lnTo>
                    <a:pt x="849" y="1029"/>
                  </a:lnTo>
                  <a:lnTo>
                    <a:pt x="952" y="926"/>
                  </a:lnTo>
                  <a:lnTo>
                    <a:pt x="1004" y="875"/>
                  </a:lnTo>
                  <a:lnTo>
                    <a:pt x="1081" y="849"/>
                  </a:lnTo>
                  <a:lnTo>
                    <a:pt x="1184" y="824"/>
                  </a:lnTo>
                  <a:lnTo>
                    <a:pt x="1595" y="824"/>
                  </a:lnTo>
                  <a:lnTo>
                    <a:pt x="1698" y="849"/>
                  </a:lnTo>
                  <a:lnTo>
                    <a:pt x="1775" y="875"/>
                  </a:lnTo>
                  <a:lnTo>
                    <a:pt x="1852" y="926"/>
                  </a:lnTo>
                  <a:lnTo>
                    <a:pt x="1955" y="1029"/>
                  </a:lnTo>
                  <a:lnTo>
                    <a:pt x="2058" y="1081"/>
                  </a:lnTo>
                  <a:lnTo>
                    <a:pt x="2187" y="1132"/>
                  </a:lnTo>
                  <a:lnTo>
                    <a:pt x="2624" y="1132"/>
                  </a:lnTo>
                  <a:lnTo>
                    <a:pt x="2727" y="1158"/>
                  </a:lnTo>
                  <a:lnTo>
                    <a:pt x="2804" y="1209"/>
                  </a:lnTo>
                  <a:lnTo>
                    <a:pt x="2881" y="1261"/>
                  </a:lnTo>
                  <a:lnTo>
                    <a:pt x="2984" y="1338"/>
                  </a:lnTo>
                  <a:lnTo>
                    <a:pt x="3087" y="1389"/>
                  </a:lnTo>
                  <a:lnTo>
                    <a:pt x="3216" y="1415"/>
                  </a:lnTo>
                  <a:lnTo>
                    <a:pt x="3344" y="1441"/>
                  </a:lnTo>
                  <a:lnTo>
                    <a:pt x="3473" y="1441"/>
                  </a:lnTo>
                  <a:lnTo>
                    <a:pt x="3653" y="1415"/>
                  </a:lnTo>
                  <a:lnTo>
                    <a:pt x="3807" y="1364"/>
                  </a:lnTo>
                  <a:lnTo>
                    <a:pt x="3807"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2697;p54">
              <a:extLst>
                <a:ext uri="{FF2B5EF4-FFF2-40B4-BE49-F238E27FC236}">
                  <a16:creationId xmlns:a16="http://schemas.microsoft.com/office/drawing/2014/main" id="{E624ECFF-E3FE-9A11-7193-BF141825414F}"/>
                </a:ext>
              </a:extLst>
            </p:cNvPr>
            <p:cNvSpPr/>
            <p:nvPr/>
          </p:nvSpPr>
          <p:spPr>
            <a:xfrm>
              <a:off x="4369525" y="4062738"/>
              <a:ext cx="25100" cy="106125"/>
            </a:xfrm>
            <a:custGeom>
              <a:avLst/>
              <a:gdLst/>
              <a:ahLst/>
              <a:cxnLst/>
              <a:rect l="l" t="t" r="r" b="b"/>
              <a:pathLst>
                <a:path w="1004" h="4245" extrusionOk="0">
                  <a:moveTo>
                    <a:pt x="1003" y="0"/>
                  </a:moveTo>
                  <a:lnTo>
                    <a:pt x="540" y="78"/>
                  </a:lnTo>
                  <a:lnTo>
                    <a:pt x="540" y="2315"/>
                  </a:lnTo>
                  <a:lnTo>
                    <a:pt x="540" y="2521"/>
                  </a:lnTo>
                  <a:lnTo>
                    <a:pt x="489" y="2753"/>
                  </a:lnTo>
                  <a:lnTo>
                    <a:pt x="412" y="2933"/>
                  </a:lnTo>
                  <a:lnTo>
                    <a:pt x="309" y="3139"/>
                  </a:lnTo>
                  <a:lnTo>
                    <a:pt x="155" y="3370"/>
                  </a:lnTo>
                  <a:lnTo>
                    <a:pt x="77" y="3602"/>
                  </a:lnTo>
                  <a:lnTo>
                    <a:pt x="26" y="3859"/>
                  </a:lnTo>
                  <a:lnTo>
                    <a:pt x="0" y="4142"/>
                  </a:lnTo>
                  <a:lnTo>
                    <a:pt x="0" y="4245"/>
                  </a:lnTo>
                  <a:lnTo>
                    <a:pt x="463" y="4245"/>
                  </a:lnTo>
                  <a:lnTo>
                    <a:pt x="463" y="4142"/>
                  </a:lnTo>
                  <a:lnTo>
                    <a:pt x="463" y="3859"/>
                  </a:lnTo>
                  <a:lnTo>
                    <a:pt x="540" y="3602"/>
                  </a:lnTo>
                  <a:lnTo>
                    <a:pt x="618" y="3370"/>
                  </a:lnTo>
                  <a:lnTo>
                    <a:pt x="746" y="3139"/>
                  </a:lnTo>
                  <a:lnTo>
                    <a:pt x="849" y="2933"/>
                  </a:lnTo>
                  <a:lnTo>
                    <a:pt x="926" y="2753"/>
                  </a:lnTo>
                  <a:lnTo>
                    <a:pt x="978" y="2521"/>
                  </a:lnTo>
                  <a:lnTo>
                    <a:pt x="1003" y="2315"/>
                  </a:lnTo>
                  <a:lnTo>
                    <a:pt x="1003"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2698;p54">
              <a:extLst>
                <a:ext uri="{FF2B5EF4-FFF2-40B4-BE49-F238E27FC236}">
                  <a16:creationId xmlns:a16="http://schemas.microsoft.com/office/drawing/2014/main" id="{128E098D-2121-D680-A6D4-A45D8E976DBA}"/>
                </a:ext>
              </a:extLst>
            </p:cNvPr>
            <p:cNvSpPr/>
            <p:nvPr/>
          </p:nvSpPr>
          <p:spPr>
            <a:xfrm>
              <a:off x="4370800" y="4037013"/>
              <a:ext cx="23825" cy="55325"/>
            </a:xfrm>
            <a:custGeom>
              <a:avLst/>
              <a:gdLst/>
              <a:ahLst/>
              <a:cxnLst/>
              <a:rect l="l" t="t" r="r" b="b"/>
              <a:pathLst>
                <a:path w="953" h="2213" extrusionOk="0">
                  <a:moveTo>
                    <a:pt x="335" y="1"/>
                  </a:moveTo>
                  <a:lnTo>
                    <a:pt x="258" y="26"/>
                  </a:lnTo>
                  <a:lnTo>
                    <a:pt x="181" y="78"/>
                  </a:lnTo>
                  <a:lnTo>
                    <a:pt x="129" y="129"/>
                  </a:lnTo>
                  <a:lnTo>
                    <a:pt x="78" y="181"/>
                  </a:lnTo>
                  <a:lnTo>
                    <a:pt x="26" y="258"/>
                  </a:lnTo>
                  <a:lnTo>
                    <a:pt x="1" y="335"/>
                  </a:lnTo>
                  <a:lnTo>
                    <a:pt x="1" y="438"/>
                  </a:lnTo>
                  <a:lnTo>
                    <a:pt x="1" y="1775"/>
                  </a:lnTo>
                  <a:lnTo>
                    <a:pt x="1" y="1853"/>
                  </a:lnTo>
                  <a:lnTo>
                    <a:pt x="26" y="1955"/>
                  </a:lnTo>
                  <a:lnTo>
                    <a:pt x="78" y="2007"/>
                  </a:lnTo>
                  <a:lnTo>
                    <a:pt x="129" y="2084"/>
                  </a:lnTo>
                  <a:lnTo>
                    <a:pt x="181" y="2135"/>
                  </a:lnTo>
                  <a:lnTo>
                    <a:pt x="258" y="2161"/>
                  </a:lnTo>
                  <a:lnTo>
                    <a:pt x="335" y="2187"/>
                  </a:lnTo>
                  <a:lnTo>
                    <a:pt x="412" y="2213"/>
                  </a:lnTo>
                  <a:lnTo>
                    <a:pt x="515" y="2213"/>
                  </a:lnTo>
                  <a:lnTo>
                    <a:pt x="618" y="2187"/>
                  </a:lnTo>
                  <a:lnTo>
                    <a:pt x="695" y="2161"/>
                  </a:lnTo>
                  <a:lnTo>
                    <a:pt x="772" y="2135"/>
                  </a:lnTo>
                  <a:lnTo>
                    <a:pt x="824" y="2084"/>
                  </a:lnTo>
                  <a:lnTo>
                    <a:pt x="875" y="2007"/>
                  </a:lnTo>
                  <a:lnTo>
                    <a:pt x="927" y="1955"/>
                  </a:lnTo>
                  <a:lnTo>
                    <a:pt x="952" y="1853"/>
                  </a:lnTo>
                  <a:lnTo>
                    <a:pt x="952" y="1775"/>
                  </a:lnTo>
                  <a:lnTo>
                    <a:pt x="952" y="438"/>
                  </a:lnTo>
                  <a:lnTo>
                    <a:pt x="952" y="335"/>
                  </a:lnTo>
                  <a:lnTo>
                    <a:pt x="927" y="258"/>
                  </a:lnTo>
                  <a:lnTo>
                    <a:pt x="875" y="181"/>
                  </a:lnTo>
                  <a:lnTo>
                    <a:pt x="824" y="129"/>
                  </a:lnTo>
                  <a:lnTo>
                    <a:pt x="772" y="78"/>
                  </a:lnTo>
                  <a:lnTo>
                    <a:pt x="695" y="26"/>
                  </a:lnTo>
                  <a:lnTo>
                    <a:pt x="618"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2699;p54">
              <a:extLst>
                <a:ext uri="{FF2B5EF4-FFF2-40B4-BE49-F238E27FC236}">
                  <a16:creationId xmlns:a16="http://schemas.microsoft.com/office/drawing/2014/main" id="{92FABFD8-4CA0-59B2-85A7-B836E85D53BA}"/>
                </a:ext>
              </a:extLst>
            </p:cNvPr>
            <p:cNvSpPr/>
            <p:nvPr/>
          </p:nvSpPr>
          <p:spPr>
            <a:xfrm>
              <a:off x="4299425" y="4007438"/>
              <a:ext cx="23825" cy="77175"/>
            </a:xfrm>
            <a:custGeom>
              <a:avLst/>
              <a:gdLst/>
              <a:ahLst/>
              <a:cxnLst/>
              <a:rect l="l" t="t" r="r" b="b"/>
              <a:pathLst>
                <a:path w="953" h="3087" extrusionOk="0">
                  <a:moveTo>
                    <a:pt x="412" y="0"/>
                  </a:moveTo>
                  <a:lnTo>
                    <a:pt x="335" y="26"/>
                  </a:lnTo>
                  <a:lnTo>
                    <a:pt x="258" y="26"/>
                  </a:lnTo>
                  <a:lnTo>
                    <a:pt x="180" y="77"/>
                  </a:lnTo>
                  <a:lnTo>
                    <a:pt x="103" y="129"/>
                  </a:lnTo>
                  <a:lnTo>
                    <a:pt x="52" y="180"/>
                  </a:lnTo>
                  <a:lnTo>
                    <a:pt x="26" y="258"/>
                  </a:lnTo>
                  <a:lnTo>
                    <a:pt x="0" y="335"/>
                  </a:lnTo>
                  <a:lnTo>
                    <a:pt x="0" y="438"/>
                  </a:lnTo>
                  <a:lnTo>
                    <a:pt x="0" y="2675"/>
                  </a:lnTo>
                  <a:lnTo>
                    <a:pt x="0" y="2753"/>
                  </a:lnTo>
                  <a:lnTo>
                    <a:pt x="26" y="2830"/>
                  </a:lnTo>
                  <a:lnTo>
                    <a:pt x="52" y="2907"/>
                  </a:lnTo>
                  <a:lnTo>
                    <a:pt x="103" y="2958"/>
                  </a:lnTo>
                  <a:lnTo>
                    <a:pt x="180" y="3010"/>
                  </a:lnTo>
                  <a:lnTo>
                    <a:pt x="258" y="3061"/>
                  </a:lnTo>
                  <a:lnTo>
                    <a:pt x="335" y="3087"/>
                  </a:lnTo>
                  <a:lnTo>
                    <a:pt x="592" y="3087"/>
                  </a:lnTo>
                  <a:lnTo>
                    <a:pt x="695" y="3061"/>
                  </a:lnTo>
                  <a:lnTo>
                    <a:pt x="746" y="3010"/>
                  </a:lnTo>
                  <a:lnTo>
                    <a:pt x="824" y="2958"/>
                  </a:lnTo>
                  <a:lnTo>
                    <a:pt x="875" y="2907"/>
                  </a:lnTo>
                  <a:lnTo>
                    <a:pt x="901" y="2830"/>
                  </a:lnTo>
                  <a:lnTo>
                    <a:pt x="926" y="2753"/>
                  </a:lnTo>
                  <a:lnTo>
                    <a:pt x="952" y="2675"/>
                  </a:lnTo>
                  <a:lnTo>
                    <a:pt x="952" y="438"/>
                  </a:lnTo>
                  <a:lnTo>
                    <a:pt x="926" y="335"/>
                  </a:lnTo>
                  <a:lnTo>
                    <a:pt x="901" y="258"/>
                  </a:lnTo>
                  <a:lnTo>
                    <a:pt x="875" y="180"/>
                  </a:lnTo>
                  <a:lnTo>
                    <a:pt x="824" y="129"/>
                  </a:lnTo>
                  <a:lnTo>
                    <a:pt x="746" y="77"/>
                  </a:lnTo>
                  <a:lnTo>
                    <a:pt x="695" y="26"/>
                  </a:lnTo>
                  <a:lnTo>
                    <a:pt x="592" y="26"/>
                  </a:lnTo>
                  <a:lnTo>
                    <a:pt x="515"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2700;p54">
              <a:extLst>
                <a:ext uri="{FF2B5EF4-FFF2-40B4-BE49-F238E27FC236}">
                  <a16:creationId xmlns:a16="http://schemas.microsoft.com/office/drawing/2014/main" id="{237932BD-5D2E-F922-62CA-D7A6BD2A8A8C}"/>
                </a:ext>
              </a:extLst>
            </p:cNvPr>
            <p:cNvSpPr/>
            <p:nvPr/>
          </p:nvSpPr>
          <p:spPr>
            <a:xfrm>
              <a:off x="4347000" y="4015138"/>
              <a:ext cx="23825" cy="69475"/>
            </a:xfrm>
            <a:custGeom>
              <a:avLst/>
              <a:gdLst/>
              <a:ahLst/>
              <a:cxnLst/>
              <a:rect l="l" t="t" r="r" b="b"/>
              <a:pathLst>
                <a:path w="953" h="2779" extrusionOk="0">
                  <a:moveTo>
                    <a:pt x="335" y="1"/>
                  </a:moveTo>
                  <a:lnTo>
                    <a:pt x="258" y="27"/>
                  </a:lnTo>
                  <a:lnTo>
                    <a:pt x="181" y="78"/>
                  </a:lnTo>
                  <a:lnTo>
                    <a:pt x="130" y="130"/>
                  </a:lnTo>
                  <a:lnTo>
                    <a:pt x="78" y="181"/>
                  </a:lnTo>
                  <a:lnTo>
                    <a:pt x="27" y="258"/>
                  </a:lnTo>
                  <a:lnTo>
                    <a:pt x="1" y="335"/>
                  </a:lnTo>
                  <a:lnTo>
                    <a:pt x="1" y="438"/>
                  </a:lnTo>
                  <a:lnTo>
                    <a:pt x="1" y="2367"/>
                  </a:lnTo>
                  <a:lnTo>
                    <a:pt x="1" y="2445"/>
                  </a:lnTo>
                  <a:lnTo>
                    <a:pt x="27" y="2522"/>
                  </a:lnTo>
                  <a:lnTo>
                    <a:pt x="78" y="2599"/>
                  </a:lnTo>
                  <a:lnTo>
                    <a:pt x="130" y="2650"/>
                  </a:lnTo>
                  <a:lnTo>
                    <a:pt x="181" y="2702"/>
                  </a:lnTo>
                  <a:lnTo>
                    <a:pt x="258" y="2753"/>
                  </a:lnTo>
                  <a:lnTo>
                    <a:pt x="335" y="2779"/>
                  </a:lnTo>
                  <a:lnTo>
                    <a:pt x="618" y="2779"/>
                  </a:lnTo>
                  <a:lnTo>
                    <a:pt x="695" y="2753"/>
                  </a:lnTo>
                  <a:lnTo>
                    <a:pt x="773" y="2702"/>
                  </a:lnTo>
                  <a:lnTo>
                    <a:pt x="824" y="2650"/>
                  </a:lnTo>
                  <a:lnTo>
                    <a:pt x="875" y="2599"/>
                  </a:lnTo>
                  <a:lnTo>
                    <a:pt x="927" y="2522"/>
                  </a:lnTo>
                  <a:lnTo>
                    <a:pt x="953" y="2445"/>
                  </a:lnTo>
                  <a:lnTo>
                    <a:pt x="953" y="2367"/>
                  </a:lnTo>
                  <a:lnTo>
                    <a:pt x="953" y="438"/>
                  </a:lnTo>
                  <a:lnTo>
                    <a:pt x="953" y="335"/>
                  </a:lnTo>
                  <a:lnTo>
                    <a:pt x="927" y="258"/>
                  </a:lnTo>
                  <a:lnTo>
                    <a:pt x="875" y="181"/>
                  </a:lnTo>
                  <a:lnTo>
                    <a:pt x="824" y="130"/>
                  </a:lnTo>
                  <a:lnTo>
                    <a:pt x="773" y="78"/>
                  </a:lnTo>
                  <a:lnTo>
                    <a:pt x="695" y="27"/>
                  </a:lnTo>
                  <a:lnTo>
                    <a:pt x="618"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2701;p54">
              <a:extLst>
                <a:ext uri="{FF2B5EF4-FFF2-40B4-BE49-F238E27FC236}">
                  <a16:creationId xmlns:a16="http://schemas.microsoft.com/office/drawing/2014/main" id="{B0AFB071-C00A-6B2D-10BA-8539811B7285}"/>
                </a:ext>
              </a:extLst>
            </p:cNvPr>
            <p:cNvSpPr/>
            <p:nvPr/>
          </p:nvSpPr>
          <p:spPr>
            <a:xfrm>
              <a:off x="4323225" y="3995213"/>
              <a:ext cx="23800" cy="81700"/>
            </a:xfrm>
            <a:custGeom>
              <a:avLst/>
              <a:gdLst/>
              <a:ahLst/>
              <a:cxnLst/>
              <a:rect l="l" t="t" r="r" b="b"/>
              <a:pathLst>
                <a:path w="952" h="3268" extrusionOk="0">
                  <a:moveTo>
                    <a:pt x="335" y="1"/>
                  </a:moveTo>
                  <a:lnTo>
                    <a:pt x="257" y="26"/>
                  </a:lnTo>
                  <a:lnTo>
                    <a:pt x="180" y="78"/>
                  </a:lnTo>
                  <a:lnTo>
                    <a:pt x="129" y="129"/>
                  </a:lnTo>
                  <a:lnTo>
                    <a:pt x="77" y="181"/>
                  </a:lnTo>
                  <a:lnTo>
                    <a:pt x="26" y="258"/>
                  </a:lnTo>
                  <a:lnTo>
                    <a:pt x="0" y="335"/>
                  </a:lnTo>
                  <a:lnTo>
                    <a:pt x="0" y="438"/>
                  </a:lnTo>
                  <a:lnTo>
                    <a:pt x="0" y="2830"/>
                  </a:lnTo>
                  <a:lnTo>
                    <a:pt x="0" y="2933"/>
                  </a:lnTo>
                  <a:lnTo>
                    <a:pt x="26" y="3010"/>
                  </a:lnTo>
                  <a:lnTo>
                    <a:pt x="77" y="3087"/>
                  </a:lnTo>
                  <a:lnTo>
                    <a:pt x="129" y="3139"/>
                  </a:lnTo>
                  <a:lnTo>
                    <a:pt x="180" y="3190"/>
                  </a:lnTo>
                  <a:lnTo>
                    <a:pt x="257" y="3242"/>
                  </a:lnTo>
                  <a:lnTo>
                    <a:pt x="335" y="3242"/>
                  </a:lnTo>
                  <a:lnTo>
                    <a:pt x="412" y="3267"/>
                  </a:lnTo>
                  <a:lnTo>
                    <a:pt x="515" y="3267"/>
                  </a:lnTo>
                  <a:lnTo>
                    <a:pt x="618" y="3242"/>
                  </a:lnTo>
                  <a:lnTo>
                    <a:pt x="695" y="3242"/>
                  </a:lnTo>
                  <a:lnTo>
                    <a:pt x="746" y="3190"/>
                  </a:lnTo>
                  <a:lnTo>
                    <a:pt x="823" y="3139"/>
                  </a:lnTo>
                  <a:lnTo>
                    <a:pt x="875" y="3087"/>
                  </a:lnTo>
                  <a:lnTo>
                    <a:pt x="900" y="3010"/>
                  </a:lnTo>
                  <a:lnTo>
                    <a:pt x="926" y="2933"/>
                  </a:lnTo>
                  <a:lnTo>
                    <a:pt x="952" y="2830"/>
                  </a:lnTo>
                  <a:lnTo>
                    <a:pt x="952" y="438"/>
                  </a:lnTo>
                  <a:lnTo>
                    <a:pt x="926" y="335"/>
                  </a:lnTo>
                  <a:lnTo>
                    <a:pt x="900" y="258"/>
                  </a:lnTo>
                  <a:lnTo>
                    <a:pt x="875" y="181"/>
                  </a:lnTo>
                  <a:lnTo>
                    <a:pt x="823" y="129"/>
                  </a:lnTo>
                  <a:lnTo>
                    <a:pt x="746" y="78"/>
                  </a:lnTo>
                  <a:lnTo>
                    <a:pt x="695" y="26"/>
                  </a:lnTo>
                  <a:lnTo>
                    <a:pt x="618"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2702;p54">
              <a:extLst>
                <a:ext uri="{FF2B5EF4-FFF2-40B4-BE49-F238E27FC236}">
                  <a16:creationId xmlns:a16="http://schemas.microsoft.com/office/drawing/2014/main" id="{BDC61837-60E1-3A42-0C6C-F7727407F77F}"/>
                </a:ext>
              </a:extLst>
            </p:cNvPr>
            <p:cNvSpPr/>
            <p:nvPr/>
          </p:nvSpPr>
          <p:spPr>
            <a:xfrm>
              <a:off x="4377875" y="4037013"/>
              <a:ext cx="16750" cy="55325"/>
            </a:xfrm>
            <a:custGeom>
              <a:avLst/>
              <a:gdLst/>
              <a:ahLst/>
              <a:cxnLst/>
              <a:rect l="l" t="t" r="r" b="b"/>
              <a:pathLst>
                <a:path w="670" h="2213" extrusionOk="0">
                  <a:moveTo>
                    <a:pt x="129" y="1"/>
                  </a:moveTo>
                  <a:lnTo>
                    <a:pt x="1" y="26"/>
                  </a:lnTo>
                  <a:lnTo>
                    <a:pt x="129" y="78"/>
                  </a:lnTo>
                  <a:lnTo>
                    <a:pt x="206" y="181"/>
                  </a:lnTo>
                  <a:lnTo>
                    <a:pt x="284" y="309"/>
                  </a:lnTo>
                  <a:lnTo>
                    <a:pt x="309" y="438"/>
                  </a:lnTo>
                  <a:lnTo>
                    <a:pt x="309" y="1775"/>
                  </a:lnTo>
                  <a:lnTo>
                    <a:pt x="284" y="1904"/>
                  </a:lnTo>
                  <a:lnTo>
                    <a:pt x="206" y="2033"/>
                  </a:lnTo>
                  <a:lnTo>
                    <a:pt x="129" y="2135"/>
                  </a:lnTo>
                  <a:lnTo>
                    <a:pt x="1" y="2187"/>
                  </a:lnTo>
                  <a:lnTo>
                    <a:pt x="129" y="2213"/>
                  </a:lnTo>
                  <a:lnTo>
                    <a:pt x="258" y="2213"/>
                  </a:lnTo>
                  <a:lnTo>
                    <a:pt x="335" y="2187"/>
                  </a:lnTo>
                  <a:lnTo>
                    <a:pt x="412" y="2161"/>
                  </a:lnTo>
                  <a:lnTo>
                    <a:pt x="489" y="2135"/>
                  </a:lnTo>
                  <a:lnTo>
                    <a:pt x="541" y="2084"/>
                  </a:lnTo>
                  <a:lnTo>
                    <a:pt x="592" y="2007"/>
                  </a:lnTo>
                  <a:lnTo>
                    <a:pt x="644" y="1930"/>
                  </a:lnTo>
                  <a:lnTo>
                    <a:pt x="669" y="1853"/>
                  </a:lnTo>
                  <a:lnTo>
                    <a:pt x="669" y="1775"/>
                  </a:lnTo>
                  <a:lnTo>
                    <a:pt x="669" y="438"/>
                  </a:lnTo>
                  <a:lnTo>
                    <a:pt x="669" y="361"/>
                  </a:lnTo>
                  <a:lnTo>
                    <a:pt x="644" y="258"/>
                  </a:lnTo>
                  <a:lnTo>
                    <a:pt x="592" y="206"/>
                  </a:lnTo>
                  <a:lnTo>
                    <a:pt x="541" y="129"/>
                  </a:lnTo>
                  <a:lnTo>
                    <a:pt x="489" y="78"/>
                  </a:lnTo>
                  <a:lnTo>
                    <a:pt x="412" y="26"/>
                  </a:lnTo>
                  <a:lnTo>
                    <a:pt x="335"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2703;p54">
              <a:extLst>
                <a:ext uri="{FF2B5EF4-FFF2-40B4-BE49-F238E27FC236}">
                  <a16:creationId xmlns:a16="http://schemas.microsoft.com/office/drawing/2014/main" id="{7481D5E5-AB33-6CE2-C299-C9FC23266A33}"/>
                </a:ext>
              </a:extLst>
            </p:cNvPr>
            <p:cNvSpPr/>
            <p:nvPr/>
          </p:nvSpPr>
          <p:spPr>
            <a:xfrm>
              <a:off x="4306500" y="4007438"/>
              <a:ext cx="16750" cy="77175"/>
            </a:xfrm>
            <a:custGeom>
              <a:avLst/>
              <a:gdLst/>
              <a:ahLst/>
              <a:cxnLst/>
              <a:rect l="l" t="t" r="r" b="b"/>
              <a:pathLst>
                <a:path w="670" h="3087" extrusionOk="0">
                  <a:moveTo>
                    <a:pt x="129" y="0"/>
                  </a:moveTo>
                  <a:lnTo>
                    <a:pt x="0" y="26"/>
                  </a:lnTo>
                  <a:lnTo>
                    <a:pt x="129" y="77"/>
                  </a:lnTo>
                  <a:lnTo>
                    <a:pt x="206" y="180"/>
                  </a:lnTo>
                  <a:lnTo>
                    <a:pt x="283" y="309"/>
                  </a:lnTo>
                  <a:lnTo>
                    <a:pt x="309" y="438"/>
                  </a:lnTo>
                  <a:lnTo>
                    <a:pt x="309" y="2650"/>
                  </a:lnTo>
                  <a:lnTo>
                    <a:pt x="283" y="2804"/>
                  </a:lnTo>
                  <a:lnTo>
                    <a:pt x="206" y="2907"/>
                  </a:lnTo>
                  <a:lnTo>
                    <a:pt x="129" y="3010"/>
                  </a:lnTo>
                  <a:lnTo>
                    <a:pt x="0" y="3087"/>
                  </a:lnTo>
                  <a:lnTo>
                    <a:pt x="335" y="3087"/>
                  </a:lnTo>
                  <a:lnTo>
                    <a:pt x="412" y="3061"/>
                  </a:lnTo>
                  <a:lnTo>
                    <a:pt x="489" y="3010"/>
                  </a:lnTo>
                  <a:lnTo>
                    <a:pt x="541" y="2958"/>
                  </a:lnTo>
                  <a:lnTo>
                    <a:pt x="592" y="2907"/>
                  </a:lnTo>
                  <a:lnTo>
                    <a:pt x="618" y="2830"/>
                  </a:lnTo>
                  <a:lnTo>
                    <a:pt x="643" y="2753"/>
                  </a:lnTo>
                  <a:lnTo>
                    <a:pt x="669" y="2650"/>
                  </a:lnTo>
                  <a:lnTo>
                    <a:pt x="669" y="438"/>
                  </a:lnTo>
                  <a:lnTo>
                    <a:pt x="643" y="360"/>
                  </a:lnTo>
                  <a:lnTo>
                    <a:pt x="618" y="283"/>
                  </a:lnTo>
                  <a:lnTo>
                    <a:pt x="592" y="206"/>
                  </a:lnTo>
                  <a:lnTo>
                    <a:pt x="541" y="129"/>
                  </a:lnTo>
                  <a:lnTo>
                    <a:pt x="489" y="77"/>
                  </a:lnTo>
                  <a:lnTo>
                    <a:pt x="412" y="52"/>
                  </a:lnTo>
                  <a:lnTo>
                    <a:pt x="335" y="26"/>
                  </a:lnTo>
                  <a:lnTo>
                    <a:pt x="258"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2704;p54">
              <a:extLst>
                <a:ext uri="{FF2B5EF4-FFF2-40B4-BE49-F238E27FC236}">
                  <a16:creationId xmlns:a16="http://schemas.microsoft.com/office/drawing/2014/main" id="{0048D73B-718B-1068-688A-EDD3C12DF035}"/>
                </a:ext>
              </a:extLst>
            </p:cNvPr>
            <p:cNvSpPr/>
            <p:nvPr/>
          </p:nvSpPr>
          <p:spPr>
            <a:xfrm>
              <a:off x="4354075" y="4015138"/>
              <a:ext cx="16750" cy="69475"/>
            </a:xfrm>
            <a:custGeom>
              <a:avLst/>
              <a:gdLst/>
              <a:ahLst/>
              <a:cxnLst/>
              <a:rect l="l" t="t" r="r" b="b"/>
              <a:pathLst>
                <a:path w="670" h="2779" extrusionOk="0">
                  <a:moveTo>
                    <a:pt x="129" y="1"/>
                  </a:moveTo>
                  <a:lnTo>
                    <a:pt x="1" y="27"/>
                  </a:lnTo>
                  <a:lnTo>
                    <a:pt x="129" y="78"/>
                  </a:lnTo>
                  <a:lnTo>
                    <a:pt x="207" y="181"/>
                  </a:lnTo>
                  <a:lnTo>
                    <a:pt x="284" y="284"/>
                  </a:lnTo>
                  <a:lnTo>
                    <a:pt x="310" y="438"/>
                  </a:lnTo>
                  <a:lnTo>
                    <a:pt x="310" y="2342"/>
                  </a:lnTo>
                  <a:lnTo>
                    <a:pt x="284" y="2496"/>
                  </a:lnTo>
                  <a:lnTo>
                    <a:pt x="207" y="2599"/>
                  </a:lnTo>
                  <a:lnTo>
                    <a:pt x="129" y="2702"/>
                  </a:lnTo>
                  <a:lnTo>
                    <a:pt x="1" y="2779"/>
                  </a:lnTo>
                  <a:lnTo>
                    <a:pt x="335" y="2779"/>
                  </a:lnTo>
                  <a:lnTo>
                    <a:pt x="412" y="2753"/>
                  </a:lnTo>
                  <a:lnTo>
                    <a:pt x="490" y="2702"/>
                  </a:lnTo>
                  <a:lnTo>
                    <a:pt x="541" y="2650"/>
                  </a:lnTo>
                  <a:lnTo>
                    <a:pt x="592" y="2599"/>
                  </a:lnTo>
                  <a:lnTo>
                    <a:pt x="644" y="2522"/>
                  </a:lnTo>
                  <a:lnTo>
                    <a:pt x="670" y="2445"/>
                  </a:lnTo>
                  <a:lnTo>
                    <a:pt x="670" y="2342"/>
                  </a:lnTo>
                  <a:lnTo>
                    <a:pt x="670" y="438"/>
                  </a:lnTo>
                  <a:lnTo>
                    <a:pt x="670" y="361"/>
                  </a:lnTo>
                  <a:lnTo>
                    <a:pt x="644" y="258"/>
                  </a:lnTo>
                  <a:lnTo>
                    <a:pt x="592" y="181"/>
                  </a:lnTo>
                  <a:lnTo>
                    <a:pt x="541" y="130"/>
                  </a:lnTo>
                  <a:lnTo>
                    <a:pt x="490" y="78"/>
                  </a:lnTo>
                  <a:lnTo>
                    <a:pt x="412" y="27"/>
                  </a:lnTo>
                  <a:lnTo>
                    <a:pt x="335"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 name="Google Shape;2705;p54">
              <a:extLst>
                <a:ext uri="{FF2B5EF4-FFF2-40B4-BE49-F238E27FC236}">
                  <a16:creationId xmlns:a16="http://schemas.microsoft.com/office/drawing/2014/main" id="{FF39DD4F-5FF5-6EA3-7600-D9F25FA22B0E}"/>
                </a:ext>
              </a:extLst>
            </p:cNvPr>
            <p:cNvSpPr/>
            <p:nvPr/>
          </p:nvSpPr>
          <p:spPr>
            <a:xfrm>
              <a:off x="4330300" y="3995213"/>
              <a:ext cx="16725" cy="81700"/>
            </a:xfrm>
            <a:custGeom>
              <a:avLst/>
              <a:gdLst/>
              <a:ahLst/>
              <a:cxnLst/>
              <a:rect l="l" t="t" r="r" b="b"/>
              <a:pathLst>
                <a:path w="669" h="3268" extrusionOk="0">
                  <a:moveTo>
                    <a:pt x="129" y="1"/>
                  </a:moveTo>
                  <a:lnTo>
                    <a:pt x="0" y="26"/>
                  </a:lnTo>
                  <a:lnTo>
                    <a:pt x="129" y="78"/>
                  </a:lnTo>
                  <a:lnTo>
                    <a:pt x="206" y="181"/>
                  </a:lnTo>
                  <a:lnTo>
                    <a:pt x="283" y="309"/>
                  </a:lnTo>
                  <a:lnTo>
                    <a:pt x="309" y="438"/>
                  </a:lnTo>
                  <a:lnTo>
                    <a:pt x="309" y="2830"/>
                  </a:lnTo>
                  <a:lnTo>
                    <a:pt x="283" y="2959"/>
                  </a:lnTo>
                  <a:lnTo>
                    <a:pt x="206" y="3087"/>
                  </a:lnTo>
                  <a:lnTo>
                    <a:pt x="129" y="3190"/>
                  </a:lnTo>
                  <a:lnTo>
                    <a:pt x="0" y="3242"/>
                  </a:lnTo>
                  <a:lnTo>
                    <a:pt x="129" y="3267"/>
                  </a:lnTo>
                  <a:lnTo>
                    <a:pt x="257" y="3267"/>
                  </a:lnTo>
                  <a:lnTo>
                    <a:pt x="335" y="3242"/>
                  </a:lnTo>
                  <a:lnTo>
                    <a:pt x="412" y="3216"/>
                  </a:lnTo>
                  <a:lnTo>
                    <a:pt x="489" y="3190"/>
                  </a:lnTo>
                  <a:lnTo>
                    <a:pt x="540" y="3139"/>
                  </a:lnTo>
                  <a:lnTo>
                    <a:pt x="592" y="3062"/>
                  </a:lnTo>
                  <a:lnTo>
                    <a:pt x="643" y="2984"/>
                  </a:lnTo>
                  <a:lnTo>
                    <a:pt x="643" y="2907"/>
                  </a:lnTo>
                  <a:lnTo>
                    <a:pt x="669" y="2830"/>
                  </a:lnTo>
                  <a:lnTo>
                    <a:pt x="669" y="438"/>
                  </a:lnTo>
                  <a:lnTo>
                    <a:pt x="643" y="361"/>
                  </a:lnTo>
                  <a:lnTo>
                    <a:pt x="643" y="258"/>
                  </a:lnTo>
                  <a:lnTo>
                    <a:pt x="592" y="206"/>
                  </a:lnTo>
                  <a:lnTo>
                    <a:pt x="540" y="129"/>
                  </a:lnTo>
                  <a:lnTo>
                    <a:pt x="489" y="78"/>
                  </a:lnTo>
                  <a:lnTo>
                    <a:pt x="412" y="26"/>
                  </a:lnTo>
                  <a:lnTo>
                    <a:pt x="335"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2706;p54">
              <a:extLst>
                <a:ext uri="{FF2B5EF4-FFF2-40B4-BE49-F238E27FC236}">
                  <a16:creationId xmlns:a16="http://schemas.microsoft.com/office/drawing/2014/main" id="{1100C806-1E88-D0C8-2830-3980A7250B5B}"/>
                </a:ext>
              </a:extLst>
            </p:cNvPr>
            <p:cNvSpPr/>
            <p:nvPr/>
          </p:nvSpPr>
          <p:spPr>
            <a:xfrm>
              <a:off x="4275625" y="4047938"/>
              <a:ext cx="25750" cy="45700"/>
            </a:xfrm>
            <a:custGeom>
              <a:avLst/>
              <a:gdLst/>
              <a:ahLst/>
              <a:cxnLst/>
              <a:rect l="l" t="t" r="r" b="b"/>
              <a:pathLst>
                <a:path w="1030" h="1828" extrusionOk="0">
                  <a:moveTo>
                    <a:pt x="464" y="1"/>
                  </a:moveTo>
                  <a:lnTo>
                    <a:pt x="258" y="27"/>
                  </a:lnTo>
                  <a:lnTo>
                    <a:pt x="387" y="78"/>
                  </a:lnTo>
                  <a:lnTo>
                    <a:pt x="464" y="181"/>
                  </a:lnTo>
                  <a:lnTo>
                    <a:pt x="515" y="284"/>
                  </a:lnTo>
                  <a:lnTo>
                    <a:pt x="541" y="412"/>
                  </a:lnTo>
                  <a:lnTo>
                    <a:pt x="567" y="1184"/>
                  </a:lnTo>
                  <a:lnTo>
                    <a:pt x="541" y="1261"/>
                  </a:lnTo>
                  <a:lnTo>
                    <a:pt x="515" y="1338"/>
                  </a:lnTo>
                  <a:lnTo>
                    <a:pt x="489" y="1390"/>
                  </a:lnTo>
                  <a:lnTo>
                    <a:pt x="412" y="1441"/>
                  </a:lnTo>
                  <a:lnTo>
                    <a:pt x="361" y="1467"/>
                  </a:lnTo>
                  <a:lnTo>
                    <a:pt x="232" y="1467"/>
                  </a:lnTo>
                  <a:lnTo>
                    <a:pt x="155" y="1441"/>
                  </a:lnTo>
                  <a:lnTo>
                    <a:pt x="1" y="1390"/>
                  </a:lnTo>
                  <a:lnTo>
                    <a:pt x="1" y="1518"/>
                  </a:lnTo>
                  <a:lnTo>
                    <a:pt x="1" y="1801"/>
                  </a:lnTo>
                  <a:lnTo>
                    <a:pt x="206" y="1827"/>
                  </a:lnTo>
                  <a:lnTo>
                    <a:pt x="387" y="1827"/>
                  </a:lnTo>
                  <a:lnTo>
                    <a:pt x="567" y="1776"/>
                  </a:lnTo>
                  <a:lnTo>
                    <a:pt x="721" y="1724"/>
                  </a:lnTo>
                  <a:lnTo>
                    <a:pt x="952" y="1596"/>
                  </a:lnTo>
                  <a:lnTo>
                    <a:pt x="1030" y="1518"/>
                  </a:lnTo>
                  <a:lnTo>
                    <a:pt x="1004" y="1467"/>
                  </a:lnTo>
                  <a:lnTo>
                    <a:pt x="952" y="1467"/>
                  </a:lnTo>
                  <a:lnTo>
                    <a:pt x="952" y="1313"/>
                  </a:lnTo>
                  <a:lnTo>
                    <a:pt x="952" y="412"/>
                  </a:lnTo>
                  <a:lnTo>
                    <a:pt x="927" y="284"/>
                  </a:lnTo>
                  <a:lnTo>
                    <a:pt x="850" y="155"/>
                  </a:lnTo>
                  <a:lnTo>
                    <a:pt x="772" y="78"/>
                  </a:lnTo>
                  <a:lnTo>
                    <a:pt x="644" y="27"/>
                  </a:lnTo>
                  <a:lnTo>
                    <a:pt x="464"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707;p54">
              <a:extLst>
                <a:ext uri="{FF2B5EF4-FFF2-40B4-BE49-F238E27FC236}">
                  <a16:creationId xmlns:a16="http://schemas.microsoft.com/office/drawing/2014/main" id="{5305DC8F-8BDC-8DDA-F7E7-F238DB67946D}"/>
                </a:ext>
              </a:extLst>
            </p:cNvPr>
            <p:cNvSpPr/>
            <p:nvPr/>
          </p:nvSpPr>
          <p:spPr>
            <a:xfrm>
              <a:off x="4291700" y="4168838"/>
              <a:ext cx="97125" cy="187800"/>
            </a:xfrm>
            <a:custGeom>
              <a:avLst/>
              <a:gdLst/>
              <a:ahLst/>
              <a:cxnLst/>
              <a:rect l="l" t="t" r="r" b="b"/>
              <a:pathLst>
                <a:path w="3885" h="7512" extrusionOk="0">
                  <a:moveTo>
                    <a:pt x="1" y="1"/>
                  </a:moveTo>
                  <a:lnTo>
                    <a:pt x="1" y="7511"/>
                  </a:lnTo>
                  <a:lnTo>
                    <a:pt x="3885" y="7511"/>
                  </a:lnTo>
                  <a:lnTo>
                    <a:pt x="3885" y="1"/>
                  </a:lnTo>
                  <a:close/>
                </a:path>
              </a:pathLst>
            </a:custGeom>
            <a:solidFill>
              <a:srgbClr val="6E5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708;p54">
              <a:extLst>
                <a:ext uri="{FF2B5EF4-FFF2-40B4-BE49-F238E27FC236}">
                  <a16:creationId xmlns:a16="http://schemas.microsoft.com/office/drawing/2014/main" id="{257197E9-3485-FCFA-8B8D-C85CF8591159}"/>
                </a:ext>
              </a:extLst>
            </p:cNvPr>
            <p:cNvSpPr/>
            <p:nvPr/>
          </p:nvSpPr>
          <p:spPr>
            <a:xfrm>
              <a:off x="4291700" y="4338613"/>
              <a:ext cx="97125" cy="18025"/>
            </a:xfrm>
            <a:custGeom>
              <a:avLst/>
              <a:gdLst/>
              <a:ahLst/>
              <a:cxnLst/>
              <a:rect l="l" t="t" r="r" b="b"/>
              <a:pathLst>
                <a:path w="3885" h="721" extrusionOk="0">
                  <a:moveTo>
                    <a:pt x="1" y="0"/>
                  </a:moveTo>
                  <a:lnTo>
                    <a:pt x="1" y="720"/>
                  </a:lnTo>
                  <a:lnTo>
                    <a:pt x="3885" y="720"/>
                  </a:lnTo>
                  <a:lnTo>
                    <a:pt x="3885"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709;p54">
              <a:extLst>
                <a:ext uri="{FF2B5EF4-FFF2-40B4-BE49-F238E27FC236}">
                  <a16:creationId xmlns:a16="http://schemas.microsoft.com/office/drawing/2014/main" id="{4C14CFA5-63F5-F6CC-07D5-06B75C6AF2CD}"/>
                </a:ext>
              </a:extLst>
            </p:cNvPr>
            <p:cNvSpPr/>
            <p:nvPr/>
          </p:nvSpPr>
          <p:spPr>
            <a:xfrm>
              <a:off x="4220975" y="4237638"/>
              <a:ext cx="120925" cy="119000"/>
            </a:xfrm>
            <a:custGeom>
              <a:avLst/>
              <a:gdLst/>
              <a:ahLst/>
              <a:cxnLst/>
              <a:rect l="l" t="t" r="r" b="b"/>
              <a:pathLst>
                <a:path w="4837" h="4760" extrusionOk="0">
                  <a:moveTo>
                    <a:pt x="3036" y="1"/>
                  </a:moveTo>
                  <a:lnTo>
                    <a:pt x="2778" y="52"/>
                  </a:lnTo>
                  <a:lnTo>
                    <a:pt x="2495" y="104"/>
                  </a:lnTo>
                  <a:lnTo>
                    <a:pt x="2238" y="181"/>
                  </a:lnTo>
                  <a:lnTo>
                    <a:pt x="1827" y="361"/>
                  </a:lnTo>
                  <a:lnTo>
                    <a:pt x="1672" y="412"/>
                  </a:lnTo>
                  <a:lnTo>
                    <a:pt x="1518" y="515"/>
                  </a:lnTo>
                  <a:lnTo>
                    <a:pt x="1389" y="618"/>
                  </a:lnTo>
                  <a:lnTo>
                    <a:pt x="1286" y="747"/>
                  </a:lnTo>
                  <a:lnTo>
                    <a:pt x="1184" y="824"/>
                  </a:lnTo>
                  <a:lnTo>
                    <a:pt x="1081" y="901"/>
                  </a:lnTo>
                  <a:lnTo>
                    <a:pt x="978" y="927"/>
                  </a:lnTo>
                  <a:lnTo>
                    <a:pt x="849" y="953"/>
                  </a:lnTo>
                  <a:lnTo>
                    <a:pt x="0" y="953"/>
                  </a:lnTo>
                  <a:lnTo>
                    <a:pt x="0" y="4219"/>
                  </a:lnTo>
                  <a:lnTo>
                    <a:pt x="103" y="4219"/>
                  </a:lnTo>
                  <a:lnTo>
                    <a:pt x="360" y="4245"/>
                  </a:lnTo>
                  <a:lnTo>
                    <a:pt x="643" y="4296"/>
                  </a:lnTo>
                  <a:lnTo>
                    <a:pt x="875" y="4374"/>
                  </a:lnTo>
                  <a:lnTo>
                    <a:pt x="1106" y="4528"/>
                  </a:lnTo>
                  <a:lnTo>
                    <a:pt x="1286" y="4631"/>
                  </a:lnTo>
                  <a:lnTo>
                    <a:pt x="1492" y="4708"/>
                  </a:lnTo>
                  <a:lnTo>
                    <a:pt x="1724" y="4759"/>
                  </a:lnTo>
                  <a:lnTo>
                    <a:pt x="4244" y="4759"/>
                  </a:lnTo>
                  <a:lnTo>
                    <a:pt x="3370" y="953"/>
                  </a:lnTo>
                  <a:lnTo>
                    <a:pt x="4502" y="953"/>
                  </a:lnTo>
                  <a:lnTo>
                    <a:pt x="4579" y="927"/>
                  </a:lnTo>
                  <a:lnTo>
                    <a:pt x="4656" y="875"/>
                  </a:lnTo>
                  <a:lnTo>
                    <a:pt x="4708" y="824"/>
                  </a:lnTo>
                  <a:lnTo>
                    <a:pt x="4759" y="773"/>
                  </a:lnTo>
                  <a:lnTo>
                    <a:pt x="4810" y="695"/>
                  </a:lnTo>
                  <a:lnTo>
                    <a:pt x="4836" y="618"/>
                  </a:lnTo>
                  <a:lnTo>
                    <a:pt x="4836" y="515"/>
                  </a:lnTo>
                  <a:lnTo>
                    <a:pt x="4836" y="412"/>
                  </a:lnTo>
                  <a:lnTo>
                    <a:pt x="4836" y="335"/>
                  </a:lnTo>
                  <a:lnTo>
                    <a:pt x="4810" y="258"/>
                  </a:lnTo>
                  <a:lnTo>
                    <a:pt x="4759" y="181"/>
                  </a:lnTo>
                  <a:lnTo>
                    <a:pt x="4708" y="129"/>
                  </a:lnTo>
                  <a:lnTo>
                    <a:pt x="4656" y="78"/>
                  </a:lnTo>
                  <a:lnTo>
                    <a:pt x="4579" y="27"/>
                  </a:lnTo>
                  <a:lnTo>
                    <a:pt x="4502"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710;p54">
              <a:extLst>
                <a:ext uri="{FF2B5EF4-FFF2-40B4-BE49-F238E27FC236}">
                  <a16:creationId xmlns:a16="http://schemas.microsoft.com/office/drawing/2014/main" id="{FEC9E907-2816-5047-2562-62EC375464BA}"/>
                </a:ext>
              </a:extLst>
            </p:cNvPr>
            <p:cNvSpPr/>
            <p:nvPr/>
          </p:nvSpPr>
          <p:spPr>
            <a:xfrm>
              <a:off x="4291075" y="4261438"/>
              <a:ext cx="36025" cy="95200"/>
            </a:xfrm>
            <a:custGeom>
              <a:avLst/>
              <a:gdLst/>
              <a:ahLst/>
              <a:cxnLst/>
              <a:rect l="l" t="t" r="r" b="b"/>
              <a:pathLst>
                <a:path w="1441" h="3808" extrusionOk="0">
                  <a:moveTo>
                    <a:pt x="386" y="1"/>
                  </a:moveTo>
                  <a:lnTo>
                    <a:pt x="309" y="155"/>
                  </a:lnTo>
                  <a:lnTo>
                    <a:pt x="283" y="335"/>
                  </a:lnTo>
                  <a:lnTo>
                    <a:pt x="283" y="464"/>
                  </a:lnTo>
                  <a:lnTo>
                    <a:pt x="309" y="592"/>
                  </a:lnTo>
                  <a:lnTo>
                    <a:pt x="360" y="721"/>
                  </a:lnTo>
                  <a:lnTo>
                    <a:pt x="412" y="849"/>
                  </a:lnTo>
                  <a:lnTo>
                    <a:pt x="514" y="952"/>
                  </a:lnTo>
                  <a:lnTo>
                    <a:pt x="566" y="1029"/>
                  </a:lnTo>
                  <a:lnTo>
                    <a:pt x="592" y="1107"/>
                  </a:lnTo>
                  <a:lnTo>
                    <a:pt x="617" y="1184"/>
                  </a:lnTo>
                  <a:lnTo>
                    <a:pt x="617" y="1287"/>
                  </a:lnTo>
                  <a:lnTo>
                    <a:pt x="617" y="1338"/>
                  </a:lnTo>
                  <a:lnTo>
                    <a:pt x="617" y="1467"/>
                  </a:lnTo>
                  <a:lnTo>
                    <a:pt x="617" y="1518"/>
                  </a:lnTo>
                  <a:lnTo>
                    <a:pt x="617" y="1621"/>
                  </a:lnTo>
                  <a:lnTo>
                    <a:pt x="592" y="1698"/>
                  </a:lnTo>
                  <a:lnTo>
                    <a:pt x="566" y="1775"/>
                  </a:lnTo>
                  <a:lnTo>
                    <a:pt x="514" y="1853"/>
                  </a:lnTo>
                  <a:lnTo>
                    <a:pt x="412" y="1955"/>
                  </a:lnTo>
                  <a:lnTo>
                    <a:pt x="360" y="2084"/>
                  </a:lnTo>
                  <a:lnTo>
                    <a:pt x="309" y="2213"/>
                  </a:lnTo>
                  <a:lnTo>
                    <a:pt x="283" y="2341"/>
                  </a:lnTo>
                  <a:lnTo>
                    <a:pt x="283" y="2470"/>
                  </a:lnTo>
                  <a:lnTo>
                    <a:pt x="309" y="2547"/>
                  </a:lnTo>
                  <a:lnTo>
                    <a:pt x="309" y="2650"/>
                  </a:lnTo>
                  <a:lnTo>
                    <a:pt x="283" y="2727"/>
                  </a:lnTo>
                  <a:lnTo>
                    <a:pt x="232" y="2804"/>
                  </a:lnTo>
                  <a:lnTo>
                    <a:pt x="180" y="2881"/>
                  </a:lnTo>
                  <a:lnTo>
                    <a:pt x="103" y="2984"/>
                  </a:lnTo>
                  <a:lnTo>
                    <a:pt x="51" y="3087"/>
                  </a:lnTo>
                  <a:lnTo>
                    <a:pt x="26" y="3216"/>
                  </a:lnTo>
                  <a:lnTo>
                    <a:pt x="0" y="3370"/>
                  </a:lnTo>
                  <a:lnTo>
                    <a:pt x="0" y="3499"/>
                  </a:lnTo>
                  <a:lnTo>
                    <a:pt x="26" y="3653"/>
                  </a:lnTo>
                  <a:lnTo>
                    <a:pt x="77" y="3807"/>
                  </a:lnTo>
                  <a:lnTo>
                    <a:pt x="1440" y="3807"/>
                  </a:lnTo>
                  <a:lnTo>
                    <a:pt x="1440"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711;p54">
              <a:extLst>
                <a:ext uri="{FF2B5EF4-FFF2-40B4-BE49-F238E27FC236}">
                  <a16:creationId xmlns:a16="http://schemas.microsoft.com/office/drawing/2014/main" id="{EA414699-6B44-25EB-8042-7017D98C6836}"/>
                </a:ext>
              </a:extLst>
            </p:cNvPr>
            <p:cNvSpPr/>
            <p:nvPr/>
          </p:nvSpPr>
          <p:spPr>
            <a:xfrm>
              <a:off x="4220975" y="4331538"/>
              <a:ext cx="106125" cy="25100"/>
            </a:xfrm>
            <a:custGeom>
              <a:avLst/>
              <a:gdLst/>
              <a:ahLst/>
              <a:cxnLst/>
              <a:rect l="l" t="t" r="r" b="b"/>
              <a:pathLst>
                <a:path w="4245" h="1004" extrusionOk="0">
                  <a:moveTo>
                    <a:pt x="0" y="0"/>
                  </a:moveTo>
                  <a:lnTo>
                    <a:pt x="0" y="463"/>
                  </a:lnTo>
                  <a:lnTo>
                    <a:pt x="103" y="463"/>
                  </a:lnTo>
                  <a:lnTo>
                    <a:pt x="360" y="489"/>
                  </a:lnTo>
                  <a:lnTo>
                    <a:pt x="643" y="540"/>
                  </a:lnTo>
                  <a:lnTo>
                    <a:pt x="875" y="618"/>
                  </a:lnTo>
                  <a:lnTo>
                    <a:pt x="1106" y="772"/>
                  </a:lnTo>
                  <a:lnTo>
                    <a:pt x="1286" y="875"/>
                  </a:lnTo>
                  <a:lnTo>
                    <a:pt x="1492" y="952"/>
                  </a:lnTo>
                  <a:lnTo>
                    <a:pt x="1724" y="1003"/>
                  </a:lnTo>
                  <a:lnTo>
                    <a:pt x="4244" y="1003"/>
                  </a:lnTo>
                  <a:lnTo>
                    <a:pt x="4167" y="566"/>
                  </a:lnTo>
                  <a:lnTo>
                    <a:pt x="1929" y="566"/>
                  </a:lnTo>
                  <a:lnTo>
                    <a:pt x="1724" y="540"/>
                  </a:lnTo>
                  <a:lnTo>
                    <a:pt x="1492" y="489"/>
                  </a:lnTo>
                  <a:lnTo>
                    <a:pt x="1286" y="412"/>
                  </a:lnTo>
                  <a:lnTo>
                    <a:pt x="1106" y="309"/>
                  </a:lnTo>
                  <a:lnTo>
                    <a:pt x="875" y="180"/>
                  </a:lnTo>
                  <a:lnTo>
                    <a:pt x="643" y="77"/>
                  </a:lnTo>
                  <a:lnTo>
                    <a:pt x="360" y="26"/>
                  </a:lnTo>
                  <a:lnTo>
                    <a:pt x="103"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712;p54">
              <a:extLst>
                <a:ext uri="{FF2B5EF4-FFF2-40B4-BE49-F238E27FC236}">
                  <a16:creationId xmlns:a16="http://schemas.microsoft.com/office/drawing/2014/main" id="{954EE8D2-712D-C32B-91D8-EB2819AD7A63}"/>
                </a:ext>
              </a:extLst>
            </p:cNvPr>
            <p:cNvSpPr/>
            <p:nvPr/>
          </p:nvSpPr>
          <p:spPr>
            <a:xfrm>
              <a:off x="4297500" y="4332813"/>
              <a:ext cx="55325" cy="23825"/>
            </a:xfrm>
            <a:custGeom>
              <a:avLst/>
              <a:gdLst/>
              <a:ahLst/>
              <a:cxnLst/>
              <a:rect l="l" t="t" r="r" b="b"/>
              <a:pathLst>
                <a:path w="2213" h="953" extrusionOk="0">
                  <a:moveTo>
                    <a:pt x="438" y="1"/>
                  </a:moveTo>
                  <a:lnTo>
                    <a:pt x="335" y="26"/>
                  </a:lnTo>
                  <a:lnTo>
                    <a:pt x="257" y="26"/>
                  </a:lnTo>
                  <a:lnTo>
                    <a:pt x="180" y="78"/>
                  </a:lnTo>
                  <a:lnTo>
                    <a:pt x="129" y="129"/>
                  </a:lnTo>
                  <a:lnTo>
                    <a:pt x="77" y="207"/>
                  </a:lnTo>
                  <a:lnTo>
                    <a:pt x="26" y="258"/>
                  </a:lnTo>
                  <a:lnTo>
                    <a:pt x="26" y="335"/>
                  </a:lnTo>
                  <a:lnTo>
                    <a:pt x="0" y="438"/>
                  </a:lnTo>
                  <a:lnTo>
                    <a:pt x="0" y="541"/>
                  </a:lnTo>
                  <a:lnTo>
                    <a:pt x="26" y="618"/>
                  </a:lnTo>
                  <a:lnTo>
                    <a:pt x="26" y="695"/>
                  </a:lnTo>
                  <a:lnTo>
                    <a:pt x="77" y="772"/>
                  </a:lnTo>
                  <a:lnTo>
                    <a:pt x="129" y="824"/>
                  </a:lnTo>
                  <a:lnTo>
                    <a:pt x="180" y="875"/>
                  </a:lnTo>
                  <a:lnTo>
                    <a:pt x="257" y="927"/>
                  </a:lnTo>
                  <a:lnTo>
                    <a:pt x="335" y="952"/>
                  </a:lnTo>
                  <a:lnTo>
                    <a:pt x="1878" y="952"/>
                  </a:lnTo>
                  <a:lnTo>
                    <a:pt x="1955" y="927"/>
                  </a:lnTo>
                  <a:lnTo>
                    <a:pt x="2032" y="875"/>
                  </a:lnTo>
                  <a:lnTo>
                    <a:pt x="2084" y="824"/>
                  </a:lnTo>
                  <a:lnTo>
                    <a:pt x="2135" y="772"/>
                  </a:lnTo>
                  <a:lnTo>
                    <a:pt x="2187" y="695"/>
                  </a:lnTo>
                  <a:lnTo>
                    <a:pt x="2212" y="618"/>
                  </a:lnTo>
                  <a:lnTo>
                    <a:pt x="2212" y="541"/>
                  </a:lnTo>
                  <a:lnTo>
                    <a:pt x="2212" y="438"/>
                  </a:lnTo>
                  <a:lnTo>
                    <a:pt x="2212" y="335"/>
                  </a:lnTo>
                  <a:lnTo>
                    <a:pt x="2187" y="258"/>
                  </a:lnTo>
                  <a:lnTo>
                    <a:pt x="2135" y="207"/>
                  </a:lnTo>
                  <a:lnTo>
                    <a:pt x="2084" y="129"/>
                  </a:lnTo>
                  <a:lnTo>
                    <a:pt x="2032" y="78"/>
                  </a:lnTo>
                  <a:lnTo>
                    <a:pt x="1955" y="26"/>
                  </a:lnTo>
                  <a:lnTo>
                    <a:pt x="1878" y="26"/>
                  </a:lnTo>
                  <a:lnTo>
                    <a:pt x="1775"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713;p54">
              <a:extLst>
                <a:ext uri="{FF2B5EF4-FFF2-40B4-BE49-F238E27FC236}">
                  <a16:creationId xmlns:a16="http://schemas.microsoft.com/office/drawing/2014/main" id="{D0373FF0-A0E2-D8C5-BB7F-46A0F705D7CF}"/>
                </a:ext>
              </a:extLst>
            </p:cNvPr>
            <p:cNvSpPr/>
            <p:nvPr/>
          </p:nvSpPr>
          <p:spPr>
            <a:xfrm>
              <a:off x="4305200" y="4261438"/>
              <a:ext cx="77200" cy="23825"/>
            </a:xfrm>
            <a:custGeom>
              <a:avLst/>
              <a:gdLst/>
              <a:ahLst/>
              <a:cxnLst/>
              <a:rect l="l" t="t" r="r" b="b"/>
              <a:pathLst>
                <a:path w="3088" h="953" extrusionOk="0">
                  <a:moveTo>
                    <a:pt x="335" y="1"/>
                  </a:moveTo>
                  <a:lnTo>
                    <a:pt x="258" y="26"/>
                  </a:lnTo>
                  <a:lnTo>
                    <a:pt x="181" y="78"/>
                  </a:lnTo>
                  <a:lnTo>
                    <a:pt x="104" y="129"/>
                  </a:lnTo>
                  <a:lnTo>
                    <a:pt x="52" y="181"/>
                  </a:lnTo>
                  <a:lnTo>
                    <a:pt x="27" y="258"/>
                  </a:lnTo>
                  <a:lnTo>
                    <a:pt x="1" y="335"/>
                  </a:lnTo>
                  <a:lnTo>
                    <a:pt x="1" y="438"/>
                  </a:lnTo>
                  <a:lnTo>
                    <a:pt x="1" y="515"/>
                  </a:lnTo>
                  <a:lnTo>
                    <a:pt x="1" y="618"/>
                  </a:lnTo>
                  <a:lnTo>
                    <a:pt x="27" y="695"/>
                  </a:lnTo>
                  <a:lnTo>
                    <a:pt x="52" y="772"/>
                  </a:lnTo>
                  <a:lnTo>
                    <a:pt x="104" y="824"/>
                  </a:lnTo>
                  <a:lnTo>
                    <a:pt x="181" y="875"/>
                  </a:lnTo>
                  <a:lnTo>
                    <a:pt x="258" y="927"/>
                  </a:lnTo>
                  <a:lnTo>
                    <a:pt x="335" y="952"/>
                  </a:lnTo>
                  <a:lnTo>
                    <a:pt x="2728" y="952"/>
                  </a:lnTo>
                  <a:lnTo>
                    <a:pt x="2830" y="927"/>
                  </a:lnTo>
                  <a:lnTo>
                    <a:pt x="2882" y="875"/>
                  </a:lnTo>
                  <a:lnTo>
                    <a:pt x="2959" y="824"/>
                  </a:lnTo>
                  <a:lnTo>
                    <a:pt x="3010" y="772"/>
                  </a:lnTo>
                  <a:lnTo>
                    <a:pt x="3036" y="695"/>
                  </a:lnTo>
                  <a:lnTo>
                    <a:pt x="3062" y="618"/>
                  </a:lnTo>
                  <a:lnTo>
                    <a:pt x="3088" y="515"/>
                  </a:lnTo>
                  <a:lnTo>
                    <a:pt x="3088" y="438"/>
                  </a:lnTo>
                  <a:lnTo>
                    <a:pt x="3062" y="335"/>
                  </a:lnTo>
                  <a:lnTo>
                    <a:pt x="3036" y="258"/>
                  </a:lnTo>
                  <a:lnTo>
                    <a:pt x="3010" y="181"/>
                  </a:lnTo>
                  <a:lnTo>
                    <a:pt x="2959" y="129"/>
                  </a:lnTo>
                  <a:lnTo>
                    <a:pt x="2882" y="78"/>
                  </a:lnTo>
                  <a:lnTo>
                    <a:pt x="2830" y="26"/>
                  </a:lnTo>
                  <a:lnTo>
                    <a:pt x="2728"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714;p54">
              <a:extLst>
                <a:ext uri="{FF2B5EF4-FFF2-40B4-BE49-F238E27FC236}">
                  <a16:creationId xmlns:a16="http://schemas.microsoft.com/office/drawing/2014/main" id="{59819C48-BCCA-6C9C-C618-795DF8BAE305}"/>
                </a:ext>
              </a:extLst>
            </p:cNvPr>
            <p:cNvSpPr/>
            <p:nvPr/>
          </p:nvSpPr>
          <p:spPr>
            <a:xfrm>
              <a:off x="4305200" y="4309038"/>
              <a:ext cx="69475" cy="23800"/>
            </a:xfrm>
            <a:custGeom>
              <a:avLst/>
              <a:gdLst/>
              <a:ahLst/>
              <a:cxnLst/>
              <a:rect l="l" t="t" r="r" b="b"/>
              <a:pathLst>
                <a:path w="2779" h="952" extrusionOk="0">
                  <a:moveTo>
                    <a:pt x="335" y="0"/>
                  </a:moveTo>
                  <a:lnTo>
                    <a:pt x="258" y="26"/>
                  </a:lnTo>
                  <a:lnTo>
                    <a:pt x="181" y="77"/>
                  </a:lnTo>
                  <a:lnTo>
                    <a:pt x="104" y="129"/>
                  </a:lnTo>
                  <a:lnTo>
                    <a:pt x="52" y="180"/>
                  </a:lnTo>
                  <a:lnTo>
                    <a:pt x="27" y="257"/>
                  </a:lnTo>
                  <a:lnTo>
                    <a:pt x="1" y="334"/>
                  </a:lnTo>
                  <a:lnTo>
                    <a:pt x="1" y="437"/>
                  </a:lnTo>
                  <a:lnTo>
                    <a:pt x="1" y="540"/>
                  </a:lnTo>
                  <a:lnTo>
                    <a:pt x="1" y="617"/>
                  </a:lnTo>
                  <a:lnTo>
                    <a:pt x="27" y="695"/>
                  </a:lnTo>
                  <a:lnTo>
                    <a:pt x="52" y="772"/>
                  </a:lnTo>
                  <a:lnTo>
                    <a:pt x="104" y="823"/>
                  </a:lnTo>
                  <a:lnTo>
                    <a:pt x="181" y="875"/>
                  </a:lnTo>
                  <a:lnTo>
                    <a:pt x="258" y="926"/>
                  </a:lnTo>
                  <a:lnTo>
                    <a:pt x="335" y="952"/>
                  </a:lnTo>
                  <a:lnTo>
                    <a:pt x="2445" y="952"/>
                  </a:lnTo>
                  <a:lnTo>
                    <a:pt x="2522" y="926"/>
                  </a:lnTo>
                  <a:lnTo>
                    <a:pt x="2599" y="875"/>
                  </a:lnTo>
                  <a:lnTo>
                    <a:pt x="2650" y="823"/>
                  </a:lnTo>
                  <a:lnTo>
                    <a:pt x="2702" y="772"/>
                  </a:lnTo>
                  <a:lnTo>
                    <a:pt x="2753" y="695"/>
                  </a:lnTo>
                  <a:lnTo>
                    <a:pt x="2779" y="617"/>
                  </a:lnTo>
                  <a:lnTo>
                    <a:pt x="2779" y="540"/>
                  </a:lnTo>
                  <a:lnTo>
                    <a:pt x="2779" y="437"/>
                  </a:lnTo>
                  <a:lnTo>
                    <a:pt x="2779" y="334"/>
                  </a:lnTo>
                  <a:lnTo>
                    <a:pt x="2753" y="257"/>
                  </a:lnTo>
                  <a:lnTo>
                    <a:pt x="2702" y="180"/>
                  </a:lnTo>
                  <a:lnTo>
                    <a:pt x="2650" y="129"/>
                  </a:lnTo>
                  <a:lnTo>
                    <a:pt x="2599" y="77"/>
                  </a:lnTo>
                  <a:lnTo>
                    <a:pt x="2522" y="26"/>
                  </a:lnTo>
                  <a:lnTo>
                    <a:pt x="2445"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715;p54">
              <a:extLst>
                <a:ext uri="{FF2B5EF4-FFF2-40B4-BE49-F238E27FC236}">
                  <a16:creationId xmlns:a16="http://schemas.microsoft.com/office/drawing/2014/main" id="{4680C221-A531-8C60-DEEC-9DFCD5954030}"/>
                </a:ext>
              </a:extLst>
            </p:cNvPr>
            <p:cNvSpPr/>
            <p:nvPr/>
          </p:nvSpPr>
          <p:spPr>
            <a:xfrm>
              <a:off x="4312925" y="4285238"/>
              <a:ext cx="81700" cy="23825"/>
            </a:xfrm>
            <a:custGeom>
              <a:avLst/>
              <a:gdLst/>
              <a:ahLst/>
              <a:cxnLst/>
              <a:rect l="l" t="t" r="r" b="b"/>
              <a:pathLst>
                <a:path w="3268" h="953" extrusionOk="0">
                  <a:moveTo>
                    <a:pt x="335" y="0"/>
                  </a:moveTo>
                  <a:lnTo>
                    <a:pt x="258" y="26"/>
                  </a:lnTo>
                  <a:lnTo>
                    <a:pt x="181" y="77"/>
                  </a:lnTo>
                  <a:lnTo>
                    <a:pt x="129" y="129"/>
                  </a:lnTo>
                  <a:lnTo>
                    <a:pt x="78" y="180"/>
                  </a:lnTo>
                  <a:lnTo>
                    <a:pt x="26" y="258"/>
                  </a:lnTo>
                  <a:lnTo>
                    <a:pt x="1" y="335"/>
                  </a:lnTo>
                  <a:lnTo>
                    <a:pt x="1" y="438"/>
                  </a:lnTo>
                  <a:lnTo>
                    <a:pt x="1" y="540"/>
                  </a:lnTo>
                  <a:lnTo>
                    <a:pt x="1" y="618"/>
                  </a:lnTo>
                  <a:lnTo>
                    <a:pt x="26" y="695"/>
                  </a:lnTo>
                  <a:lnTo>
                    <a:pt x="78" y="772"/>
                  </a:lnTo>
                  <a:lnTo>
                    <a:pt x="129" y="823"/>
                  </a:lnTo>
                  <a:lnTo>
                    <a:pt x="181" y="875"/>
                  </a:lnTo>
                  <a:lnTo>
                    <a:pt x="258" y="926"/>
                  </a:lnTo>
                  <a:lnTo>
                    <a:pt x="335" y="952"/>
                  </a:lnTo>
                  <a:lnTo>
                    <a:pt x="2933" y="952"/>
                  </a:lnTo>
                  <a:lnTo>
                    <a:pt x="3010" y="926"/>
                  </a:lnTo>
                  <a:lnTo>
                    <a:pt x="3087" y="875"/>
                  </a:lnTo>
                  <a:lnTo>
                    <a:pt x="3139" y="823"/>
                  </a:lnTo>
                  <a:lnTo>
                    <a:pt x="3190" y="772"/>
                  </a:lnTo>
                  <a:lnTo>
                    <a:pt x="3242" y="695"/>
                  </a:lnTo>
                  <a:lnTo>
                    <a:pt x="3267" y="618"/>
                  </a:lnTo>
                  <a:lnTo>
                    <a:pt x="3267" y="540"/>
                  </a:lnTo>
                  <a:lnTo>
                    <a:pt x="3267" y="438"/>
                  </a:lnTo>
                  <a:lnTo>
                    <a:pt x="3267" y="335"/>
                  </a:lnTo>
                  <a:lnTo>
                    <a:pt x="3242" y="258"/>
                  </a:lnTo>
                  <a:lnTo>
                    <a:pt x="3190" y="180"/>
                  </a:lnTo>
                  <a:lnTo>
                    <a:pt x="3139" y="129"/>
                  </a:lnTo>
                  <a:lnTo>
                    <a:pt x="3087" y="77"/>
                  </a:lnTo>
                  <a:lnTo>
                    <a:pt x="3010" y="26"/>
                  </a:lnTo>
                  <a:lnTo>
                    <a:pt x="2933"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716;p54">
              <a:extLst>
                <a:ext uri="{FF2B5EF4-FFF2-40B4-BE49-F238E27FC236}">
                  <a16:creationId xmlns:a16="http://schemas.microsoft.com/office/drawing/2014/main" id="{3D80ABB7-5958-0D18-A3C5-A4B8C877E983}"/>
                </a:ext>
              </a:extLst>
            </p:cNvPr>
            <p:cNvSpPr/>
            <p:nvPr/>
          </p:nvSpPr>
          <p:spPr>
            <a:xfrm>
              <a:off x="4297500" y="4340538"/>
              <a:ext cx="55325" cy="16100"/>
            </a:xfrm>
            <a:custGeom>
              <a:avLst/>
              <a:gdLst/>
              <a:ahLst/>
              <a:cxnLst/>
              <a:rect l="l" t="t" r="r" b="b"/>
              <a:pathLst>
                <a:path w="2213" h="644" extrusionOk="0">
                  <a:moveTo>
                    <a:pt x="26" y="0"/>
                  </a:moveTo>
                  <a:lnTo>
                    <a:pt x="0" y="103"/>
                  </a:lnTo>
                  <a:lnTo>
                    <a:pt x="0" y="232"/>
                  </a:lnTo>
                  <a:lnTo>
                    <a:pt x="26" y="309"/>
                  </a:lnTo>
                  <a:lnTo>
                    <a:pt x="52" y="386"/>
                  </a:lnTo>
                  <a:lnTo>
                    <a:pt x="77" y="463"/>
                  </a:lnTo>
                  <a:lnTo>
                    <a:pt x="129" y="541"/>
                  </a:lnTo>
                  <a:lnTo>
                    <a:pt x="206" y="592"/>
                  </a:lnTo>
                  <a:lnTo>
                    <a:pt x="283" y="618"/>
                  </a:lnTo>
                  <a:lnTo>
                    <a:pt x="360" y="643"/>
                  </a:lnTo>
                  <a:lnTo>
                    <a:pt x="1852" y="643"/>
                  </a:lnTo>
                  <a:lnTo>
                    <a:pt x="1929" y="618"/>
                  </a:lnTo>
                  <a:lnTo>
                    <a:pt x="2007" y="592"/>
                  </a:lnTo>
                  <a:lnTo>
                    <a:pt x="2084" y="541"/>
                  </a:lnTo>
                  <a:lnTo>
                    <a:pt x="2135" y="463"/>
                  </a:lnTo>
                  <a:lnTo>
                    <a:pt x="2187" y="386"/>
                  </a:lnTo>
                  <a:lnTo>
                    <a:pt x="2212" y="309"/>
                  </a:lnTo>
                  <a:lnTo>
                    <a:pt x="2212" y="232"/>
                  </a:lnTo>
                  <a:lnTo>
                    <a:pt x="2212" y="103"/>
                  </a:lnTo>
                  <a:lnTo>
                    <a:pt x="2187" y="0"/>
                  </a:lnTo>
                  <a:lnTo>
                    <a:pt x="2135" y="103"/>
                  </a:lnTo>
                  <a:lnTo>
                    <a:pt x="2032" y="206"/>
                  </a:lnTo>
                  <a:lnTo>
                    <a:pt x="1904" y="258"/>
                  </a:lnTo>
                  <a:lnTo>
                    <a:pt x="1775" y="283"/>
                  </a:lnTo>
                  <a:lnTo>
                    <a:pt x="438" y="283"/>
                  </a:lnTo>
                  <a:lnTo>
                    <a:pt x="309" y="258"/>
                  </a:lnTo>
                  <a:lnTo>
                    <a:pt x="180" y="206"/>
                  </a:lnTo>
                  <a:lnTo>
                    <a:pt x="77" y="103"/>
                  </a:lnTo>
                  <a:lnTo>
                    <a:pt x="26"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717;p54">
              <a:extLst>
                <a:ext uri="{FF2B5EF4-FFF2-40B4-BE49-F238E27FC236}">
                  <a16:creationId xmlns:a16="http://schemas.microsoft.com/office/drawing/2014/main" id="{B3A35BE1-7E17-7649-7720-9787BE10336A}"/>
                </a:ext>
              </a:extLst>
            </p:cNvPr>
            <p:cNvSpPr/>
            <p:nvPr/>
          </p:nvSpPr>
          <p:spPr>
            <a:xfrm>
              <a:off x="4305200" y="4268513"/>
              <a:ext cx="77200" cy="16750"/>
            </a:xfrm>
            <a:custGeom>
              <a:avLst/>
              <a:gdLst/>
              <a:ahLst/>
              <a:cxnLst/>
              <a:rect l="l" t="t" r="r" b="b"/>
              <a:pathLst>
                <a:path w="3088" h="670" extrusionOk="0">
                  <a:moveTo>
                    <a:pt x="1" y="1"/>
                  </a:moveTo>
                  <a:lnTo>
                    <a:pt x="1" y="129"/>
                  </a:lnTo>
                  <a:lnTo>
                    <a:pt x="1" y="258"/>
                  </a:lnTo>
                  <a:lnTo>
                    <a:pt x="1" y="335"/>
                  </a:lnTo>
                  <a:lnTo>
                    <a:pt x="27" y="412"/>
                  </a:lnTo>
                  <a:lnTo>
                    <a:pt x="78" y="489"/>
                  </a:lnTo>
                  <a:lnTo>
                    <a:pt x="130" y="541"/>
                  </a:lnTo>
                  <a:lnTo>
                    <a:pt x="181" y="592"/>
                  </a:lnTo>
                  <a:lnTo>
                    <a:pt x="258" y="644"/>
                  </a:lnTo>
                  <a:lnTo>
                    <a:pt x="335" y="669"/>
                  </a:lnTo>
                  <a:lnTo>
                    <a:pt x="2728" y="669"/>
                  </a:lnTo>
                  <a:lnTo>
                    <a:pt x="2805" y="644"/>
                  </a:lnTo>
                  <a:lnTo>
                    <a:pt x="2882" y="592"/>
                  </a:lnTo>
                  <a:lnTo>
                    <a:pt x="2959" y="541"/>
                  </a:lnTo>
                  <a:lnTo>
                    <a:pt x="3010" y="489"/>
                  </a:lnTo>
                  <a:lnTo>
                    <a:pt x="3036" y="412"/>
                  </a:lnTo>
                  <a:lnTo>
                    <a:pt x="3062" y="335"/>
                  </a:lnTo>
                  <a:lnTo>
                    <a:pt x="3088" y="258"/>
                  </a:lnTo>
                  <a:lnTo>
                    <a:pt x="3088" y="129"/>
                  </a:lnTo>
                  <a:lnTo>
                    <a:pt x="3062" y="1"/>
                  </a:lnTo>
                  <a:lnTo>
                    <a:pt x="3010" y="129"/>
                  </a:lnTo>
                  <a:lnTo>
                    <a:pt x="2908" y="232"/>
                  </a:lnTo>
                  <a:lnTo>
                    <a:pt x="2779" y="283"/>
                  </a:lnTo>
                  <a:lnTo>
                    <a:pt x="2650" y="309"/>
                  </a:lnTo>
                  <a:lnTo>
                    <a:pt x="438" y="309"/>
                  </a:lnTo>
                  <a:lnTo>
                    <a:pt x="284" y="283"/>
                  </a:lnTo>
                  <a:lnTo>
                    <a:pt x="155" y="232"/>
                  </a:lnTo>
                  <a:lnTo>
                    <a:pt x="78" y="129"/>
                  </a:lnTo>
                  <a:lnTo>
                    <a:pt x="1"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718;p54">
              <a:extLst>
                <a:ext uri="{FF2B5EF4-FFF2-40B4-BE49-F238E27FC236}">
                  <a16:creationId xmlns:a16="http://schemas.microsoft.com/office/drawing/2014/main" id="{9E0291C3-4197-640B-D6DB-230CA543AEF1}"/>
                </a:ext>
              </a:extLst>
            </p:cNvPr>
            <p:cNvSpPr/>
            <p:nvPr/>
          </p:nvSpPr>
          <p:spPr>
            <a:xfrm>
              <a:off x="4305200" y="4316738"/>
              <a:ext cx="69475" cy="16100"/>
            </a:xfrm>
            <a:custGeom>
              <a:avLst/>
              <a:gdLst/>
              <a:ahLst/>
              <a:cxnLst/>
              <a:rect l="l" t="t" r="r" b="b"/>
              <a:pathLst>
                <a:path w="2779" h="644" extrusionOk="0">
                  <a:moveTo>
                    <a:pt x="1" y="1"/>
                  </a:moveTo>
                  <a:lnTo>
                    <a:pt x="1" y="104"/>
                  </a:lnTo>
                  <a:lnTo>
                    <a:pt x="1" y="232"/>
                  </a:lnTo>
                  <a:lnTo>
                    <a:pt x="1" y="309"/>
                  </a:lnTo>
                  <a:lnTo>
                    <a:pt x="27" y="387"/>
                  </a:lnTo>
                  <a:lnTo>
                    <a:pt x="78" y="464"/>
                  </a:lnTo>
                  <a:lnTo>
                    <a:pt x="130" y="515"/>
                  </a:lnTo>
                  <a:lnTo>
                    <a:pt x="181" y="567"/>
                  </a:lnTo>
                  <a:lnTo>
                    <a:pt x="258" y="618"/>
                  </a:lnTo>
                  <a:lnTo>
                    <a:pt x="335" y="644"/>
                  </a:lnTo>
                  <a:lnTo>
                    <a:pt x="2419" y="644"/>
                  </a:lnTo>
                  <a:lnTo>
                    <a:pt x="2522" y="618"/>
                  </a:lnTo>
                  <a:lnTo>
                    <a:pt x="2573" y="567"/>
                  </a:lnTo>
                  <a:lnTo>
                    <a:pt x="2650" y="515"/>
                  </a:lnTo>
                  <a:lnTo>
                    <a:pt x="2702" y="464"/>
                  </a:lnTo>
                  <a:lnTo>
                    <a:pt x="2753" y="387"/>
                  </a:lnTo>
                  <a:lnTo>
                    <a:pt x="2779" y="309"/>
                  </a:lnTo>
                  <a:lnTo>
                    <a:pt x="2779" y="232"/>
                  </a:lnTo>
                  <a:lnTo>
                    <a:pt x="2779" y="104"/>
                  </a:lnTo>
                  <a:lnTo>
                    <a:pt x="2753" y="1"/>
                  </a:lnTo>
                  <a:lnTo>
                    <a:pt x="2702" y="104"/>
                  </a:lnTo>
                  <a:lnTo>
                    <a:pt x="2599" y="206"/>
                  </a:lnTo>
                  <a:lnTo>
                    <a:pt x="2470" y="258"/>
                  </a:lnTo>
                  <a:lnTo>
                    <a:pt x="2342" y="284"/>
                  </a:lnTo>
                  <a:lnTo>
                    <a:pt x="438" y="284"/>
                  </a:lnTo>
                  <a:lnTo>
                    <a:pt x="284" y="258"/>
                  </a:lnTo>
                  <a:lnTo>
                    <a:pt x="155" y="206"/>
                  </a:lnTo>
                  <a:lnTo>
                    <a:pt x="78" y="104"/>
                  </a:lnTo>
                  <a:lnTo>
                    <a:pt x="1"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719;p54">
              <a:extLst>
                <a:ext uri="{FF2B5EF4-FFF2-40B4-BE49-F238E27FC236}">
                  <a16:creationId xmlns:a16="http://schemas.microsoft.com/office/drawing/2014/main" id="{4342283E-9535-D2CF-0104-762406F6A75F}"/>
                </a:ext>
              </a:extLst>
            </p:cNvPr>
            <p:cNvSpPr/>
            <p:nvPr/>
          </p:nvSpPr>
          <p:spPr>
            <a:xfrm>
              <a:off x="4312925" y="4292313"/>
              <a:ext cx="81700" cy="16750"/>
            </a:xfrm>
            <a:custGeom>
              <a:avLst/>
              <a:gdLst/>
              <a:ahLst/>
              <a:cxnLst/>
              <a:rect l="l" t="t" r="r" b="b"/>
              <a:pathLst>
                <a:path w="3268" h="670" extrusionOk="0">
                  <a:moveTo>
                    <a:pt x="26" y="0"/>
                  </a:moveTo>
                  <a:lnTo>
                    <a:pt x="1" y="129"/>
                  </a:lnTo>
                  <a:lnTo>
                    <a:pt x="1" y="257"/>
                  </a:lnTo>
                  <a:lnTo>
                    <a:pt x="1" y="335"/>
                  </a:lnTo>
                  <a:lnTo>
                    <a:pt x="26" y="412"/>
                  </a:lnTo>
                  <a:lnTo>
                    <a:pt x="78" y="489"/>
                  </a:lnTo>
                  <a:lnTo>
                    <a:pt x="129" y="540"/>
                  </a:lnTo>
                  <a:lnTo>
                    <a:pt x="206" y="592"/>
                  </a:lnTo>
                  <a:lnTo>
                    <a:pt x="284" y="643"/>
                  </a:lnTo>
                  <a:lnTo>
                    <a:pt x="361" y="669"/>
                  </a:lnTo>
                  <a:lnTo>
                    <a:pt x="2907" y="669"/>
                  </a:lnTo>
                  <a:lnTo>
                    <a:pt x="3010" y="643"/>
                  </a:lnTo>
                  <a:lnTo>
                    <a:pt x="3062" y="592"/>
                  </a:lnTo>
                  <a:lnTo>
                    <a:pt x="3139" y="540"/>
                  </a:lnTo>
                  <a:lnTo>
                    <a:pt x="3190" y="489"/>
                  </a:lnTo>
                  <a:lnTo>
                    <a:pt x="3242" y="412"/>
                  </a:lnTo>
                  <a:lnTo>
                    <a:pt x="3267" y="335"/>
                  </a:lnTo>
                  <a:lnTo>
                    <a:pt x="3267" y="257"/>
                  </a:lnTo>
                  <a:lnTo>
                    <a:pt x="3267" y="129"/>
                  </a:lnTo>
                  <a:lnTo>
                    <a:pt x="3242" y="0"/>
                  </a:lnTo>
                  <a:lnTo>
                    <a:pt x="3190" y="129"/>
                  </a:lnTo>
                  <a:lnTo>
                    <a:pt x="3087" y="232"/>
                  </a:lnTo>
                  <a:lnTo>
                    <a:pt x="2959" y="283"/>
                  </a:lnTo>
                  <a:lnTo>
                    <a:pt x="2830" y="309"/>
                  </a:lnTo>
                  <a:lnTo>
                    <a:pt x="438" y="309"/>
                  </a:lnTo>
                  <a:lnTo>
                    <a:pt x="309" y="283"/>
                  </a:lnTo>
                  <a:lnTo>
                    <a:pt x="181" y="232"/>
                  </a:lnTo>
                  <a:lnTo>
                    <a:pt x="78" y="129"/>
                  </a:lnTo>
                  <a:lnTo>
                    <a:pt x="26"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720;p54">
              <a:extLst>
                <a:ext uri="{FF2B5EF4-FFF2-40B4-BE49-F238E27FC236}">
                  <a16:creationId xmlns:a16="http://schemas.microsoft.com/office/drawing/2014/main" id="{A7B9EE97-1243-5EBA-AF03-6E4F5F5B64E9}"/>
                </a:ext>
              </a:extLst>
            </p:cNvPr>
            <p:cNvSpPr/>
            <p:nvPr/>
          </p:nvSpPr>
          <p:spPr>
            <a:xfrm>
              <a:off x="4296200" y="4237638"/>
              <a:ext cx="45700" cy="26400"/>
            </a:xfrm>
            <a:custGeom>
              <a:avLst/>
              <a:gdLst/>
              <a:ahLst/>
              <a:cxnLst/>
              <a:rect l="l" t="t" r="r" b="b"/>
              <a:pathLst>
                <a:path w="1828" h="1056" extrusionOk="0">
                  <a:moveTo>
                    <a:pt x="27" y="1"/>
                  </a:moveTo>
                  <a:lnTo>
                    <a:pt x="1" y="207"/>
                  </a:lnTo>
                  <a:lnTo>
                    <a:pt x="1" y="412"/>
                  </a:lnTo>
                  <a:lnTo>
                    <a:pt x="27" y="567"/>
                  </a:lnTo>
                  <a:lnTo>
                    <a:pt x="104" y="721"/>
                  </a:lnTo>
                  <a:lnTo>
                    <a:pt x="232" y="953"/>
                  </a:lnTo>
                  <a:lnTo>
                    <a:pt x="309" y="1055"/>
                  </a:lnTo>
                  <a:lnTo>
                    <a:pt x="361" y="1030"/>
                  </a:lnTo>
                  <a:lnTo>
                    <a:pt x="361" y="953"/>
                  </a:lnTo>
                  <a:lnTo>
                    <a:pt x="1416" y="953"/>
                  </a:lnTo>
                  <a:lnTo>
                    <a:pt x="1544" y="927"/>
                  </a:lnTo>
                  <a:lnTo>
                    <a:pt x="1647" y="875"/>
                  </a:lnTo>
                  <a:lnTo>
                    <a:pt x="1750" y="773"/>
                  </a:lnTo>
                  <a:lnTo>
                    <a:pt x="1801" y="644"/>
                  </a:lnTo>
                  <a:lnTo>
                    <a:pt x="1827" y="515"/>
                  </a:lnTo>
                  <a:lnTo>
                    <a:pt x="1827" y="412"/>
                  </a:lnTo>
                  <a:lnTo>
                    <a:pt x="1827" y="387"/>
                  </a:lnTo>
                  <a:lnTo>
                    <a:pt x="1827" y="361"/>
                  </a:lnTo>
                  <a:lnTo>
                    <a:pt x="1827" y="335"/>
                  </a:lnTo>
                  <a:lnTo>
                    <a:pt x="1827" y="310"/>
                  </a:lnTo>
                  <a:lnTo>
                    <a:pt x="1801" y="310"/>
                  </a:lnTo>
                  <a:lnTo>
                    <a:pt x="1801" y="284"/>
                  </a:lnTo>
                  <a:lnTo>
                    <a:pt x="1750" y="387"/>
                  </a:lnTo>
                  <a:lnTo>
                    <a:pt x="1647" y="490"/>
                  </a:lnTo>
                  <a:lnTo>
                    <a:pt x="1544" y="541"/>
                  </a:lnTo>
                  <a:lnTo>
                    <a:pt x="1416" y="567"/>
                  </a:lnTo>
                  <a:lnTo>
                    <a:pt x="644" y="567"/>
                  </a:lnTo>
                  <a:lnTo>
                    <a:pt x="567" y="541"/>
                  </a:lnTo>
                  <a:lnTo>
                    <a:pt x="490" y="515"/>
                  </a:lnTo>
                  <a:lnTo>
                    <a:pt x="438" y="490"/>
                  </a:lnTo>
                  <a:lnTo>
                    <a:pt x="387" y="438"/>
                  </a:lnTo>
                  <a:lnTo>
                    <a:pt x="361" y="361"/>
                  </a:lnTo>
                  <a:lnTo>
                    <a:pt x="361" y="310"/>
                  </a:lnTo>
                  <a:lnTo>
                    <a:pt x="361" y="232"/>
                  </a:lnTo>
                  <a:lnTo>
                    <a:pt x="361" y="155"/>
                  </a:lnTo>
                  <a:lnTo>
                    <a:pt x="412"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721;p54">
              <a:extLst>
                <a:ext uri="{FF2B5EF4-FFF2-40B4-BE49-F238E27FC236}">
                  <a16:creationId xmlns:a16="http://schemas.microsoft.com/office/drawing/2014/main" id="{88C9FA54-DBF9-E263-EDE1-E6916C3E8482}"/>
                </a:ext>
              </a:extLst>
            </p:cNvPr>
            <p:cNvSpPr/>
            <p:nvPr/>
          </p:nvSpPr>
          <p:spPr>
            <a:xfrm>
              <a:off x="4033200" y="4182988"/>
              <a:ext cx="118975" cy="120925"/>
            </a:xfrm>
            <a:custGeom>
              <a:avLst/>
              <a:gdLst/>
              <a:ahLst/>
              <a:cxnLst/>
              <a:rect l="l" t="t" r="r" b="b"/>
              <a:pathLst>
                <a:path w="4759" h="4837" extrusionOk="0">
                  <a:moveTo>
                    <a:pt x="541" y="0"/>
                  </a:moveTo>
                  <a:lnTo>
                    <a:pt x="541" y="129"/>
                  </a:lnTo>
                  <a:lnTo>
                    <a:pt x="515" y="386"/>
                  </a:lnTo>
                  <a:lnTo>
                    <a:pt x="463" y="644"/>
                  </a:lnTo>
                  <a:lnTo>
                    <a:pt x="360" y="901"/>
                  </a:lnTo>
                  <a:lnTo>
                    <a:pt x="232" y="1107"/>
                  </a:lnTo>
                  <a:lnTo>
                    <a:pt x="129" y="1312"/>
                  </a:lnTo>
                  <a:lnTo>
                    <a:pt x="52" y="1518"/>
                  </a:lnTo>
                  <a:lnTo>
                    <a:pt x="0" y="1724"/>
                  </a:lnTo>
                  <a:lnTo>
                    <a:pt x="0" y="1955"/>
                  </a:lnTo>
                  <a:lnTo>
                    <a:pt x="0" y="4245"/>
                  </a:lnTo>
                  <a:lnTo>
                    <a:pt x="3807" y="3370"/>
                  </a:lnTo>
                  <a:lnTo>
                    <a:pt x="3807" y="4425"/>
                  </a:lnTo>
                  <a:lnTo>
                    <a:pt x="3807" y="4502"/>
                  </a:lnTo>
                  <a:lnTo>
                    <a:pt x="3833" y="4579"/>
                  </a:lnTo>
                  <a:lnTo>
                    <a:pt x="3884" y="4656"/>
                  </a:lnTo>
                  <a:lnTo>
                    <a:pt x="3936" y="4733"/>
                  </a:lnTo>
                  <a:lnTo>
                    <a:pt x="3987" y="4785"/>
                  </a:lnTo>
                  <a:lnTo>
                    <a:pt x="4065" y="4811"/>
                  </a:lnTo>
                  <a:lnTo>
                    <a:pt x="4142" y="4836"/>
                  </a:lnTo>
                  <a:lnTo>
                    <a:pt x="4425" y="4836"/>
                  </a:lnTo>
                  <a:lnTo>
                    <a:pt x="4502" y="4811"/>
                  </a:lnTo>
                  <a:lnTo>
                    <a:pt x="4579" y="4785"/>
                  </a:lnTo>
                  <a:lnTo>
                    <a:pt x="4630" y="4733"/>
                  </a:lnTo>
                  <a:lnTo>
                    <a:pt x="4682" y="4656"/>
                  </a:lnTo>
                  <a:lnTo>
                    <a:pt x="4733" y="4579"/>
                  </a:lnTo>
                  <a:lnTo>
                    <a:pt x="4759" y="4502"/>
                  </a:lnTo>
                  <a:lnTo>
                    <a:pt x="4759" y="4425"/>
                  </a:lnTo>
                  <a:lnTo>
                    <a:pt x="4759" y="3319"/>
                  </a:lnTo>
                  <a:lnTo>
                    <a:pt x="4759" y="3036"/>
                  </a:lnTo>
                  <a:lnTo>
                    <a:pt x="4708" y="2778"/>
                  </a:lnTo>
                  <a:lnTo>
                    <a:pt x="4656" y="2521"/>
                  </a:lnTo>
                  <a:lnTo>
                    <a:pt x="4553" y="2238"/>
                  </a:lnTo>
                  <a:lnTo>
                    <a:pt x="4399" y="1827"/>
                  </a:lnTo>
                  <a:lnTo>
                    <a:pt x="4322" y="1672"/>
                  </a:lnTo>
                  <a:lnTo>
                    <a:pt x="4245" y="1518"/>
                  </a:lnTo>
                  <a:lnTo>
                    <a:pt x="4142" y="1389"/>
                  </a:lnTo>
                  <a:lnTo>
                    <a:pt x="4013" y="1287"/>
                  </a:lnTo>
                  <a:lnTo>
                    <a:pt x="3936" y="1209"/>
                  </a:lnTo>
                  <a:lnTo>
                    <a:pt x="3859" y="1081"/>
                  </a:lnTo>
                  <a:lnTo>
                    <a:pt x="3807" y="978"/>
                  </a:lnTo>
                  <a:lnTo>
                    <a:pt x="3807" y="849"/>
                  </a:lnTo>
                  <a:lnTo>
                    <a:pt x="3807"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722;p54">
              <a:extLst>
                <a:ext uri="{FF2B5EF4-FFF2-40B4-BE49-F238E27FC236}">
                  <a16:creationId xmlns:a16="http://schemas.microsoft.com/office/drawing/2014/main" id="{C599FFAA-5CE0-4D9E-C3CB-37D16521C9CD}"/>
                </a:ext>
              </a:extLst>
            </p:cNvPr>
            <p:cNvSpPr/>
            <p:nvPr/>
          </p:nvSpPr>
          <p:spPr>
            <a:xfrm>
              <a:off x="4033200" y="4253088"/>
              <a:ext cx="95200" cy="36025"/>
            </a:xfrm>
            <a:custGeom>
              <a:avLst/>
              <a:gdLst/>
              <a:ahLst/>
              <a:cxnLst/>
              <a:rect l="l" t="t" r="r" b="b"/>
              <a:pathLst>
                <a:path w="3808" h="1441" extrusionOk="0">
                  <a:moveTo>
                    <a:pt x="309" y="0"/>
                  </a:moveTo>
                  <a:lnTo>
                    <a:pt x="155" y="26"/>
                  </a:lnTo>
                  <a:lnTo>
                    <a:pt x="0" y="77"/>
                  </a:lnTo>
                  <a:lnTo>
                    <a:pt x="0" y="1441"/>
                  </a:lnTo>
                  <a:lnTo>
                    <a:pt x="3807" y="1441"/>
                  </a:lnTo>
                  <a:lnTo>
                    <a:pt x="3807" y="386"/>
                  </a:lnTo>
                  <a:lnTo>
                    <a:pt x="3653" y="335"/>
                  </a:lnTo>
                  <a:lnTo>
                    <a:pt x="3473" y="309"/>
                  </a:lnTo>
                  <a:lnTo>
                    <a:pt x="3216" y="309"/>
                  </a:lnTo>
                  <a:lnTo>
                    <a:pt x="3087" y="360"/>
                  </a:lnTo>
                  <a:lnTo>
                    <a:pt x="2958" y="437"/>
                  </a:lnTo>
                  <a:lnTo>
                    <a:pt x="2856" y="515"/>
                  </a:lnTo>
                  <a:lnTo>
                    <a:pt x="2778" y="566"/>
                  </a:lnTo>
                  <a:lnTo>
                    <a:pt x="2701" y="618"/>
                  </a:lnTo>
                  <a:lnTo>
                    <a:pt x="2110" y="618"/>
                  </a:lnTo>
                  <a:lnTo>
                    <a:pt x="2032" y="566"/>
                  </a:lnTo>
                  <a:lnTo>
                    <a:pt x="1955" y="515"/>
                  </a:lnTo>
                  <a:lnTo>
                    <a:pt x="1852" y="437"/>
                  </a:lnTo>
                  <a:lnTo>
                    <a:pt x="1724" y="360"/>
                  </a:lnTo>
                  <a:lnTo>
                    <a:pt x="1595" y="309"/>
                  </a:lnTo>
                  <a:lnTo>
                    <a:pt x="1158" y="309"/>
                  </a:lnTo>
                  <a:lnTo>
                    <a:pt x="1081" y="283"/>
                  </a:lnTo>
                  <a:lnTo>
                    <a:pt x="1004" y="257"/>
                  </a:lnTo>
                  <a:lnTo>
                    <a:pt x="926" y="206"/>
                  </a:lnTo>
                  <a:lnTo>
                    <a:pt x="823" y="129"/>
                  </a:lnTo>
                  <a:lnTo>
                    <a:pt x="695" y="52"/>
                  </a:lnTo>
                  <a:lnTo>
                    <a:pt x="592" y="26"/>
                  </a:lnTo>
                  <a:lnTo>
                    <a:pt x="438"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723;p54">
              <a:extLst>
                <a:ext uri="{FF2B5EF4-FFF2-40B4-BE49-F238E27FC236}">
                  <a16:creationId xmlns:a16="http://schemas.microsoft.com/office/drawing/2014/main" id="{6E37A560-C49C-2784-8579-4CF64D59DAD1}"/>
                </a:ext>
              </a:extLst>
            </p:cNvPr>
            <p:cNvSpPr/>
            <p:nvPr/>
          </p:nvSpPr>
          <p:spPr>
            <a:xfrm>
              <a:off x="4033200" y="4182988"/>
              <a:ext cx="24450" cy="106125"/>
            </a:xfrm>
            <a:custGeom>
              <a:avLst/>
              <a:gdLst/>
              <a:ahLst/>
              <a:cxnLst/>
              <a:rect l="l" t="t" r="r" b="b"/>
              <a:pathLst>
                <a:path w="978" h="4245" extrusionOk="0">
                  <a:moveTo>
                    <a:pt x="541" y="0"/>
                  </a:moveTo>
                  <a:lnTo>
                    <a:pt x="541" y="129"/>
                  </a:lnTo>
                  <a:lnTo>
                    <a:pt x="515" y="386"/>
                  </a:lnTo>
                  <a:lnTo>
                    <a:pt x="463" y="644"/>
                  </a:lnTo>
                  <a:lnTo>
                    <a:pt x="360" y="901"/>
                  </a:lnTo>
                  <a:lnTo>
                    <a:pt x="232" y="1107"/>
                  </a:lnTo>
                  <a:lnTo>
                    <a:pt x="129" y="1312"/>
                  </a:lnTo>
                  <a:lnTo>
                    <a:pt x="52" y="1518"/>
                  </a:lnTo>
                  <a:lnTo>
                    <a:pt x="0" y="1724"/>
                  </a:lnTo>
                  <a:lnTo>
                    <a:pt x="0" y="1955"/>
                  </a:lnTo>
                  <a:lnTo>
                    <a:pt x="0" y="4245"/>
                  </a:lnTo>
                  <a:lnTo>
                    <a:pt x="438" y="4167"/>
                  </a:lnTo>
                  <a:lnTo>
                    <a:pt x="438" y="1955"/>
                  </a:lnTo>
                  <a:lnTo>
                    <a:pt x="463" y="1724"/>
                  </a:lnTo>
                  <a:lnTo>
                    <a:pt x="515" y="1518"/>
                  </a:lnTo>
                  <a:lnTo>
                    <a:pt x="592" y="1312"/>
                  </a:lnTo>
                  <a:lnTo>
                    <a:pt x="695" y="1107"/>
                  </a:lnTo>
                  <a:lnTo>
                    <a:pt x="823" y="901"/>
                  </a:lnTo>
                  <a:lnTo>
                    <a:pt x="926" y="644"/>
                  </a:lnTo>
                  <a:lnTo>
                    <a:pt x="978" y="386"/>
                  </a:lnTo>
                  <a:lnTo>
                    <a:pt x="978" y="129"/>
                  </a:lnTo>
                  <a:lnTo>
                    <a:pt x="978"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724;p54">
              <a:extLst>
                <a:ext uri="{FF2B5EF4-FFF2-40B4-BE49-F238E27FC236}">
                  <a16:creationId xmlns:a16="http://schemas.microsoft.com/office/drawing/2014/main" id="{88D09559-2F7B-9C27-54C0-39DBDB675109}"/>
                </a:ext>
              </a:extLst>
            </p:cNvPr>
            <p:cNvSpPr/>
            <p:nvPr/>
          </p:nvSpPr>
          <p:spPr>
            <a:xfrm>
              <a:off x="4033200" y="4260163"/>
              <a:ext cx="23825" cy="54675"/>
            </a:xfrm>
            <a:custGeom>
              <a:avLst/>
              <a:gdLst/>
              <a:ahLst/>
              <a:cxnLst/>
              <a:rect l="l" t="t" r="r" b="b"/>
              <a:pathLst>
                <a:path w="953" h="2187" extrusionOk="0">
                  <a:moveTo>
                    <a:pt x="335" y="0"/>
                  </a:moveTo>
                  <a:lnTo>
                    <a:pt x="258" y="26"/>
                  </a:lnTo>
                  <a:lnTo>
                    <a:pt x="180" y="52"/>
                  </a:lnTo>
                  <a:lnTo>
                    <a:pt x="103" y="103"/>
                  </a:lnTo>
                  <a:lnTo>
                    <a:pt x="52" y="180"/>
                  </a:lnTo>
                  <a:lnTo>
                    <a:pt x="26" y="257"/>
                  </a:lnTo>
                  <a:lnTo>
                    <a:pt x="0" y="335"/>
                  </a:lnTo>
                  <a:lnTo>
                    <a:pt x="0" y="412"/>
                  </a:lnTo>
                  <a:lnTo>
                    <a:pt x="0" y="1775"/>
                  </a:lnTo>
                  <a:lnTo>
                    <a:pt x="0" y="1852"/>
                  </a:lnTo>
                  <a:lnTo>
                    <a:pt x="26" y="1929"/>
                  </a:lnTo>
                  <a:lnTo>
                    <a:pt x="52" y="2006"/>
                  </a:lnTo>
                  <a:lnTo>
                    <a:pt x="103" y="2058"/>
                  </a:lnTo>
                  <a:lnTo>
                    <a:pt x="180" y="2109"/>
                  </a:lnTo>
                  <a:lnTo>
                    <a:pt x="258" y="2161"/>
                  </a:lnTo>
                  <a:lnTo>
                    <a:pt x="335" y="2187"/>
                  </a:lnTo>
                  <a:lnTo>
                    <a:pt x="592" y="2187"/>
                  </a:lnTo>
                  <a:lnTo>
                    <a:pt x="695" y="2161"/>
                  </a:lnTo>
                  <a:lnTo>
                    <a:pt x="746" y="2109"/>
                  </a:lnTo>
                  <a:lnTo>
                    <a:pt x="823" y="2058"/>
                  </a:lnTo>
                  <a:lnTo>
                    <a:pt x="875" y="2006"/>
                  </a:lnTo>
                  <a:lnTo>
                    <a:pt x="901" y="1929"/>
                  </a:lnTo>
                  <a:lnTo>
                    <a:pt x="926" y="1852"/>
                  </a:lnTo>
                  <a:lnTo>
                    <a:pt x="952" y="1775"/>
                  </a:lnTo>
                  <a:lnTo>
                    <a:pt x="952" y="412"/>
                  </a:lnTo>
                  <a:lnTo>
                    <a:pt x="926" y="335"/>
                  </a:lnTo>
                  <a:lnTo>
                    <a:pt x="901" y="257"/>
                  </a:lnTo>
                  <a:lnTo>
                    <a:pt x="875" y="180"/>
                  </a:lnTo>
                  <a:lnTo>
                    <a:pt x="823" y="103"/>
                  </a:lnTo>
                  <a:lnTo>
                    <a:pt x="746" y="52"/>
                  </a:lnTo>
                  <a:lnTo>
                    <a:pt x="695" y="26"/>
                  </a:lnTo>
                  <a:lnTo>
                    <a:pt x="592"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725;p54">
              <a:extLst>
                <a:ext uri="{FF2B5EF4-FFF2-40B4-BE49-F238E27FC236}">
                  <a16:creationId xmlns:a16="http://schemas.microsoft.com/office/drawing/2014/main" id="{8162310E-A368-8799-774C-97A462425EF6}"/>
                </a:ext>
              </a:extLst>
            </p:cNvPr>
            <p:cNvSpPr/>
            <p:nvPr/>
          </p:nvSpPr>
          <p:spPr>
            <a:xfrm>
              <a:off x="4104575" y="4267238"/>
              <a:ext cx="23825" cy="77175"/>
            </a:xfrm>
            <a:custGeom>
              <a:avLst/>
              <a:gdLst/>
              <a:ahLst/>
              <a:cxnLst/>
              <a:rect l="l" t="t" r="r" b="b"/>
              <a:pathLst>
                <a:path w="953" h="3087" extrusionOk="0">
                  <a:moveTo>
                    <a:pt x="335" y="0"/>
                  </a:moveTo>
                  <a:lnTo>
                    <a:pt x="258" y="26"/>
                  </a:lnTo>
                  <a:lnTo>
                    <a:pt x="181" y="77"/>
                  </a:lnTo>
                  <a:lnTo>
                    <a:pt x="129" y="129"/>
                  </a:lnTo>
                  <a:lnTo>
                    <a:pt x="78" y="180"/>
                  </a:lnTo>
                  <a:lnTo>
                    <a:pt x="26" y="257"/>
                  </a:lnTo>
                  <a:lnTo>
                    <a:pt x="1" y="334"/>
                  </a:lnTo>
                  <a:lnTo>
                    <a:pt x="1" y="437"/>
                  </a:lnTo>
                  <a:lnTo>
                    <a:pt x="1" y="2649"/>
                  </a:lnTo>
                  <a:lnTo>
                    <a:pt x="1" y="2752"/>
                  </a:lnTo>
                  <a:lnTo>
                    <a:pt x="26" y="2830"/>
                  </a:lnTo>
                  <a:lnTo>
                    <a:pt x="78" y="2907"/>
                  </a:lnTo>
                  <a:lnTo>
                    <a:pt x="129" y="2958"/>
                  </a:lnTo>
                  <a:lnTo>
                    <a:pt x="181" y="3010"/>
                  </a:lnTo>
                  <a:lnTo>
                    <a:pt x="258" y="3061"/>
                  </a:lnTo>
                  <a:lnTo>
                    <a:pt x="335" y="3087"/>
                  </a:lnTo>
                  <a:lnTo>
                    <a:pt x="618" y="3087"/>
                  </a:lnTo>
                  <a:lnTo>
                    <a:pt x="695" y="3061"/>
                  </a:lnTo>
                  <a:lnTo>
                    <a:pt x="772" y="3010"/>
                  </a:lnTo>
                  <a:lnTo>
                    <a:pt x="824" y="2958"/>
                  </a:lnTo>
                  <a:lnTo>
                    <a:pt x="875" y="2907"/>
                  </a:lnTo>
                  <a:lnTo>
                    <a:pt x="927" y="2830"/>
                  </a:lnTo>
                  <a:lnTo>
                    <a:pt x="952" y="2752"/>
                  </a:lnTo>
                  <a:lnTo>
                    <a:pt x="952" y="2649"/>
                  </a:lnTo>
                  <a:lnTo>
                    <a:pt x="952" y="437"/>
                  </a:lnTo>
                  <a:lnTo>
                    <a:pt x="952" y="334"/>
                  </a:lnTo>
                  <a:lnTo>
                    <a:pt x="927" y="257"/>
                  </a:lnTo>
                  <a:lnTo>
                    <a:pt x="875" y="180"/>
                  </a:lnTo>
                  <a:lnTo>
                    <a:pt x="824" y="129"/>
                  </a:lnTo>
                  <a:lnTo>
                    <a:pt x="772" y="77"/>
                  </a:lnTo>
                  <a:lnTo>
                    <a:pt x="695" y="26"/>
                  </a:lnTo>
                  <a:lnTo>
                    <a:pt x="618"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726;p54">
              <a:extLst>
                <a:ext uri="{FF2B5EF4-FFF2-40B4-BE49-F238E27FC236}">
                  <a16:creationId xmlns:a16="http://schemas.microsoft.com/office/drawing/2014/main" id="{C525D511-1B24-8CA3-126B-5BDD5DECC7E6}"/>
                </a:ext>
              </a:extLst>
            </p:cNvPr>
            <p:cNvSpPr/>
            <p:nvPr/>
          </p:nvSpPr>
          <p:spPr>
            <a:xfrm>
              <a:off x="4057000" y="4267238"/>
              <a:ext cx="23800" cy="69475"/>
            </a:xfrm>
            <a:custGeom>
              <a:avLst/>
              <a:gdLst/>
              <a:ahLst/>
              <a:cxnLst/>
              <a:rect l="l" t="t" r="r" b="b"/>
              <a:pathLst>
                <a:path w="952" h="2779" extrusionOk="0">
                  <a:moveTo>
                    <a:pt x="334" y="0"/>
                  </a:moveTo>
                  <a:lnTo>
                    <a:pt x="257" y="26"/>
                  </a:lnTo>
                  <a:lnTo>
                    <a:pt x="180" y="77"/>
                  </a:lnTo>
                  <a:lnTo>
                    <a:pt x="129" y="129"/>
                  </a:lnTo>
                  <a:lnTo>
                    <a:pt x="77" y="180"/>
                  </a:lnTo>
                  <a:lnTo>
                    <a:pt x="26" y="257"/>
                  </a:lnTo>
                  <a:lnTo>
                    <a:pt x="0" y="334"/>
                  </a:lnTo>
                  <a:lnTo>
                    <a:pt x="0" y="437"/>
                  </a:lnTo>
                  <a:lnTo>
                    <a:pt x="0" y="2367"/>
                  </a:lnTo>
                  <a:lnTo>
                    <a:pt x="0" y="2444"/>
                  </a:lnTo>
                  <a:lnTo>
                    <a:pt x="26" y="2521"/>
                  </a:lnTo>
                  <a:lnTo>
                    <a:pt x="77" y="2598"/>
                  </a:lnTo>
                  <a:lnTo>
                    <a:pt x="129" y="2649"/>
                  </a:lnTo>
                  <a:lnTo>
                    <a:pt x="180" y="2701"/>
                  </a:lnTo>
                  <a:lnTo>
                    <a:pt x="257" y="2752"/>
                  </a:lnTo>
                  <a:lnTo>
                    <a:pt x="334" y="2778"/>
                  </a:lnTo>
                  <a:lnTo>
                    <a:pt x="617" y="2778"/>
                  </a:lnTo>
                  <a:lnTo>
                    <a:pt x="695" y="2752"/>
                  </a:lnTo>
                  <a:lnTo>
                    <a:pt x="746" y="2701"/>
                  </a:lnTo>
                  <a:lnTo>
                    <a:pt x="823" y="2649"/>
                  </a:lnTo>
                  <a:lnTo>
                    <a:pt x="875" y="2598"/>
                  </a:lnTo>
                  <a:lnTo>
                    <a:pt x="900" y="2521"/>
                  </a:lnTo>
                  <a:lnTo>
                    <a:pt x="926" y="2444"/>
                  </a:lnTo>
                  <a:lnTo>
                    <a:pt x="952" y="2367"/>
                  </a:lnTo>
                  <a:lnTo>
                    <a:pt x="952" y="437"/>
                  </a:lnTo>
                  <a:lnTo>
                    <a:pt x="926" y="334"/>
                  </a:lnTo>
                  <a:lnTo>
                    <a:pt x="900" y="257"/>
                  </a:lnTo>
                  <a:lnTo>
                    <a:pt x="875" y="180"/>
                  </a:lnTo>
                  <a:lnTo>
                    <a:pt x="823" y="129"/>
                  </a:lnTo>
                  <a:lnTo>
                    <a:pt x="746" y="77"/>
                  </a:lnTo>
                  <a:lnTo>
                    <a:pt x="695" y="26"/>
                  </a:lnTo>
                  <a:lnTo>
                    <a:pt x="617"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727;p54">
              <a:extLst>
                <a:ext uri="{FF2B5EF4-FFF2-40B4-BE49-F238E27FC236}">
                  <a16:creationId xmlns:a16="http://schemas.microsoft.com/office/drawing/2014/main" id="{4BB909AC-023E-58B3-6BA8-FED9DFD07550}"/>
                </a:ext>
              </a:extLst>
            </p:cNvPr>
            <p:cNvSpPr/>
            <p:nvPr/>
          </p:nvSpPr>
          <p:spPr>
            <a:xfrm>
              <a:off x="4080775" y="4274938"/>
              <a:ext cx="23825" cy="81700"/>
            </a:xfrm>
            <a:custGeom>
              <a:avLst/>
              <a:gdLst/>
              <a:ahLst/>
              <a:cxnLst/>
              <a:rect l="l" t="t" r="r" b="b"/>
              <a:pathLst>
                <a:path w="953" h="3268" extrusionOk="0">
                  <a:moveTo>
                    <a:pt x="412" y="1"/>
                  </a:moveTo>
                  <a:lnTo>
                    <a:pt x="335" y="26"/>
                  </a:lnTo>
                  <a:lnTo>
                    <a:pt x="258" y="52"/>
                  </a:lnTo>
                  <a:lnTo>
                    <a:pt x="181" y="78"/>
                  </a:lnTo>
                  <a:lnTo>
                    <a:pt x="129" y="129"/>
                  </a:lnTo>
                  <a:lnTo>
                    <a:pt x="78" y="207"/>
                  </a:lnTo>
                  <a:lnTo>
                    <a:pt x="27" y="284"/>
                  </a:lnTo>
                  <a:lnTo>
                    <a:pt x="1" y="361"/>
                  </a:lnTo>
                  <a:lnTo>
                    <a:pt x="1" y="438"/>
                  </a:lnTo>
                  <a:lnTo>
                    <a:pt x="1" y="2856"/>
                  </a:lnTo>
                  <a:lnTo>
                    <a:pt x="1" y="2933"/>
                  </a:lnTo>
                  <a:lnTo>
                    <a:pt x="27" y="3010"/>
                  </a:lnTo>
                  <a:lnTo>
                    <a:pt x="78" y="3087"/>
                  </a:lnTo>
                  <a:lnTo>
                    <a:pt x="129" y="3139"/>
                  </a:lnTo>
                  <a:lnTo>
                    <a:pt x="181" y="3190"/>
                  </a:lnTo>
                  <a:lnTo>
                    <a:pt x="258" y="3242"/>
                  </a:lnTo>
                  <a:lnTo>
                    <a:pt x="335" y="3267"/>
                  </a:lnTo>
                  <a:lnTo>
                    <a:pt x="618" y="3267"/>
                  </a:lnTo>
                  <a:lnTo>
                    <a:pt x="695" y="3242"/>
                  </a:lnTo>
                  <a:lnTo>
                    <a:pt x="772" y="3190"/>
                  </a:lnTo>
                  <a:lnTo>
                    <a:pt x="824" y="3139"/>
                  </a:lnTo>
                  <a:lnTo>
                    <a:pt x="875" y="3087"/>
                  </a:lnTo>
                  <a:lnTo>
                    <a:pt x="927" y="3010"/>
                  </a:lnTo>
                  <a:lnTo>
                    <a:pt x="953" y="2933"/>
                  </a:lnTo>
                  <a:lnTo>
                    <a:pt x="953" y="2856"/>
                  </a:lnTo>
                  <a:lnTo>
                    <a:pt x="953" y="438"/>
                  </a:lnTo>
                  <a:lnTo>
                    <a:pt x="953" y="361"/>
                  </a:lnTo>
                  <a:lnTo>
                    <a:pt x="927" y="284"/>
                  </a:lnTo>
                  <a:lnTo>
                    <a:pt x="875" y="207"/>
                  </a:lnTo>
                  <a:lnTo>
                    <a:pt x="824" y="129"/>
                  </a:lnTo>
                  <a:lnTo>
                    <a:pt x="772" y="78"/>
                  </a:lnTo>
                  <a:lnTo>
                    <a:pt x="695" y="52"/>
                  </a:lnTo>
                  <a:lnTo>
                    <a:pt x="618" y="26"/>
                  </a:lnTo>
                  <a:lnTo>
                    <a:pt x="515"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728;p54">
              <a:extLst>
                <a:ext uri="{FF2B5EF4-FFF2-40B4-BE49-F238E27FC236}">
                  <a16:creationId xmlns:a16="http://schemas.microsoft.com/office/drawing/2014/main" id="{269C6670-E5C1-311B-0CC7-35B04429CE11}"/>
                </a:ext>
              </a:extLst>
            </p:cNvPr>
            <p:cNvSpPr/>
            <p:nvPr/>
          </p:nvSpPr>
          <p:spPr>
            <a:xfrm>
              <a:off x="4033200" y="4260163"/>
              <a:ext cx="16100" cy="54675"/>
            </a:xfrm>
            <a:custGeom>
              <a:avLst/>
              <a:gdLst/>
              <a:ahLst/>
              <a:cxnLst/>
              <a:rect l="l" t="t" r="r" b="b"/>
              <a:pathLst>
                <a:path w="644" h="2187" extrusionOk="0">
                  <a:moveTo>
                    <a:pt x="309" y="0"/>
                  </a:moveTo>
                  <a:lnTo>
                    <a:pt x="232" y="26"/>
                  </a:lnTo>
                  <a:lnTo>
                    <a:pt x="180" y="52"/>
                  </a:lnTo>
                  <a:lnTo>
                    <a:pt x="103" y="129"/>
                  </a:lnTo>
                  <a:lnTo>
                    <a:pt x="52" y="180"/>
                  </a:lnTo>
                  <a:lnTo>
                    <a:pt x="26" y="257"/>
                  </a:lnTo>
                  <a:lnTo>
                    <a:pt x="0" y="335"/>
                  </a:lnTo>
                  <a:lnTo>
                    <a:pt x="0" y="437"/>
                  </a:lnTo>
                  <a:lnTo>
                    <a:pt x="0" y="1749"/>
                  </a:lnTo>
                  <a:lnTo>
                    <a:pt x="0" y="1852"/>
                  </a:lnTo>
                  <a:lnTo>
                    <a:pt x="26" y="1929"/>
                  </a:lnTo>
                  <a:lnTo>
                    <a:pt x="52" y="2006"/>
                  </a:lnTo>
                  <a:lnTo>
                    <a:pt x="103" y="2058"/>
                  </a:lnTo>
                  <a:lnTo>
                    <a:pt x="180" y="2109"/>
                  </a:lnTo>
                  <a:lnTo>
                    <a:pt x="232" y="2161"/>
                  </a:lnTo>
                  <a:lnTo>
                    <a:pt x="309" y="2187"/>
                  </a:lnTo>
                  <a:lnTo>
                    <a:pt x="541" y="2187"/>
                  </a:lnTo>
                  <a:lnTo>
                    <a:pt x="643" y="2161"/>
                  </a:lnTo>
                  <a:lnTo>
                    <a:pt x="541" y="2109"/>
                  </a:lnTo>
                  <a:lnTo>
                    <a:pt x="438" y="2006"/>
                  </a:lnTo>
                  <a:lnTo>
                    <a:pt x="386" y="1904"/>
                  </a:lnTo>
                  <a:lnTo>
                    <a:pt x="360" y="1749"/>
                  </a:lnTo>
                  <a:lnTo>
                    <a:pt x="360" y="437"/>
                  </a:lnTo>
                  <a:lnTo>
                    <a:pt x="386" y="283"/>
                  </a:lnTo>
                  <a:lnTo>
                    <a:pt x="438" y="154"/>
                  </a:lnTo>
                  <a:lnTo>
                    <a:pt x="541" y="77"/>
                  </a:lnTo>
                  <a:lnTo>
                    <a:pt x="643"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729;p54">
              <a:extLst>
                <a:ext uri="{FF2B5EF4-FFF2-40B4-BE49-F238E27FC236}">
                  <a16:creationId xmlns:a16="http://schemas.microsoft.com/office/drawing/2014/main" id="{51FA65C6-D9BF-FE01-284C-B241145C2FEA}"/>
                </a:ext>
              </a:extLst>
            </p:cNvPr>
            <p:cNvSpPr/>
            <p:nvPr/>
          </p:nvSpPr>
          <p:spPr>
            <a:xfrm>
              <a:off x="4104575" y="4267238"/>
              <a:ext cx="16100" cy="77175"/>
            </a:xfrm>
            <a:custGeom>
              <a:avLst/>
              <a:gdLst/>
              <a:ahLst/>
              <a:cxnLst/>
              <a:rect l="l" t="t" r="r" b="b"/>
              <a:pathLst>
                <a:path w="644" h="3087" extrusionOk="0">
                  <a:moveTo>
                    <a:pt x="335" y="0"/>
                  </a:moveTo>
                  <a:lnTo>
                    <a:pt x="258" y="26"/>
                  </a:lnTo>
                  <a:lnTo>
                    <a:pt x="181" y="77"/>
                  </a:lnTo>
                  <a:lnTo>
                    <a:pt x="129" y="129"/>
                  </a:lnTo>
                  <a:lnTo>
                    <a:pt x="78" y="206"/>
                  </a:lnTo>
                  <a:lnTo>
                    <a:pt x="26" y="257"/>
                  </a:lnTo>
                  <a:lnTo>
                    <a:pt x="1" y="360"/>
                  </a:lnTo>
                  <a:lnTo>
                    <a:pt x="1" y="437"/>
                  </a:lnTo>
                  <a:lnTo>
                    <a:pt x="1" y="2649"/>
                  </a:lnTo>
                  <a:lnTo>
                    <a:pt x="1" y="2727"/>
                  </a:lnTo>
                  <a:lnTo>
                    <a:pt x="26" y="2830"/>
                  </a:lnTo>
                  <a:lnTo>
                    <a:pt x="78" y="2907"/>
                  </a:lnTo>
                  <a:lnTo>
                    <a:pt x="129" y="2958"/>
                  </a:lnTo>
                  <a:lnTo>
                    <a:pt x="181" y="3010"/>
                  </a:lnTo>
                  <a:lnTo>
                    <a:pt x="258" y="3061"/>
                  </a:lnTo>
                  <a:lnTo>
                    <a:pt x="335" y="3087"/>
                  </a:lnTo>
                  <a:lnTo>
                    <a:pt x="541" y="3087"/>
                  </a:lnTo>
                  <a:lnTo>
                    <a:pt x="644" y="3061"/>
                  </a:lnTo>
                  <a:lnTo>
                    <a:pt x="541" y="3010"/>
                  </a:lnTo>
                  <a:lnTo>
                    <a:pt x="438" y="2907"/>
                  </a:lnTo>
                  <a:lnTo>
                    <a:pt x="386" y="2778"/>
                  </a:lnTo>
                  <a:lnTo>
                    <a:pt x="361" y="2649"/>
                  </a:lnTo>
                  <a:lnTo>
                    <a:pt x="361" y="437"/>
                  </a:lnTo>
                  <a:lnTo>
                    <a:pt x="386" y="309"/>
                  </a:lnTo>
                  <a:lnTo>
                    <a:pt x="438" y="180"/>
                  </a:lnTo>
                  <a:lnTo>
                    <a:pt x="541" y="77"/>
                  </a:lnTo>
                  <a:lnTo>
                    <a:pt x="644" y="26"/>
                  </a:lnTo>
                  <a:lnTo>
                    <a:pt x="541"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730;p54">
              <a:extLst>
                <a:ext uri="{FF2B5EF4-FFF2-40B4-BE49-F238E27FC236}">
                  <a16:creationId xmlns:a16="http://schemas.microsoft.com/office/drawing/2014/main" id="{A97C2707-1C10-E2E2-989E-D701E10C51D1}"/>
                </a:ext>
              </a:extLst>
            </p:cNvPr>
            <p:cNvSpPr/>
            <p:nvPr/>
          </p:nvSpPr>
          <p:spPr>
            <a:xfrm>
              <a:off x="4057000" y="4267238"/>
              <a:ext cx="16100" cy="69475"/>
            </a:xfrm>
            <a:custGeom>
              <a:avLst/>
              <a:gdLst/>
              <a:ahLst/>
              <a:cxnLst/>
              <a:rect l="l" t="t" r="r" b="b"/>
              <a:pathLst>
                <a:path w="644" h="2779" extrusionOk="0">
                  <a:moveTo>
                    <a:pt x="334" y="0"/>
                  </a:moveTo>
                  <a:lnTo>
                    <a:pt x="257" y="26"/>
                  </a:lnTo>
                  <a:lnTo>
                    <a:pt x="180" y="77"/>
                  </a:lnTo>
                  <a:lnTo>
                    <a:pt x="103" y="129"/>
                  </a:lnTo>
                  <a:lnTo>
                    <a:pt x="52" y="206"/>
                  </a:lnTo>
                  <a:lnTo>
                    <a:pt x="26" y="257"/>
                  </a:lnTo>
                  <a:lnTo>
                    <a:pt x="0" y="360"/>
                  </a:lnTo>
                  <a:lnTo>
                    <a:pt x="0" y="437"/>
                  </a:lnTo>
                  <a:lnTo>
                    <a:pt x="0" y="2341"/>
                  </a:lnTo>
                  <a:lnTo>
                    <a:pt x="0" y="2444"/>
                  </a:lnTo>
                  <a:lnTo>
                    <a:pt x="26" y="2521"/>
                  </a:lnTo>
                  <a:lnTo>
                    <a:pt x="52" y="2598"/>
                  </a:lnTo>
                  <a:lnTo>
                    <a:pt x="103" y="2649"/>
                  </a:lnTo>
                  <a:lnTo>
                    <a:pt x="180" y="2701"/>
                  </a:lnTo>
                  <a:lnTo>
                    <a:pt x="257" y="2752"/>
                  </a:lnTo>
                  <a:lnTo>
                    <a:pt x="334" y="2778"/>
                  </a:lnTo>
                  <a:lnTo>
                    <a:pt x="643" y="2778"/>
                  </a:lnTo>
                  <a:lnTo>
                    <a:pt x="540" y="2701"/>
                  </a:lnTo>
                  <a:lnTo>
                    <a:pt x="437" y="2624"/>
                  </a:lnTo>
                  <a:lnTo>
                    <a:pt x="386" y="2495"/>
                  </a:lnTo>
                  <a:lnTo>
                    <a:pt x="360" y="2341"/>
                  </a:lnTo>
                  <a:lnTo>
                    <a:pt x="360" y="437"/>
                  </a:lnTo>
                  <a:lnTo>
                    <a:pt x="386" y="309"/>
                  </a:lnTo>
                  <a:lnTo>
                    <a:pt x="437" y="180"/>
                  </a:lnTo>
                  <a:lnTo>
                    <a:pt x="540" y="77"/>
                  </a:lnTo>
                  <a:lnTo>
                    <a:pt x="643" y="26"/>
                  </a:lnTo>
                  <a:lnTo>
                    <a:pt x="540"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731;p54">
              <a:extLst>
                <a:ext uri="{FF2B5EF4-FFF2-40B4-BE49-F238E27FC236}">
                  <a16:creationId xmlns:a16="http://schemas.microsoft.com/office/drawing/2014/main" id="{3C1BD521-992C-8FEE-FC06-1CD9CC1E2451}"/>
                </a:ext>
              </a:extLst>
            </p:cNvPr>
            <p:cNvSpPr/>
            <p:nvPr/>
          </p:nvSpPr>
          <p:spPr>
            <a:xfrm>
              <a:off x="4080775" y="4274938"/>
              <a:ext cx="16100" cy="81700"/>
            </a:xfrm>
            <a:custGeom>
              <a:avLst/>
              <a:gdLst/>
              <a:ahLst/>
              <a:cxnLst/>
              <a:rect l="l" t="t" r="r" b="b"/>
              <a:pathLst>
                <a:path w="644" h="3268" extrusionOk="0">
                  <a:moveTo>
                    <a:pt x="412" y="1"/>
                  </a:moveTo>
                  <a:lnTo>
                    <a:pt x="335" y="26"/>
                  </a:lnTo>
                  <a:lnTo>
                    <a:pt x="258" y="52"/>
                  </a:lnTo>
                  <a:lnTo>
                    <a:pt x="181" y="78"/>
                  </a:lnTo>
                  <a:lnTo>
                    <a:pt x="104" y="129"/>
                  </a:lnTo>
                  <a:lnTo>
                    <a:pt x="78" y="207"/>
                  </a:lnTo>
                  <a:lnTo>
                    <a:pt x="27" y="284"/>
                  </a:lnTo>
                  <a:lnTo>
                    <a:pt x="1" y="361"/>
                  </a:lnTo>
                  <a:lnTo>
                    <a:pt x="1" y="438"/>
                  </a:lnTo>
                  <a:lnTo>
                    <a:pt x="1" y="2830"/>
                  </a:lnTo>
                  <a:lnTo>
                    <a:pt x="1" y="2933"/>
                  </a:lnTo>
                  <a:lnTo>
                    <a:pt x="27" y="3010"/>
                  </a:lnTo>
                  <a:lnTo>
                    <a:pt x="78" y="3087"/>
                  </a:lnTo>
                  <a:lnTo>
                    <a:pt x="104" y="3139"/>
                  </a:lnTo>
                  <a:lnTo>
                    <a:pt x="181" y="3190"/>
                  </a:lnTo>
                  <a:lnTo>
                    <a:pt x="258" y="3242"/>
                  </a:lnTo>
                  <a:lnTo>
                    <a:pt x="335" y="3267"/>
                  </a:lnTo>
                  <a:lnTo>
                    <a:pt x="644" y="3267"/>
                  </a:lnTo>
                  <a:lnTo>
                    <a:pt x="541" y="3190"/>
                  </a:lnTo>
                  <a:lnTo>
                    <a:pt x="438" y="3087"/>
                  </a:lnTo>
                  <a:lnTo>
                    <a:pt x="387" y="2985"/>
                  </a:lnTo>
                  <a:lnTo>
                    <a:pt x="361" y="2830"/>
                  </a:lnTo>
                  <a:lnTo>
                    <a:pt x="361" y="438"/>
                  </a:lnTo>
                  <a:lnTo>
                    <a:pt x="387" y="309"/>
                  </a:lnTo>
                  <a:lnTo>
                    <a:pt x="438" y="181"/>
                  </a:lnTo>
                  <a:lnTo>
                    <a:pt x="541" y="104"/>
                  </a:lnTo>
                  <a:lnTo>
                    <a:pt x="644" y="26"/>
                  </a:lnTo>
                  <a:lnTo>
                    <a:pt x="541"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732;p54">
              <a:extLst>
                <a:ext uri="{FF2B5EF4-FFF2-40B4-BE49-F238E27FC236}">
                  <a16:creationId xmlns:a16="http://schemas.microsoft.com/office/drawing/2014/main" id="{4E5C5D4F-E40A-06DB-9973-D7A596B0CA9F}"/>
                </a:ext>
              </a:extLst>
            </p:cNvPr>
            <p:cNvSpPr/>
            <p:nvPr/>
          </p:nvSpPr>
          <p:spPr>
            <a:xfrm>
              <a:off x="4125800" y="4258213"/>
              <a:ext cx="26375" cy="45700"/>
            </a:xfrm>
            <a:custGeom>
              <a:avLst/>
              <a:gdLst/>
              <a:ahLst/>
              <a:cxnLst/>
              <a:rect l="l" t="t" r="r" b="b"/>
              <a:pathLst>
                <a:path w="1055" h="1828" extrusionOk="0">
                  <a:moveTo>
                    <a:pt x="643" y="1"/>
                  </a:moveTo>
                  <a:lnTo>
                    <a:pt x="463" y="52"/>
                  </a:lnTo>
                  <a:lnTo>
                    <a:pt x="309" y="104"/>
                  </a:lnTo>
                  <a:lnTo>
                    <a:pt x="103" y="258"/>
                  </a:lnTo>
                  <a:lnTo>
                    <a:pt x="0" y="310"/>
                  </a:lnTo>
                  <a:lnTo>
                    <a:pt x="26" y="387"/>
                  </a:lnTo>
                  <a:lnTo>
                    <a:pt x="103" y="361"/>
                  </a:lnTo>
                  <a:lnTo>
                    <a:pt x="103" y="515"/>
                  </a:lnTo>
                  <a:lnTo>
                    <a:pt x="103" y="1416"/>
                  </a:lnTo>
                  <a:lnTo>
                    <a:pt x="129" y="1544"/>
                  </a:lnTo>
                  <a:lnTo>
                    <a:pt x="180" y="1673"/>
                  </a:lnTo>
                  <a:lnTo>
                    <a:pt x="283" y="1750"/>
                  </a:lnTo>
                  <a:lnTo>
                    <a:pt x="412" y="1827"/>
                  </a:lnTo>
                  <a:lnTo>
                    <a:pt x="746" y="1827"/>
                  </a:lnTo>
                  <a:lnTo>
                    <a:pt x="772" y="1802"/>
                  </a:lnTo>
                  <a:lnTo>
                    <a:pt x="669" y="1750"/>
                  </a:lnTo>
                  <a:lnTo>
                    <a:pt x="566" y="1647"/>
                  </a:lnTo>
                  <a:lnTo>
                    <a:pt x="515" y="1544"/>
                  </a:lnTo>
                  <a:lnTo>
                    <a:pt x="489" y="1416"/>
                  </a:lnTo>
                  <a:lnTo>
                    <a:pt x="489" y="644"/>
                  </a:lnTo>
                  <a:lnTo>
                    <a:pt x="489" y="567"/>
                  </a:lnTo>
                  <a:lnTo>
                    <a:pt x="515" y="515"/>
                  </a:lnTo>
                  <a:lnTo>
                    <a:pt x="566" y="438"/>
                  </a:lnTo>
                  <a:lnTo>
                    <a:pt x="618" y="413"/>
                  </a:lnTo>
                  <a:lnTo>
                    <a:pt x="695" y="361"/>
                  </a:lnTo>
                  <a:lnTo>
                    <a:pt x="824" y="361"/>
                  </a:lnTo>
                  <a:lnTo>
                    <a:pt x="901" y="387"/>
                  </a:lnTo>
                  <a:lnTo>
                    <a:pt x="1055" y="438"/>
                  </a:lnTo>
                  <a:lnTo>
                    <a:pt x="1055" y="310"/>
                  </a:lnTo>
                  <a:lnTo>
                    <a:pt x="1055" y="27"/>
                  </a:lnTo>
                  <a:lnTo>
                    <a:pt x="849"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733;p54">
              <a:extLst>
                <a:ext uri="{FF2B5EF4-FFF2-40B4-BE49-F238E27FC236}">
                  <a16:creationId xmlns:a16="http://schemas.microsoft.com/office/drawing/2014/main" id="{CB0AFDBF-2121-9888-DCD8-AD8F5945C756}"/>
                </a:ext>
              </a:extLst>
            </p:cNvPr>
            <p:cNvSpPr/>
            <p:nvPr/>
          </p:nvSpPr>
          <p:spPr>
            <a:xfrm>
              <a:off x="4085275" y="3995213"/>
              <a:ext cx="121575" cy="119000"/>
            </a:xfrm>
            <a:custGeom>
              <a:avLst/>
              <a:gdLst/>
              <a:ahLst/>
              <a:cxnLst/>
              <a:rect l="l" t="t" r="r" b="b"/>
              <a:pathLst>
                <a:path w="4863" h="4760" extrusionOk="0">
                  <a:moveTo>
                    <a:pt x="592" y="1"/>
                  </a:moveTo>
                  <a:lnTo>
                    <a:pt x="1493" y="3807"/>
                  </a:lnTo>
                  <a:lnTo>
                    <a:pt x="438" y="3807"/>
                  </a:lnTo>
                  <a:lnTo>
                    <a:pt x="361" y="3833"/>
                  </a:lnTo>
                  <a:lnTo>
                    <a:pt x="284" y="3859"/>
                  </a:lnTo>
                  <a:lnTo>
                    <a:pt x="207" y="3885"/>
                  </a:lnTo>
                  <a:lnTo>
                    <a:pt x="129" y="3936"/>
                  </a:lnTo>
                  <a:lnTo>
                    <a:pt x="78" y="4013"/>
                  </a:lnTo>
                  <a:lnTo>
                    <a:pt x="52" y="4065"/>
                  </a:lnTo>
                  <a:lnTo>
                    <a:pt x="27" y="4168"/>
                  </a:lnTo>
                  <a:lnTo>
                    <a:pt x="1" y="4245"/>
                  </a:lnTo>
                  <a:lnTo>
                    <a:pt x="1" y="4348"/>
                  </a:lnTo>
                  <a:lnTo>
                    <a:pt x="27" y="4425"/>
                  </a:lnTo>
                  <a:lnTo>
                    <a:pt x="52" y="4502"/>
                  </a:lnTo>
                  <a:lnTo>
                    <a:pt x="78" y="4579"/>
                  </a:lnTo>
                  <a:lnTo>
                    <a:pt x="129" y="4656"/>
                  </a:lnTo>
                  <a:lnTo>
                    <a:pt x="207" y="4708"/>
                  </a:lnTo>
                  <a:lnTo>
                    <a:pt x="284" y="4733"/>
                  </a:lnTo>
                  <a:lnTo>
                    <a:pt x="361" y="4759"/>
                  </a:lnTo>
                  <a:lnTo>
                    <a:pt x="1801" y="4759"/>
                  </a:lnTo>
                  <a:lnTo>
                    <a:pt x="2084" y="4708"/>
                  </a:lnTo>
                  <a:lnTo>
                    <a:pt x="2342" y="4656"/>
                  </a:lnTo>
                  <a:lnTo>
                    <a:pt x="2625" y="4579"/>
                  </a:lnTo>
                  <a:lnTo>
                    <a:pt x="3036" y="4425"/>
                  </a:lnTo>
                  <a:lnTo>
                    <a:pt x="3190" y="4348"/>
                  </a:lnTo>
                  <a:lnTo>
                    <a:pt x="3319" y="4245"/>
                  </a:lnTo>
                  <a:lnTo>
                    <a:pt x="3448" y="4142"/>
                  </a:lnTo>
                  <a:lnTo>
                    <a:pt x="3576" y="4013"/>
                  </a:lnTo>
                  <a:lnTo>
                    <a:pt x="3653" y="3936"/>
                  </a:lnTo>
                  <a:lnTo>
                    <a:pt x="3756" y="3859"/>
                  </a:lnTo>
                  <a:lnTo>
                    <a:pt x="3885" y="3833"/>
                  </a:lnTo>
                  <a:lnTo>
                    <a:pt x="4014" y="3807"/>
                  </a:lnTo>
                  <a:lnTo>
                    <a:pt x="4862" y="3807"/>
                  </a:lnTo>
                  <a:lnTo>
                    <a:pt x="4862" y="541"/>
                  </a:lnTo>
                  <a:lnTo>
                    <a:pt x="4477" y="541"/>
                  </a:lnTo>
                  <a:lnTo>
                    <a:pt x="4219" y="464"/>
                  </a:lnTo>
                  <a:lnTo>
                    <a:pt x="3962" y="386"/>
                  </a:lnTo>
                  <a:lnTo>
                    <a:pt x="3731" y="258"/>
                  </a:lnTo>
                  <a:lnTo>
                    <a:pt x="3551" y="155"/>
                  </a:lnTo>
                  <a:lnTo>
                    <a:pt x="3345" y="78"/>
                  </a:lnTo>
                  <a:lnTo>
                    <a:pt x="3139" y="26"/>
                  </a:lnTo>
                  <a:lnTo>
                    <a:pt x="2908"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734;p54">
              <a:extLst>
                <a:ext uri="{FF2B5EF4-FFF2-40B4-BE49-F238E27FC236}">
                  <a16:creationId xmlns:a16="http://schemas.microsoft.com/office/drawing/2014/main" id="{35E8C4B2-664E-4CB6-561A-4398CB7B43BF}"/>
                </a:ext>
              </a:extLst>
            </p:cNvPr>
            <p:cNvSpPr/>
            <p:nvPr/>
          </p:nvSpPr>
          <p:spPr>
            <a:xfrm>
              <a:off x="4100075" y="3995213"/>
              <a:ext cx="36675" cy="95200"/>
            </a:xfrm>
            <a:custGeom>
              <a:avLst/>
              <a:gdLst/>
              <a:ahLst/>
              <a:cxnLst/>
              <a:rect l="l" t="t" r="r" b="b"/>
              <a:pathLst>
                <a:path w="1467" h="3808" extrusionOk="0">
                  <a:moveTo>
                    <a:pt x="0" y="1"/>
                  </a:moveTo>
                  <a:lnTo>
                    <a:pt x="0" y="3807"/>
                  </a:lnTo>
                  <a:lnTo>
                    <a:pt x="1081" y="3807"/>
                  </a:lnTo>
                  <a:lnTo>
                    <a:pt x="1132" y="3653"/>
                  </a:lnTo>
                  <a:lnTo>
                    <a:pt x="1158" y="3499"/>
                  </a:lnTo>
                  <a:lnTo>
                    <a:pt x="1158" y="3370"/>
                  </a:lnTo>
                  <a:lnTo>
                    <a:pt x="1158" y="3216"/>
                  </a:lnTo>
                  <a:lnTo>
                    <a:pt x="1107" y="3087"/>
                  </a:lnTo>
                  <a:lnTo>
                    <a:pt x="1029" y="2959"/>
                  </a:lnTo>
                  <a:lnTo>
                    <a:pt x="952" y="2856"/>
                  </a:lnTo>
                  <a:lnTo>
                    <a:pt x="901" y="2804"/>
                  </a:lnTo>
                  <a:lnTo>
                    <a:pt x="849" y="2727"/>
                  </a:lnTo>
                  <a:lnTo>
                    <a:pt x="849" y="2624"/>
                  </a:lnTo>
                  <a:lnTo>
                    <a:pt x="849" y="2547"/>
                  </a:lnTo>
                  <a:lnTo>
                    <a:pt x="849" y="2470"/>
                  </a:lnTo>
                  <a:lnTo>
                    <a:pt x="849" y="2341"/>
                  </a:lnTo>
                  <a:lnTo>
                    <a:pt x="849" y="2290"/>
                  </a:lnTo>
                  <a:lnTo>
                    <a:pt x="849" y="2187"/>
                  </a:lnTo>
                  <a:lnTo>
                    <a:pt x="849" y="2110"/>
                  </a:lnTo>
                  <a:lnTo>
                    <a:pt x="901" y="2033"/>
                  </a:lnTo>
                  <a:lnTo>
                    <a:pt x="952" y="1955"/>
                  </a:lnTo>
                  <a:lnTo>
                    <a:pt x="1029" y="1853"/>
                  </a:lnTo>
                  <a:lnTo>
                    <a:pt x="1107" y="1750"/>
                  </a:lnTo>
                  <a:lnTo>
                    <a:pt x="1158" y="1621"/>
                  </a:lnTo>
                  <a:lnTo>
                    <a:pt x="1158" y="1467"/>
                  </a:lnTo>
                  <a:lnTo>
                    <a:pt x="1158" y="1338"/>
                  </a:lnTo>
                  <a:lnTo>
                    <a:pt x="1158" y="1261"/>
                  </a:lnTo>
                  <a:lnTo>
                    <a:pt x="1158" y="1158"/>
                  </a:lnTo>
                  <a:lnTo>
                    <a:pt x="1184" y="1081"/>
                  </a:lnTo>
                  <a:lnTo>
                    <a:pt x="1209" y="1004"/>
                  </a:lnTo>
                  <a:lnTo>
                    <a:pt x="1261" y="927"/>
                  </a:lnTo>
                  <a:lnTo>
                    <a:pt x="1338" y="824"/>
                  </a:lnTo>
                  <a:lnTo>
                    <a:pt x="1415" y="721"/>
                  </a:lnTo>
                  <a:lnTo>
                    <a:pt x="1441" y="592"/>
                  </a:lnTo>
                  <a:lnTo>
                    <a:pt x="1467" y="464"/>
                  </a:lnTo>
                  <a:lnTo>
                    <a:pt x="1467" y="335"/>
                  </a:lnTo>
                  <a:lnTo>
                    <a:pt x="1441" y="155"/>
                  </a:lnTo>
                  <a:lnTo>
                    <a:pt x="1364"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735;p54">
              <a:extLst>
                <a:ext uri="{FF2B5EF4-FFF2-40B4-BE49-F238E27FC236}">
                  <a16:creationId xmlns:a16="http://schemas.microsoft.com/office/drawing/2014/main" id="{D57965D3-C0AF-F4C9-AED1-3D02DCD5235C}"/>
                </a:ext>
              </a:extLst>
            </p:cNvPr>
            <p:cNvSpPr/>
            <p:nvPr/>
          </p:nvSpPr>
          <p:spPr>
            <a:xfrm>
              <a:off x="4075000" y="3995213"/>
              <a:ext cx="54675" cy="23825"/>
            </a:xfrm>
            <a:custGeom>
              <a:avLst/>
              <a:gdLst/>
              <a:ahLst/>
              <a:cxnLst/>
              <a:rect l="l" t="t" r="r" b="b"/>
              <a:pathLst>
                <a:path w="2187" h="953" extrusionOk="0">
                  <a:moveTo>
                    <a:pt x="335" y="1"/>
                  </a:moveTo>
                  <a:lnTo>
                    <a:pt x="258" y="26"/>
                  </a:lnTo>
                  <a:lnTo>
                    <a:pt x="180" y="78"/>
                  </a:lnTo>
                  <a:lnTo>
                    <a:pt x="129" y="129"/>
                  </a:lnTo>
                  <a:lnTo>
                    <a:pt x="77" y="181"/>
                  </a:lnTo>
                  <a:lnTo>
                    <a:pt x="26" y="258"/>
                  </a:lnTo>
                  <a:lnTo>
                    <a:pt x="0" y="335"/>
                  </a:lnTo>
                  <a:lnTo>
                    <a:pt x="0" y="438"/>
                  </a:lnTo>
                  <a:lnTo>
                    <a:pt x="0" y="541"/>
                  </a:lnTo>
                  <a:lnTo>
                    <a:pt x="0" y="618"/>
                  </a:lnTo>
                  <a:lnTo>
                    <a:pt x="26" y="695"/>
                  </a:lnTo>
                  <a:lnTo>
                    <a:pt x="77" y="772"/>
                  </a:lnTo>
                  <a:lnTo>
                    <a:pt x="129" y="824"/>
                  </a:lnTo>
                  <a:lnTo>
                    <a:pt x="180" y="875"/>
                  </a:lnTo>
                  <a:lnTo>
                    <a:pt x="258" y="927"/>
                  </a:lnTo>
                  <a:lnTo>
                    <a:pt x="335" y="952"/>
                  </a:lnTo>
                  <a:lnTo>
                    <a:pt x="1852" y="952"/>
                  </a:lnTo>
                  <a:lnTo>
                    <a:pt x="1930" y="927"/>
                  </a:lnTo>
                  <a:lnTo>
                    <a:pt x="2007" y="875"/>
                  </a:lnTo>
                  <a:lnTo>
                    <a:pt x="2084" y="824"/>
                  </a:lnTo>
                  <a:lnTo>
                    <a:pt x="2135" y="772"/>
                  </a:lnTo>
                  <a:lnTo>
                    <a:pt x="2161" y="695"/>
                  </a:lnTo>
                  <a:lnTo>
                    <a:pt x="2187" y="618"/>
                  </a:lnTo>
                  <a:lnTo>
                    <a:pt x="2187" y="541"/>
                  </a:lnTo>
                  <a:lnTo>
                    <a:pt x="2187" y="438"/>
                  </a:lnTo>
                  <a:lnTo>
                    <a:pt x="2187" y="335"/>
                  </a:lnTo>
                  <a:lnTo>
                    <a:pt x="2161" y="258"/>
                  </a:lnTo>
                  <a:lnTo>
                    <a:pt x="2135" y="181"/>
                  </a:lnTo>
                  <a:lnTo>
                    <a:pt x="2084" y="129"/>
                  </a:lnTo>
                  <a:lnTo>
                    <a:pt x="2007" y="78"/>
                  </a:lnTo>
                  <a:lnTo>
                    <a:pt x="1930" y="26"/>
                  </a:lnTo>
                  <a:lnTo>
                    <a:pt x="1852"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9" name="Google Shape;2736;p54">
              <a:extLst>
                <a:ext uri="{FF2B5EF4-FFF2-40B4-BE49-F238E27FC236}">
                  <a16:creationId xmlns:a16="http://schemas.microsoft.com/office/drawing/2014/main" id="{F9430373-B37B-D54B-9F51-D000EC17208E}"/>
                </a:ext>
              </a:extLst>
            </p:cNvPr>
            <p:cNvSpPr/>
            <p:nvPr/>
          </p:nvSpPr>
          <p:spPr>
            <a:xfrm>
              <a:off x="4045425" y="4066588"/>
              <a:ext cx="77175" cy="23825"/>
            </a:xfrm>
            <a:custGeom>
              <a:avLst/>
              <a:gdLst/>
              <a:ahLst/>
              <a:cxnLst/>
              <a:rect l="l" t="t" r="r" b="b"/>
              <a:pathLst>
                <a:path w="3087" h="953" extrusionOk="0">
                  <a:moveTo>
                    <a:pt x="412" y="1"/>
                  </a:moveTo>
                  <a:lnTo>
                    <a:pt x="334" y="26"/>
                  </a:lnTo>
                  <a:lnTo>
                    <a:pt x="257" y="52"/>
                  </a:lnTo>
                  <a:lnTo>
                    <a:pt x="180" y="78"/>
                  </a:lnTo>
                  <a:lnTo>
                    <a:pt x="129" y="129"/>
                  </a:lnTo>
                  <a:lnTo>
                    <a:pt x="77" y="207"/>
                  </a:lnTo>
                  <a:lnTo>
                    <a:pt x="26" y="258"/>
                  </a:lnTo>
                  <a:lnTo>
                    <a:pt x="0" y="335"/>
                  </a:lnTo>
                  <a:lnTo>
                    <a:pt x="0" y="438"/>
                  </a:lnTo>
                  <a:lnTo>
                    <a:pt x="0" y="541"/>
                  </a:lnTo>
                  <a:lnTo>
                    <a:pt x="0" y="618"/>
                  </a:lnTo>
                  <a:lnTo>
                    <a:pt x="26" y="695"/>
                  </a:lnTo>
                  <a:lnTo>
                    <a:pt x="77" y="772"/>
                  </a:lnTo>
                  <a:lnTo>
                    <a:pt x="129" y="824"/>
                  </a:lnTo>
                  <a:lnTo>
                    <a:pt x="180" y="875"/>
                  </a:lnTo>
                  <a:lnTo>
                    <a:pt x="257" y="927"/>
                  </a:lnTo>
                  <a:lnTo>
                    <a:pt x="334" y="952"/>
                  </a:lnTo>
                  <a:lnTo>
                    <a:pt x="2752" y="952"/>
                  </a:lnTo>
                  <a:lnTo>
                    <a:pt x="2830" y="927"/>
                  </a:lnTo>
                  <a:lnTo>
                    <a:pt x="2907" y="875"/>
                  </a:lnTo>
                  <a:lnTo>
                    <a:pt x="2958" y="824"/>
                  </a:lnTo>
                  <a:lnTo>
                    <a:pt x="3010" y="772"/>
                  </a:lnTo>
                  <a:lnTo>
                    <a:pt x="3061" y="695"/>
                  </a:lnTo>
                  <a:lnTo>
                    <a:pt x="3087" y="618"/>
                  </a:lnTo>
                  <a:lnTo>
                    <a:pt x="3087" y="541"/>
                  </a:lnTo>
                  <a:lnTo>
                    <a:pt x="3087" y="438"/>
                  </a:lnTo>
                  <a:lnTo>
                    <a:pt x="3087" y="335"/>
                  </a:lnTo>
                  <a:lnTo>
                    <a:pt x="3061" y="258"/>
                  </a:lnTo>
                  <a:lnTo>
                    <a:pt x="3010" y="207"/>
                  </a:lnTo>
                  <a:lnTo>
                    <a:pt x="2958" y="129"/>
                  </a:lnTo>
                  <a:lnTo>
                    <a:pt x="2907" y="78"/>
                  </a:lnTo>
                  <a:lnTo>
                    <a:pt x="2830" y="52"/>
                  </a:lnTo>
                  <a:lnTo>
                    <a:pt x="2752" y="26"/>
                  </a:lnTo>
                  <a:lnTo>
                    <a:pt x="2649"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737;p54">
              <a:extLst>
                <a:ext uri="{FF2B5EF4-FFF2-40B4-BE49-F238E27FC236}">
                  <a16:creationId xmlns:a16="http://schemas.microsoft.com/office/drawing/2014/main" id="{88154891-AE8F-07A9-5704-28B63583ABCE}"/>
                </a:ext>
              </a:extLst>
            </p:cNvPr>
            <p:cNvSpPr/>
            <p:nvPr/>
          </p:nvSpPr>
          <p:spPr>
            <a:xfrm>
              <a:off x="4053125" y="4019013"/>
              <a:ext cx="69475" cy="23825"/>
            </a:xfrm>
            <a:custGeom>
              <a:avLst/>
              <a:gdLst/>
              <a:ahLst/>
              <a:cxnLst/>
              <a:rect l="l" t="t" r="r" b="b"/>
              <a:pathLst>
                <a:path w="2779" h="953" extrusionOk="0">
                  <a:moveTo>
                    <a:pt x="335" y="0"/>
                  </a:moveTo>
                  <a:lnTo>
                    <a:pt x="258" y="26"/>
                  </a:lnTo>
                  <a:lnTo>
                    <a:pt x="181" y="77"/>
                  </a:lnTo>
                  <a:lnTo>
                    <a:pt x="104" y="129"/>
                  </a:lnTo>
                  <a:lnTo>
                    <a:pt x="52" y="180"/>
                  </a:lnTo>
                  <a:lnTo>
                    <a:pt x="26" y="258"/>
                  </a:lnTo>
                  <a:lnTo>
                    <a:pt x="1" y="335"/>
                  </a:lnTo>
                  <a:lnTo>
                    <a:pt x="1" y="438"/>
                  </a:lnTo>
                  <a:lnTo>
                    <a:pt x="1" y="540"/>
                  </a:lnTo>
                  <a:lnTo>
                    <a:pt x="1" y="618"/>
                  </a:lnTo>
                  <a:lnTo>
                    <a:pt x="26" y="695"/>
                  </a:lnTo>
                  <a:lnTo>
                    <a:pt x="52" y="772"/>
                  </a:lnTo>
                  <a:lnTo>
                    <a:pt x="104" y="823"/>
                  </a:lnTo>
                  <a:lnTo>
                    <a:pt x="181" y="875"/>
                  </a:lnTo>
                  <a:lnTo>
                    <a:pt x="258" y="926"/>
                  </a:lnTo>
                  <a:lnTo>
                    <a:pt x="335" y="952"/>
                  </a:lnTo>
                  <a:lnTo>
                    <a:pt x="2444" y="952"/>
                  </a:lnTo>
                  <a:lnTo>
                    <a:pt x="2522" y="926"/>
                  </a:lnTo>
                  <a:lnTo>
                    <a:pt x="2599" y="875"/>
                  </a:lnTo>
                  <a:lnTo>
                    <a:pt x="2650" y="823"/>
                  </a:lnTo>
                  <a:lnTo>
                    <a:pt x="2702" y="772"/>
                  </a:lnTo>
                  <a:lnTo>
                    <a:pt x="2753" y="695"/>
                  </a:lnTo>
                  <a:lnTo>
                    <a:pt x="2779" y="618"/>
                  </a:lnTo>
                  <a:lnTo>
                    <a:pt x="2779" y="540"/>
                  </a:lnTo>
                  <a:lnTo>
                    <a:pt x="2779" y="438"/>
                  </a:lnTo>
                  <a:lnTo>
                    <a:pt x="2779" y="335"/>
                  </a:lnTo>
                  <a:lnTo>
                    <a:pt x="2753" y="258"/>
                  </a:lnTo>
                  <a:lnTo>
                    <a:pt x="2702" y="180"/>
                  </a:lnTo>
                  <a:lnTo>
                    <a:pt x="2650" y="129"/>
                  </a:lnTo>
                  <a:lnTo>
                    <a:pt x="2599" y="77"/>
                  </a:lnTo>
                  <a:lnTo>
                    <a:pt x="2522" y="26"/>
                  </a:lnTo>
                  <a:lnTo>
                    <a:pt x="2444"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738;p54">
              <a:extLst>
                <a:ext uri="{FF2B5EF4-FFF2-40B4-BE49-F238E27FC236}">
                  <a16:creationId xmlns:a16="http://schemas.microsoft.com/office/drawing/2014/main" id="{6D225CA7-9208-7D0B-7E95-73675FD636AF}"/>
                </a:ext>
              </a:extLst>
            </p:cNvPr>
            <p:cNvSpPr/>
            <p:nvPr/>
          </p:nvSpPr>
          <p:spPr>
            <a:xfrm>
              <a:off x="4033200" y="4042813"/>
              <a:ext cx="81050" cy="23800"/>
            </a:xfrm>
            <a:custGeom>
              <a:avLst/>
              <a:gdLst/>
              <a:ahLst/>
              <a:cxnLst/>
              <a:rect l="l" t="t" r="r" b="b"/>
              <a:pathLst>
                <a:path w="3242" h="952" extrusionOk="0">
                  <a:moveTo>
                    <a:pt x="412" y="0"/>
                  </a:moveTo>
                  <a:lnTo>
                    <a:pt x="335" y="26"/>
                  </a:lnTo>
                  <a:lnTo>
                    <a:pt x="258" y="26"/>
                  </a:lnTo>
                  <a:lnTo>
                    <a:pt x="180" y="77"/>
                  </a:lnTo>
                  <a:lnTo>
                    <a:pt x="103" y="129"/>
                  </a:lnTo>
                  <a:lnTo>
                    <a:pt x="52" y="180"/>
                  </a:lnTo>
                  <a:lnTo>
                    <a:pt x="26" y="257"/>
                  </a:lnTo>
                  <a:lnTo>
                    <a:pt x="0" y="334"/>
                  </a:lnTo>
                  <a:lnTo>
                    <a:pt x="0" y="437"/>
                  </a:lnTo>
                  <a:lnTo>
                    <a:pt x="0" y="540"/>
                  </a:lnTo>
                  <a:lnTo>
                    <a:pt x="0" y="617"/>
                  </a:lnTo>
                  <a:lnTo>
                    <a:pt x="26" y="695"/>
                  </a:lnTo>
                  <a:lnTo>
                    <a:pt x="52" y="772"/>
                  </a:lnTo>
                  <a:lnTo>
                    <a:pt x="103" y="823"/>
                  </a:lnTo>
                  <a:lnTo>
                    <a:pt x="180" y="875"/>
                  </a:lnTo>
                  <a:lnTo>
                    <a:pt x="258" y="926"/>
                  </a:lnTo>
                  <a:lnTo>
                    <a:pt x="335" y="952"/>
                  </a:lnTo>
                  <a:lnTo>
                    <a:pt x="2907" y="952"/>
                  </a:lnTo>
                  <a:lnTo>
                    <a:pt x="2984" y="926"/>
                  </a:lnTo>
                  <a:lnTo>
                    <a:pt x="3061" y="875"/>
                  </a:lnTo>
                  <a:lnTo>
                    <a:pt x="3138" y="823"/>
                  </a:lnTo>
                  <a:lnTo>
                    <a:pt x="3190" y="772"/>
                  </a:lnTo>
                  <a:lnTo>
                    <a:pt x="3216" y="695"/>
                  </a:lnTo>
                  <a:lnTo>
                    <a:pt x="3241" y="617"/>
                  </a:lnTo>
                  <a:lnTo>
                    <a:pt x="3241" y="540"/>
                  </a:lnTo>
                  <a:lnTo>
                    <a:pt x="3241" y="437"/>
                  </a:lnTo>
                  <a:lnTo>
                    <a:pt x="3241" y="334"/>
                  </a:lnTo>
                  <a:lnTo>
                    <a:pt x="3216" y="257"/>
                  </a:lnTo>
                  <a:lnTo>
                    <a:pt x="3190" y="180"/>
                  </a:lnTo>
                  <a:lnTo>
                    <a:pt x="3138" y="129"/>
                  </a:lnTo>
                  <a:lnTo>
                    <a:pt x="3061" y="77"/>
                  </a:lnTo>
                  <a:lnTo>
                    <a:pt x="2984" y="26"/>
                  </a:lnTo>
                  <a:lnTo>
                    <a:pt x="2907" y="26"/>
                  </a:lnTo>
                  <a:lnTo>
                    <a:pt x="2830"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739;p54">
              <a:extLst>
                <a:ext uri="{FF2B5EF4-FFF2-40B4-BE49-F238E27FC236}">
                  <a16:creationId xmlns:a16="http://schemas.microsoft.com/office/drawing/2014/main" id="{E350FBCB-9039-AAE1-CE4D-BBB9D5250F57}"/>
                </a:ext>
              </a:extLst>
            </p:cNvPr>
            <p:cNvSpPr/>
            <p:nvPr/>
          </p:nvSpPr>
          <p:spPr>
            <a:xfrm>
              <a:off x="4075000" y="3995213"/>
              <a:ext cx="54675" cy="16750"/>
            </a:xfrm>
            <a:custGeom>
              <a:avLst/>
              <a:gdLst/>
              <a:ahLst/>
              <a:cxnLst/>
              <a:rect l="l" t="t" r="r" b="b"/>
              <a:pathLst>
                <a:path w="2187" h="670" extrusionOk="0">
                  <a:moveTo>
                    <a:pt x="335" y="1"/>
                  </a:moveTo>
                  <a:lnTo>
                    <a:pt x="258" y="26"/>
                  </a:lnTo>
                  <a:lnTo>
                    <a:pt x="180" y="78"/>
                  </a:lnTo>
                  <a:lnTo>
                    <a:pt x="129" y="129"/>
                  </a:lnTo>
                  <a:lnTo>
                    <a:pt x="77" y="181"/>
                  </a:lnTo>
                  <a:lnTo>
                    <a:pt x="26" y="258"/>
                  </a:lnTo>
                  <a:lnTo>
                    <a:pt x="0" y="335"/>
                  </a:lnTo>
                  <a:lnTo>
                    <a:pt x="0" y="412"/>
                  </a:lnTo>
                  <a:lnTo>
                    <a:pt x="0" y="541"/>
                  </a:lnTo>
                  <a:lnTo>
                    <a:pt x="0" y="669"/>
                  </a:lnTo>
                  <a:lnTo>
                    <a:pt x="77" y="541"/>
                  </a:lnTo>
                  <a:lnTo>
                    <a:pt x="180" y="438"/>
                  </a:lnTo>
                  <a:lnTo>
                    <a:pt x="283" y="386"/>
                  </a:lnTo>
                  <a:lnTo>
                    <a:pt x="438" y="361"/>
                  </a:lnTo>
                  <a:lnTo>
                    <a:pt x="1749" y="361"/>
                  </a:lnTo>
                  <a:lnTo>
                    <a:pt x="1904" y="386"/>
                  </a:lnTo>
                  <a:lnTo>
                    <a:pt x="2032" y="438"/>
                  </a:lnTo>
                  <a:lnTo>
                    <a:pt x="2110" y="541"/>
                  </a:lnTo>
                  <a:lnTo>
                    <a:pt x="2187" y="669"/>
                  </a:lnTo>
                  <a:lnTo>
                    <a:pt x="2187" y="541"/>
                  </a:lnTo>
                  <a:lnTo>
                    <a:pt x="2187" y="412"/>
                  </a:lnTo>
                  <a:lnTo>
                    <a:pt x="2187" y="335"/>
                  </a:lnTo>
                  <a:lnTo>
                    <a:pt x="2161" y="258"/>
                  </a:lnTo>
                  <a:lnTo>
                    <a:pt x="2110" y="181"/>
                  </a:lnTo>
                  <a:lnTo>
                    <a:pt x="2058" y="129"/>
                  </a:lnTo>
                  <a:lnTo>
                    <a:pt x="2007" y="78"/>
                  </a:lnTo>
                  <a:lnTo>
                    <a:pt x="1930" y="26"/>
                  </a:lnTo>
                  <a:lnTo>
                    <a:pt x="1852"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740;p54">
              <a:extLst>
                <a:ext uri="{FF2B5EF4-FFF2-40B4-BE49-F238E27FC236}">
                  <a16:creationId xmlns:a16="http://schemas.microsoft.com/office/drawing/2014/main" id="{28A6E294-9B34-B84C-B4B1-79B3D64C2C2B}"/>
                </a:ext>
              </a:extLst>
            </p:cNvPr>
            <p:cNvSpPr/>
            <p:nvPr/>
          </p:nvSpPr>
          <p:spPr>
            <a:xfrm>
              <a:off x="4045425" y="4066588"/>
              <a:ext cx="77175" cy="16750"/>
            </a:xfrm>
            <a:custGeom>
              <a:avLst/>
              <a:gdLst/>
              <a:ahLst/>
              <a:cxnLst/>
              <a:rect l="l" t="t" r="r" b="b"/>
              <a:pathLst>
                <a:path w="3087" h="670" extrusionOk="0">
                  <a:moveTo>
                    <a:pt x="437" y="1"/>
                  </a:moveTo>
                  <a:lnTo>
                    <a:pt x="334" y="26"/>
                  </a:lnTo>
                  <a:lnTo>
                    <a:pt x="257" y="52"/>
                  </a:lnTo>
                  <a:lnTo>
                    <a:pt x="180" y="78"/>
                  </a:lnTo>
                  <a:lnTo>
                    <a:pt x="129" y="129"/>
                  </a:lnTo>
                  <a:lnTo>
                    <a:pt x="77" y="181"/>
                  </a:lnTo>
                  <a:lnTo>
                    <a:pt x="26" y="258"/>
                  </a:lnTo>
                  <a:lnTo>
                    <a:pt x="0" y="335"/>
                  </a:lnTo>
                  <a:lnTo>
                    <a:pt x="0" y="412"/>
                  </a:lnTo>
                  <a:lnTo>
                    <a:pt x="0" y="541"/>
                  </a:lnTo>
                  <a:lnTo>
                    <a:pt x="26" y="670"/>
                  </a:lnTo>
                  <a:lnTo>
                    <a:pt x="77" y="541"/>
                  </a:lnTo>
                  <a:lnTo>
                    <a:pt x="180" y="464"/>
                  </a:lnTo>
                  <a:lnTo>
                    <a:pt x="283" y="387"/>
                  </a:lnTo>
                  <a:lnTo>
                    <a:pt x="437" y="361"/>
                  </a:lnTo>
                  <a:lnTo>
                    <a:pt x="2649" y="361"/>
                  </a:lnTo>
                  <a:lnTo>
                    <a:pt x="2778" y="387"/>
                  </a:lnTo>
                  <a:lnTo>
                    <a:pt x="2907" y="464"/>
                  </a:lnTo>
                  <a:lnTo>
                    <a:pt x="3010" y="541"/>
                  </a:lnTo>
                  <a:lnTo>
                    <a:pt x="3061" y="670"/>
                  </a:lnTo>
                  <a:lnTo>
                    <a:pt x="3087" y="541"/>
                  </a:lnTo>
                  <a:lnTo>
                    <a:pt x="3087" y="412"/>
                  </a:lnTo>
                  <a:lnTo>
                    <a:pt x="3087" y="335"/>
                  </a:lnTo>
                  <a:lnTo>
                    <a:pt x="3061" y="258"/>
                  </a:lnTo>
                  <a:lnTo>
                    <a:pt x="3010" y="181"/>
                  </a:lnTo>
                  <a:lnTo>
                    <a:pt x="2958" y="129"/>
                  </a:lnTo>
                  <a:lnTo>
                    <a:pt x="2881" y="78"/>
                  </a:lnTo>
                  <a:lnTo>
                    <a:pt x="2804" y="52"/>
                  </a:lnTo>
                  <a:lnTo>
                    <a:pt x="2727" y="26"/>
                  </a:lnTo>
                  <a:lnTo>
                    <a:pt x="2649" y="1"/>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741;p54">
              <a:extLst>
                <a:ext uri="{FF2B5EF4-FFF2-40B4-BE49-F238E27FC236}">
                  <a16:creationId xmlns:a16="http://schemas.microsoft.com/office/drawing/2014/main" id="{B4089F48-BD79-9AA6-0D39-89E53C223AF3}"/>
                </a:ext>
              </a:extLst>
            </p:cNvPr>
            <p:cNvSpPr/>
            <p:nvPr/>
          </p:nvSpPr>
          <p:spPr>
            <a:xfrm>
              <a:off x="4053125" y="4019013"/>
              <a:ext cx="69475" cy="16750"/>
            </a:xfrm>
            <a:custGeom>
              <a:avLst/>
              <a:gdLst/>
              <a:ahLst/>
              <a:cxnLst/>
              <a:rect l="l" t="t" r="r" b="b"/>
              <a:pathLst>
                <a:path w="2779" h="670" extrusionOk="0">
                  <a:moveTo>
                    <a:pt x="335" y="0"/>
                  </a:moveTo>
                  <a:lnTo>
                    <a:pt x="258" y="26"/>
                  </a:lnTo>
                  <a:lnTo>
                    <a:pt x="181" y="77"/>
                  </a:lnTo>
                  <a:lnTo>
                    <a:pt x="129" y="129"/>
                  </a:lnTo>
                  <a:lnTo>
                    <a:pt x="78" y="180"/>
                  </a:lnTo>
                  <a:lnTo>
                    <a:pt x="26" y="258"/>
                  </a:lnTo>
                  <a:lnTo>
                    <a:pt x="1" y="335"/>
                  </a:lnTo>
                  <a:lnTo>
                    <a:pt x="1" y="412"/>
                  </a:lnTo>
                  <a:lnTo>
                    <a:pt x="1" y="540"/>
                  </a:lnTo>
                  <a:lnTo>
                    <a:pt x="1" y="669"/>
                  </a:lnTo>
                  <a:lnTo>
                    <a:pt x="78" y="540"/>
                  </a:lnTo>
                  <a:lnTo>
                    <a:pt x="155" y="463"/>
                  </a:lnTo>
                  <a:lnTo>
                    <a:pt x="284" y="386"/>
                  </a:lnTo>
                  <a:lnTo>
                    <a:pt x="438" y="360"/>
                  </a:lnTo>
                  <a:lnTo>
                    <a:pt x="2341" y="360"/>
                  </a:lnTo>
                  <a:lnTo>
                    <a:pt x="2470" y="386"/>
                  </a:lnTo>
                  <a:lnTo>
                    <a:pt x="2599" y="463"/>
                  </a:lnTo>
                  <a:lnTo>
                    <a:pt x="2702" y="540"/>
                  </a:lnTo>
                  <a:lnTo>
                    <a:pt x="2753" y="669"/>
                  </a:lnTo>
                  <a:lnTo>
                    <a:pt x="2779" y="540"/>
                  </a:lnTo>
                  <a:lnTo>
                    <a:pt x="2779" y="412"/>
                  </a:lnTo>
                  <a:lnTo>
                    <a:pt x="2779" y="335"/>
                  </a:lnTo>
                  <a:lnTo>
                    <a:pt x="2753" y="258"/>
                  </a:lnTo>
                  <a:lnTo>
                    <a:pt x="2702" y="180"/>
                  </a:lnTo>
                  <a:lnTo>
                    <a:pt x="2650" y="129"/>
                  </a:lnTo>
                  <a:lnTo>
                    <a:pt x="2573" y="77"/>
                  </a:lnTo>
                  <a:lnTo>
                    <a:pt x="2496" y="26"/>
                  </a:lnTo>
                  <a:lnTo>
                    <a:pt x="2419"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742;p54">
              <a:extLst>
                <a:ext uri="{FF2B5EF4-FFF2-40B4-BE49-F238E27FC236}">
                  <a16:creationId xmlns:a16="http://schemas.microsoft.com/office/drawing/2014/main" id="{30D74E91-3F57-4469-72EF-A443CBF3A6A2}"/>
                </a:ext>
              </a:extLst>
            </p:cNvPr>
            <p:cNvSpPr/>
            <p:nvPr/>
          </p:nvSpPr>
          <p:spPr>
            <a:xfrm>
              <a:off x="4033200" y="4042813"/>
              <a:ext cx="81050" cy="16725"/>
            </a:xfrm>
            <a:custGeom>
              <a:avLst/>
              <a:gdLst/>
              <a:ahLst/>
              <a:cxnLst/>
              <a:rect l="l" t="t" r="r" b="b"/>
              <a:pathLst>
                <a:path w="3242" h="669" extrusionOk="0">
                  <a:moveTo>
                    <a:pt x="335" y="0"/>
                  </a:moveTo>
                  <a:lnTo>
                    <a:pt x="258" y="26"/>
                  </a:lnTo>
                  <a:lnTo>
                    <a:pt x="180" y="77"/>
                  </a:lnTo>
                  <a:lnTo>
                    <a:pt x="129" y="129"/>
                  </a:lnTo>
                  <a:lnTo>
                    <a:pt x="78" y="180"/>
                  </a:lnTo>
                  <a:lnTo>
                    <a:pt x="26" y="257"/>
                  </a:lnTo>
                  <a:lnTo>
                    <a:pt x="0" y="334"/>
                  </a:lnTo>
                  <a:lnTo>
                    <a:pt x="0" y="412"/>
                  </a:lnTo>
                  <a:lnTo>
                    <a:pt x="0" y="540"/>
                  </a:lnTo>
                  <a:lnTo>
                    <a:pt x="0" y="669"/>
                  </a:lnTo>
                  <a:lnTo>
                    <a:pt x="78" y="540"/>
                  </a:lnTo>
                  <a:lnTo>
                    <a:pt x="155" y="463"/>
                  </a:lnTo>
                  <a:lnTo>
                    <a:pt x="283" y="386"/>
                  </a:lnTo>
                  <a:lnTo>
                    <a:pt x="438" y="360"/>
                  </a:lnTo>
                  <a:lnTo>
                    <a:pt x="2804" y="360"/>
                  </a:lnTo>
                  <a:lnTo>
                    <a:pt x="2958" y="386"/>
                  </a:lnTo>
                  <a:lnTo>
                    <a:pt x="3087" y="463"/>
                  </a:lnTo>
                  <a:lnTo>
                    <a:pt x="3164" y="540"/>
                  </a:lnTo>
                  <a:lnTo>
                    <a:pt x="3241" y="669"/>
                  </a:lnTo>
                  <a:lnTo>
                    <a:pt x="3241" y="540"/>
                  </a:lnTo>
                  <a:lnTo>
                    <a:pt x="3241" y="412"/>
                  </a:lnTo>
                  <a:lnTo>
                    <a:pt x="3241" y="334"/>
                  </a:lnTo>
                  <a:lnTo>
                    <a:pt x="3216" y="257"/>
                  </a:lnTo>
                  <a:lnTo>
                    <a:pt x="3190" y="180"/>
                  </a:lnTo>
                  <a:lnTo>
                    <a:pt x="3113" y="129"/>
                  </a:lnTo>
                  <a:lnTo>
                    <a:pt x="3061" y="77"/>
                  </a:lnTo>
                  <a:lnTo>
                    <a:pt x="2984" y="26"/>
                  </a:lnTo>
                  <a:lnTo>
                    <a:pt x="2907"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743;p54">
              <a:extLst>
                <a:ext uri="{FF2B5EF4-FFF2-40B4-BE49-F238E27FC236}">
                  <a16:creationId xmlns:a16="http://schemas.microsoft.com/office/drawing/2014/main" id="{214FAD3C-122D-77C6-5021-BD46B80971FF}"/>
                </a:ext>
              </a:extLst>
            </p:cNvPr>
            <p:cNvSpPr/>
            <p:nvPr/>
          </p:nvSpPr>
          <p:spPr>
            <a:xfrm>
              <a:off x="4085275" y="4088463"/>
              <a:ext cx="46325" cy="25750"/>
            </a:xfrm>
            <a:custGeom>
              <a:avLst/>
              <a:gdLst/>
              <a:ahLst/>
              <a:cxnLst/>
              <a:rect l="l" t="t" r="r" b="b"/>
              <a:pathLst>
                <a:path w="1853" h="1030" extrusionOk="0">
                  <a:moveTo>
                    <a:pt x="1544" y="0"/>
                  </a:moveTo>
                  <a:lnTo>
                    <a:pt x="1467" y="26"/>
                  </a:lnTo>
                  <a:lnTo>
                    <a:pt x="1493" y="77"/>
                  </a:lnTo>
                  <a:lnTo>
                    <a:pt x="438" y="77"/>
                  </a:lnTo>
                  <a:lnTo>
                    <a:pt x="310" y="103"/>
                  </a:lnTo>
                  <a:lnTo>
                    <a:pt x="181" y="180"/>
                  </a:lnTo>
                  <a:lnTo>
                    <a:pt x="104" y="258"/>
                  </a:lnTo>
                  <a:lnTo>
                    <a:pt x="27" y="386"/>
                  </a:lnTo>
                  <a:lnTo>
                    <a:pt x="1" y="515"/>
                  </a:lnTo>
                  <a:lnTo>
                    <a:pt x="1" y="618"/>
                  </a:lnTo>
                  <a:lnTo>
                    <a:pt x="27" y="643"/>
                  </a:lnTo>
                  <a:lnTo>
                    <a:pt x="27" y="669"/>
                  </a:lnTo>
                  <a:lnTo>
                    <a:pt x="27" y="695"/>
                  </a:lnTo>
                  <a:lnTo>
                    <a:pt x="27" y="721"/>
                  </a:lnTo>
                  <a:lnTo>
                    <a:pt x="52" y="772"/>
                  </a:lnTo>
                  <a:lnTo>
                    <a:pt x="104" y="643"/>
                  </a:lnTo>
                  <a:lnTo>
                    <a:pt x="181" y="566"/>
                  </a:lnTo>
                  <a:lnTo>
                    <a:pt x="310" y="489"/>
                  </a:lnTo>
                  <a:lnTo>
                    <a:pt x="438" y="489"/>
                  </a:lnTo>
                  <a:lnTo>
                    <a:pt x="1210" y="463"/>
                  </a:lnTo>
                  <a:lnTo>
                    <a:pt x="1287" y="489"/>
                  </a:lnTo>
                  <a:lnTo>
                    <a:pt x="1338" y="515"/>
                  </a:lnTo>
                  <a:lnTo>
                    <a:pt x="1390" y="540"/>
                  </a:lnTo>
                  <a:lnTo>
                    <a:pt x="1441" y="592"/>
                  </a:lnTo>
                  <a:lnTo>
                    <a:pt x="1467" y="669"/>
                  </a:lnTo>
                  <a:lnTo>
                    <a:pt x="1493" y="746"/>
                  </a:lnTo>
                  <a:lnTo>
                    <a:pt x="1493" y="798"/>
                  </a:lnTo>
                  <a:lnTo>
                    <a:pt x="1467" y="875"/>
                  </a:lnTo>
                  <a:lnTo>
                    <a:pt x="1416" y="1029"/>
                  </a:lnTo>
                  <a:lnTo>
                    <a:pt x="1801" y="1029"/>
                  </a:lnTo>
                  <a:lnTo>
                    <a:pt x="1853" y="823"/>
                  </a:lnTo>
                  <a:lnTo>
                    <a:pt x="1853" y="643"/>
                  </a:lnTo>
                  <a:lnTo>
                    <a:pt x="1801" y="463"/>
                  </a:lnTo>
                  <a:lnTo>
                    <a:pt x="1750" y="309"/>
                  </a:lnTo>
                  <a:lnTo>
                    <a:pt x="1596" y="77"/>
                  </a:lnTo>
                  <a:lnTo>
                    <a:pt x="1544" y="0"/>
                  </a:lnTo>
                  <a:close/>
                </a:path>
              </a:pathLst>
            </a:custGeom>
            <a:solidFill>
              <a:srgbClr val="FFDD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744;p54">
              <a:extLst>
                <a:ext uri="{FF2B5EF4-FFF2-40B4-BE49-F238E27FC236}">
                  <a16:creationId xmlns:a16="http://schemas.microsoft.com/office/drawing/2014/main" id="{07EFAA6A-06E6-ABAA-F8B0-AA0F8D5A9E5E}"/>
                </a:ext>
              </a:extLst>
            </p:cNvPr>
            <p:cNvSpPr/>
            <p:nvPr/>
          </p:nvSpPr>
          <p:spPr>
            <a:xfrm>
              <a:off x="4027400" y="3989438"/>
              <a:ext cx="372375" cy="372975"/>
            </a:xfrm>
            <a:custGeom>
              <a:avLst/>
              <a:gdLst/>
              <a:ahLst/>
              <a:cxnLst/>
              <a:rect l="l" t="t" r="r" b="b"/>
              <a:pathLst>
                <a:path w="14895" h="14919" extrusionOk="0">
                  <a:moveTo>
                    <a:pt x="14457" y="695"/>
                  </a:moveTo>
                  <a:lnTo>
                    <a:pt x="14457" y="1723"/>
                  </a:lnTo>
                  <a:lnTo>
                    <a:pt x="14380" y="1698"/>
                  </a:lnTo>
                  <a:lnTo>
                    <a:pt x="14045" y="1698"/>
                  </a:lnTo>
                  <a:lnTo>
                    <a:pt x="13942" y="1723"/>
                  </a:lnTo>
                  <a:lnTo>
                    <a:pt x="13942" y="1466"/>
                  </a:lnTo>
                  <a:lnTo>
                    <a:pt x="13942" y="1312"/>
                  </a:lnTo>
                  <a:lnTo>
                    <a:pt x="13891" y="1209"/>
                  </a:lnTo>
                  <a:lnTo>
                    <a:pt x="13840" y="1106"/>
                  </a:lnTo>
                  <a:lnTo>
                    <a:pt x="13762" y="1003"/>
                  </a:lnTo>
                  <a:lnTo>
                    <a:pt x="13659" y="926"/>
                  </a:lnTo>
                  <a:lnTo>
                    <a:pt x="13557" y="849"/>
                  </a:lnTo>
                  <a:lnTo>
                    <a:pt x="13428" y="823"/>
                  </a:lnTo>
                  <a:lnTo>
                    <a:pt x="13299" y="797"/>
                  </a:lnTo>
                  <a:lnTo>
                    <a:pt x="13196" y="797"/>
                  </a:lnTo>
                  <a:lnTo>
                    <a:pt x="13094" y="823"/>
                  </a:lnTo>
                  <a:lnTo>
                    <a:pt x="12991" y="849"/>
                  </a:lnTo>
                  <a:lnTo>
                    <a:pt x="12991" y="695"/>
                  </a:lnTo>
                  <a:close/>
                  <a:moveTo>
                    <a:pt x="1724" y="437"/>
                  </a:moveTo>
                  <a:lnTo>
                    <a:pt x="1699" y="540"/>
                  </a:lnTo>
                  <a:lnTo>
                    <a:pt x="1673" y="669"/>
                  </a:lnTo>
                  <a:lnTo>
                    <a:pt x="1673" y="772"/>
                  </a:lnTo>
                  <a:lnTo>
                    <a:pt x="1699" y="875"/>
                  </a:lnTo>
                  <a:lnTo>
                    <a:pt x="1724" y="978"/>
                  </a:lnTo>
                  <a:lnTo>
                    <a:pt x="1313" y="978"/>
                  </a:lnTo>
                  <a:lnTo>
                    <a:pt x="1184" y="1029"/>
                  </a:lnTo>
                  <a:lnTo>
                    <a:pt x="1081" y="1080"/>
                  </a:lnTo>
                  <a:lnTo>
                    <a:pt x="978" y="1158"/>
                  </a:lnTo>
                  <a:lnTo>
                    <a:pt x="901" y="1260"/>
                  </a:lnTo>
                  <a:lnTo>
                    <a:pt x="850" y="1363"/>
                  </a:lnTo>
                  <a:lnTo>
                    <a:pt x="824" y="1492"/>
                  </a:lnTo>
                  <a:lnTo>
                    <a:pt x="798" y="1621"/>
                  </a:lnTo>
                  <a:lnTo>
                    <a:pt x="798" y="1723"/>
                  </a:lnTo>
                  <a:lnTo>
                    <a:pt x="798" y="1826"/>
                  </a:lnTo>
                  <a:lnTo>
                    <a:pt x="824" y="1929"/>
                  </a:lnTo>
                  <a:lnTo>
                    <a:pt x="670" y="1929"/>
                  </a:lnTo>
                  <a:lnTo>
                    <a:pt x="670" y="437"/>
                  </a:lnTo>
                  <a:close/>
                  <a:moveTo>
                    <a:pt x="5428" y="463"/>
                  </a:moveTo>
                  <a:lnTo>
                    <a:pt x="5608" y="515"/>
                  </a:lnTo>
                  <a:lnTo>
                    <a:pt x="5763" y="566"/>
                  </a:lnTo>
                  <a:lnTo>
                    <a:pt x="5943" y="669"/>
                  </a:lnTo>
                  <a:lnTo>
                    <a:pt x="6174" y="797"/>
                  </a:lnTo>
                  <a:lnTo>
                    <a:pt x="6406" y="900"/>
                  </a:lnTo>
                  <a:lnTo>
                    <a:pt x="6689" y="952"/>
                  </a:lnTo>
                  <a:lnTo>
                    <a:pt x="6946" y="1003"/>
                  </a:lnTo>
                  <a:lnTo>
                    <a:pt x="6946" y="3833"/>
                  </a:lnTo>
                  <a:lnTo>
                    <a:pt x="6329" y="3833"/>
                  </a:lnTo>
                  <a:lnTo>
                    <a:pt x="6149" y="3858"/>
                  </a:lnTo>
                  <a:lnTo>
                    <a:pt x="5994" y="3910"/>
                  </a:lnTo>
                  <a:lnTo>
                    <a:pt x="5840" y="3987"/>
                  </a:lnTo>
                  <a:lnTo>
                    <a:pt x="5711" y="4116"/>
                  </a:lnTo>
                  <a:lnTo>
                    <a:pt x="5634" y="4219"/>
                  </a:lnTo>
                  <a:lnTo>
                    <a:pt x="5505" y="4321"/>
                  </a:lnTo>
                  <a:lnTo>
                    <a:pt x="5403" y="4373"/>
                  </a:lnTo>
                  <a:lnTo>
                    <a:pt x="5274" y="4450"/>
                  </a:lnTo>
                  <a:lnTo>
                    <a:pt x="4862" y="4604"/>
                  </a:lnTo>
                  <a:lnTo>
                    <a:pt x="4579" y="4682"/>
                  </a:lnTo>
                  <a:lnTo>
                    <a:pt x="4348" y="4733"/>
                  </a:lnTo>
                  <a:lnTo>
                    <a:pt x="4091" y="4759"/>
                  </a:lnTo>
                  <a:lnTo>
                    <a:pt x="3859" y="4784"/>
                  </a:lnTo>
                  <a:lnTo>
                    <a:pt x="2753" y="4784"/>
                  </a:lnTo>
                  <a:lnTo>
                    <a:pt x="2676" y="4759"/>
                  </a:lnTo>
                  <a:lnTo>
                    <a:pt x="2599" y="4733"/>
                  </a:lnTo>
                  <a:lnTo>
                    <a:pt x="2573" y="4656"/>
                  </a:lnTo>
                  <a:lnTo>
                    <a:pt x="2547" y="4579"/>
                  </a:lnTo>
                  <a:lnTo>
                    <a:pt x="2547" y="4476"/>
                  </a:lnTo>
                  <a:lnTo>
                    <a:pt x="2573" y="4399"/>
                  </a:lnTo>
                  <a:lnTo>
                    <a:pt x="2599" y="4321"/>
                  </a:lnTo>
                  <a:lnTo>
                    <a:pt x="2676" y="4270"/>
                  </a:lnTo>
                  <a:lnTo>
                    <a:pt x="3808" y="4270"/>
                  </a:lnTo>
                  <a:lnTo>
                    <a:pt x="3885" y="4244"/>
                  </a:lnTo>
                  <a:lnTo>
                    <a:pt x="3962" y="4193"/>
                  </a:lnTo>
                  <a:lnTo>
                    <a:pt x="4014" y="4141"/>
                  </a:lnTo>
                  <a:lnTo>
                    <a:pt x="4014" y="4038"/>
                  </a:lnTo>
                  <a:lnTo>
                    <a:pt x="4014" y="3961"/>
                  </a:lnTo>
                  <a:lnTo>
                    <a:pt x="3962" y="3884"/>
                  </a:lnTo>
                  <a:lnTo>
                    <a:pt x="3885" y="3833"/>
                  </a:lnTo>
                  <a:lnTo>
                    <a:pt x="1133" y="3833"/>
                  </a:lnTo>
                  <a:lnTo>
                    <a:pt x="1055" y="3807"/>
                  </a:lnTo>
                  <a:lnTo>
                    <a:pt x="1004" y="3756"/>
                  </a:lnTo>
                  <a:lnTo>
                    <a:pt x="953" y="3704"/>
                  </a:lnTo>
                  <a:lnTo>
                    <a:pt x="927" y="3627"/>
                  </a:lnTo>
                  <a:lnTo>
                    <a:pt x="927" y="3524"/>
                  </a:lnTo>
                  <a:lnTo>
                    <a:pt x="953" y="3447"/>
                  </a:lnTo>
                  <a:lnTo>
                    <a:pt x="1004" y="3370"/>
                  </a:lnTo>
                  <a:lnTo>
                    <a:pt x="1055" y="3318"/>
                  </a:lnTo>
                  <a:lnTo>
                    <a:pt x="3268" y="3318"/>
                  </a:lnTo>
                  <a:lnTo>
                    <a:pt x="3370" y="3293"/>
                  </a:lnTo>
                  <a:lnTo>
                    <a:pt x="3422" y="3241"/>
                  </a:lnTo>
                  <a:lnTo>
                    <a:pt x="3473" y="3190"/>
                  </a:lnTo>
                  <a:lnTo>
                    <a:pt x="3499" y="3087"/>
                  </a:lnTo>
                  <a:lnTo>
                    <a:pt x="3473" y="3010"/>
                  </a:lnTo>
                  <a:lnTo>
                    <a:pt x="3422" y="2932"/>
                  </a:lnTo>
                  <a:lnTo>
                    <a:pt x="3370" y="2881"/>
                  </a:lnTo>
                  <a:lnTo>
                    <a:pt x="644" y="2881"/>
                  </a:lnTo>
                  <a:lnTo>
                    <a:pt x="567" y="2855"/>
                  </a:lnTo>
                  <a:lnTo>
                    <a:pt x="490" y="2804"/>
                  </a:lnTo>
                  <a:lnTo>
                    <a:pt x="464" y="2752"/>
                  </a:lnTo>
                  <a:lnTo>
                    <a:pt x="438" y="2675"/>
                  </a:lnTo>
                  <a:lnTo>
                    <a:pt x="438" y="2572"/>
                  </a:lnTo>
                  <a:lnTo>
                    <a:pt x="464" y="2495"/>
                  </a:lnTo>
                  <a:lnTo>
                    <a:pt x="490" y="2418"/>
                  </a:lnTo>
                  <a:lnTo>
                    <a:pt x="567" y="2367"/>
                  </a:lnTo>
                  <a:lnTo>
                    <a:pt x="3268" y="2367"/>
                  </a:lnTo>
                  <a:lnTo>
                    <a:pt x="3345" y="2341"/>
                  </a:lnTo>
                  <a:lnTo>
                    <a:pt x="3422" y="2289"/>
                  </a:lnTo>
                  <a:lnTo>
                    <a:pt x="3473" y="2212"/>
                  </a:lnTo>
                  <a:lnTo>
                    <a:pt x="3499" y="2135"/>
                  </a:lnTo>
                  <a:lnTo>
                    <a:pt x="3473" y="2058"/>
                  </a:lnTo>
                  <a:lnTo>
                    <a:pt x="3422" y="1981"/>
                  </a:lnTo>
                  <a:lnTo>
                    <a:pt x="3345" y="1929"/>
                  </a:lnTo>
                  <a:lnTo>
                    <a:pt x="1441" y="1929"/>
                  </a:lnTo>
                  <a:lnTo>
                    <a:pt x="1364" y="1904"/>
                  </a:lnTo>
                  <a:lnTo>
                    <a:pt x="1287" y="1852"/>
                  </a:lnTo>
                  <a:lnTo>
                    <a:pt x="1261" y="1801"/>
                  </a:lnTo>
                  <a:lnTo>
                    <a:pt x="1236" y="1723"/>
                  </a:lnTo>
                  <a:lnTo>
                    <a:pt x="1236" y="1621"/>
                  </a:lnTo>
                  <a:lnTo>
                    <a:pt x="1261" y="1543"/>
                  </a:lnTo>
                  <a:lnTo>
                    <a:pt x="1287" y="1466"/>
                  </a:lnTo>
                  <a:lnTo>
                    <a:pt x="1364" y="1415"/>
                  </a:lnTo>
                  <a:lnTo>
                    <a:pt x="3602" y="1415"/>
                  </a:lnTo>
                  <a:lnTo>
                    <a:pt x="3679" y="1389"/>
                  </a:lnTo>
                  <a:lnTo>
                    <a:pt x="3756" y="1338"/>
                  </a:lnTo>
                  <a:lnTo>
                    <a:pt x="3782" y="1260"/>
                  </a:lnTo>
                  <a:lnTo>
                    <a:pt x="3808" y="1183"/>
                  </a:lnTo>
                  <a:lnTo>
                    <a:pt x="3782" y="1106"/>
                  </a:lnTo>
                  <a:lnTo>
                    <a:pt x="3756" y="1029"/>
                  </a:lnTo>
                  <a:lnTo>
                    <a:pt x="3679" y="978"/>
                  </a:lnTo>
                  <a:lnTo>
                    <a:pt x="2316" y="978"/>
                  </a:lnTo>
                  <a:lnTo>
                    <a:pt x="2239" y="952"/>
                  </a:lnTo>
                  <a:lnTo>
                    <a:pt x="2187" y="900"/>
                  </a:lnTo>
                  <a:lnTo>
                    <a:pt x="2136" y="849"/>
                  </a:lnTo>
                  <a:lnTo>
                    <a:pt x="2110" y="772"/>
                  </a:lnTo>
                  <a:lnTo>
                    <a:pt x="2110" y="669"/>
                  </a:lnTo>
                  <a:lnTo>
                    <a:pt x="2136" y="566"/>
                  </a:lnTo>
                  <a:lnTo>
                    <a:pt x="2187" y="515"/>
                  </a:lnTo>
                  <a:lnTo>
                    <a:pt x="2239" y="463"/>
                  </a:lnTo>
                  <a:close/>
                  <a:moveTo>
                    <a:pt x="12348" y="437"/>
                  </a:moveTo>
                  <a:lnTo>
                    <a:pt x="12425" y="463"/>
                  </a:lnTo>
                  <a:lnTo>
                    <a:pt x="12502" y="515"/>
                  </a:lnTo>
                  <a:lnTo>
                    <a:pt x="12553" y="566"/>
                  </a:lnTo>
                  <a:lnTo>
                    <a:pt x="12553" y="669"/>
                  </a:lnTo>
                  <a:lnTo>
                    <a:pt x="12553" y="3267"/>
                  </a:lnTo>
                  <a:lnTo>
                    <a:pt x="12579" y="3370"/>
                  </a:lnTo>
                  <a:lnTo>
                    <a:pt x="12631" y="3421"/>
                  </a:lnTo>
                  <a:lnTo>
                    <a:pt x="12682" y="3473"/>
                  </a:lnTo>
                  <a:lnTo>
                    <a:pt x="12785" y="3498"/>
                  </a:lnTo>
                  <a:lnTo>
                    <a:pt x="12862" y="3473"/>
                  </a:lnTo>
                  <a:lnTo>
                    <a:pt x="12939" y="3421"/>
                  </a:lnTo>
                  <a:lnTo>
                    <a:pt x="12991" y="3370"/>
                  </a:lnTo>
                  <a:lnTo>
                    <a:pt x="12991" y="3267"/>
                  </a:lnTo>
                  <a:lnTo>
                    <a:pt x="12991" y="1466"/>
                  </a:lnTo>
                  <a:lnTo>
                    <a:pt x="13016" y="1363"/>
                  </a:lnTo>
                  <a:lnTo>
                    <a:pt x="13068" y="1312"/>
                  </a:lnTo>
                  <a:lnTo>
                    <a:pt x="13119" y="1260"/>
                  </a:lnTo>
                  <a:lnTo>
                    <a:pt x="13196" y="1235"/>
                  </a:lnTo>
                  <a:lnTo>
                    <a:pt x="13299" y="1235"/>
                  </a:lnTo>
                  <a:lnTo>
                    <a:pt x="13377" y="1260"/>
                  </a:lnTo>
                  <a:lnTo>
                    <a:pt x="13454" y="1312"/>
                  </a:lnTo>
                  <a:lnTo>
                    <a:pt x="13505" y="1363"/>
                  </a:lnTo>
                  <a:lnTo>
                    <a:pt x="13505" y="1466"/>
                  </a:lnTo>
                  <a:lnTo>
                    <a:pt x="13505" y="3601"/>
                  </a:lnTo>
                  <a:lnTo>
                    <a:pt x="13531" y="3678"/>
                  </a:lnTo>
                  <a:lnTo>
                    <a:pt x="13582" y="3756"/>
                  </a:lnTo>
                  <a:lnTo>
                    <a:pt x="13659" y="3807"/>
                  </a:lnTo>
                  <a:lnTo>
                    <a:pt x="13814" y="3807"/>
                  </a:lnTo>
                  <a:lnTo>
                    <a:pt x="13891" y="3756"/>
                  </a:lnTo>
                  <a:lnTo>
                    <a:pt x="13942" y="3678"/>
                  </a:lnTo>
                  <a:lnTo>
                    <a:pt x="13942" y="3601"/>
                  </a:lnTo>
                  <a:lnTo>
                    <a:pt x="13942" y="2341"/>
                  </a:lnTo>
                  <a:lnTo>
                    <a:pt x="13968" y="2238"/>
                  </a:lnTo>
                  <a:lnTo>
                    <a:pt x="14020" y="2186"/>
                  </a:lnTo>
                  <a:lnTo>
                    <a:pt x="14071" y="2135"/>
                  </a:lnTo>
                  <a:lnTo>
                    <a:pt x="14328" y="2135"/>
                  </a:lnTo>
                  <a:lnTo>
                    <a:pt x="14405" y="2186"/>
                  </a:lnTo>
                  <a:lnTo>
                    <a:pt x="14457" y="2238"/>
                  </a:lnTo>
                  <a:lnTo>
                    <a:pt x="14457" y="2341"/>
                  </a:lnTo>
                  <a:lnTo>
                    <a:pt x="14457" y="5247"/>
                  </a:lnTo>
                  <a:lnTo>
                    <a:pt x="14457" y="5427"/>
                  </a:lnTo>
                  <a:lnTo>
                    <a:pt x="14405" y="5608"/>
                  </a:lnTo>
                  <a:lnTo>
                    <a:pt x="14354" y="5788"/>
                  </a:lnTo>
                  <a:lnTo>
                    <a:pt x="14251" y="5942"/>
                  </a:lnTo>
                  <a:lnTo>
                    <a:pt x="14122" y="6173"/>
                  </a:lnTo>
                  <a:lnTo>
                    <a:pt x="14020" y="6431"/>
                  </a:lnTo>
                  <a:lnTo>
                    <a:pt x="13942" y="6688"/>
                  </a:lnTo>
                  <a:lnTo>
                    <a:pt x="13917" y="6971"/>
                  </a:lnTo>
                  <a:lnTo>
                    <a:pt x="11087" y="6971"/>
                  </a:lnTo>
                  <a:lnTo>
                    <a:pt x="11087" y="6328"/>
                  </a:lnTo>
                  <a:lnTo>
                    <a:pt x="11061" y="6148"/>
                  </a:lnTo>
                  <a:lnTo>
                    <a:pt x="11010" y="5993"/>
                  </a:lnTo>
                  <a:lnTo>
                    <a:pt x="10933" y="5839"/>
                  </a:lnTo>
                  <a:lnTo>
                    <a:pt x="10804" y="5736"/>
                  </a:lnTo>
                  <a:lnTo>
                    <a:pt x="10701" y="5633"/>
                  </a:lnTo>
                  <a:lnTo>
                    <a:pt x="10598" y="5530"/>
                  </a:lnTo>
                  <a:lnTo>
                    <a:pt x="10547" y="5402"/>
                  </a:lnTo>
                  <a:lnTo>
                    <a:pt x="10470" y="5273"/>
                  </a:lnTo>
                  <a:lnTo>
                    <a:pt x="10316" y="4862"/>
                  </a:lnTo>
                  <a:lnTo>
                    <a:pt x="10238" y="4604"/>
                  </a:lnTo>
                  <a:lnTo>
                    <a:pt x="10187" y="4347"/>
                  </a:lnTo>
                  <a:lnTo>
                    <a:pt x="10161" y="4116"/>
                  </a:lnTo>
                  <a:lnTo>
                    <a:pt x="10135" y="3858"/>
                  </a:lnTo>
                  <a:lnTo>
                    <a:pt x="10135" y="3370"/>
                  </a:lnTo>
                  <a:lnTo>
                    <a:pt x="10135" y="2752"/>
                  </a:lnTo>
                  <a:lnTo>
                    <a:pt x="10161" y="2675"/>
                  </a:lnTo>
                  <a:lnTo>
                    <a:pt x="10187" y="2624"/>
                  </a:lnTo>
                  <a:lnTo>
                    <a:pt x="10264" y="2572"/>
                  </a:lnTo>
                  <a:lnTo>
                    <a:pt x="10341" y="2547"/>
                  </a:lnTo>
                  <a:lnTo>
                    <a:pt x="10444" y="2547"/>
                  </a:lnTo>
                  <a:lnTo>
                    <a:pt x="10521" y="2572"/>
                  </a:lnTo>
                  <a:lnTo>
                    <a:pt x="10598" y="2624"/>
                  </a:lnTo>
                  <a:lnTo>
                    <a:pt x="10650" y="2675"/>
                  </a:lnTo>
                  <a:lnTo>
                    <a:pt x="10650" y="2752"/>
                  </a:lnTo>
                  <a:lnTo>
                    <a:pt x="10650" y="3807"/>
                  </a:lnTo>
                  <a:lnTo>
                    <a:pt x="10676" y="3910"/>
                  </a:lnTo>
                  <a:lnTo>
                    <a:pt x="10727" y="3961"/>
                  </a:lnTo>
                  <a:lnTo>
                    <a:pt x="10779" y="4013"/>
                  </a:lnTo>
                  <a:lnTo>
                    <a:pt x="10881" y="4038"/>
                  </a:lnTo>
                  <a:lnTo>
                    <a:pt x="10959" y="4013"/>
                  </a:lnTo>
                  <a:lnTo>
                    <a:pt x="11036" y="3961"/>
                  </a:lnTo>
                  <a:lnTo>
                    <a:pt x="11061" y="3910"/>
                  </a:lnTo>
                  <a:lnTo>
                    <a:pt x="11087" y="3807"/>
                  </a:lnTo>
                  <a:lnTo>
                    <a:pt x="11087" y="1158"/>
                  </a:lnTo>
                  <a:lnTo>
                    <a:pt x="11113" y="1080"/>
                  </a:lnTo>
                  <a:lnTo>
                    <a:pt x="11139" y="1003"/>
                  </a:lnTo>
                  <a:lnTo>
                    <a:pt x="11216" y="952"/>
                  </a:lnTo>
                  <a:lnTo>
                    <a:pt x="11473" y="952"/>
                  </a:lnTo>
                  <a:lnTo>
                    <a:pt x="11550" y="1003"/>
                  </a:lnTo>
                  <a:lnTo>
                    <a:pt x="11602" y="1080"/>
                  </a:lnTo>
                  <a:lnTo>
                    <a:pt x="11602" y="1158"/>
                  </a:lnTo>
                  <a:lnTo>
                    <a:pt x="11602" y="3293"/>
                  </a:lnTo>
                  <a:lnTo>
                    <a:pt x="11627" y="3370"/>
                  </a:lnTo>
                  <a:lnTo>
                    <a:pt x="11679" y="3447"/>
                  </a:lnTo>
                  <a:lnTo>
                    <a:pt x="11730" y="3473"/>
                  </a:lnTo>
                  <a:lnTo>
                    <a:pt x="11833" y="3498"/>
                  </a:lnTo>
                  <a:lnTo>
                    <a:pt x="11910" y="3473"/>
                  </a:lnTo>
                  <a:lnTo>
                    <a:pt x="11987" y="3447"/>
                  </a:lnTo>
                  <a:lnTo>
                    <a:pt x="12039" y="3370"/>
                  </a:lnTo>
                  <a:lnTo>
                    <a:pt x="12039" y="3293"/>
                  </a:lnTo>
                  <a:lnTo>
                    <a:pt x="12039" y="669"/>
                  </a:lnTo>
                  <a:lnTo>
                    <a:pt x="12065" y="566"/>
                  </a:lnTo>
                  <a:lnTo>
                    <a:pt x="12116" y="515"/>
                  </a:lnTo>
                  <a:lnTo>
                    <a:pt x="12168" y="463"/>
                  </a:lnTo>
                  <a:lnTo>
                    <a:pt x="12245" y="437"/>
                  </a:lnTo>
                  <a:close/>
                  <a:moveTo>
                    <a:pt x="14225" y="7408"/>
                  </a:moveTo>
                  <a:lnTo>
                    <a:pt x="14225" y="10855"/>
                  </a:lnTo>
                  <a:lnTo>
                    <a:pt x="14122" y="10778"/>
                  </a:lnTo>
                  <a:lnTo>
                    <a:pt x="14020" y="10726"/>
                  </a:lnTo>
                  <a:lnTo>
                    <a:pt x="13891" y="10675"/>
                  </a:lnTo>
                  <a:lnTo>
                    <a:pt x="13762" y="10649"/>
                  </a:lnTo>
                  <a:lnTo>
                    <a:pt x="12759" y="10649"/>
                  </a:lnTo>
                  <a:lnTo>
                    <a:pt x="12785" y="10572"/>
                  </a:lnTo>
                  <a:lnTo>
                    <a:pt x="12811" y="10443"/>
                  </a:lnTo>
                  <a:lnTo>
                    <a:pt x="12811" y="10340"/>
                  </a:lnTo>
                  <a:lnTo>
                    <a:pt x="12785" y="10212"/>
                  </a:lnTo>
                  <a:lnTo>
                    <a:pt x="12759" y="10109"/>
                  </a:lnTo>
                  <a:lnTo>
                    <a:pt x="12682" y="10006"/>
                  </a:lnTo>
                  <a:lnTo>
                    <a:pt x="12605" y="9903"/>
                  </a:lnTo>
                  <a:lnTo>
                    <a:pt x="12528" y="9826"/>
                  </a:lnTo>
                  <a:lnTo>
                    <a:pt x="12425" y="9775"/>
                  </a:lnTo>
                  <a:lnTo>
                    <a:pt x="12296" y="9723"/>
                  </a:lnTo>
                  <a:lnTo>
                    <a:pt x="12168" y="9697"/>
                  </a:lnTo>
                  <a:lnTo>
                    <a:pt x="11164" y="9697"/>
                  </a:lnTo>
                  <a:lnTo>
                    <a:pt x="10804" y="9723"/>
                  </a:lnTo>
                  <a:lnTo>
                    <a:pt x="10804" y="7408"/>
                  </a:lnTo>
                  <a:close/>
                  <a:moveTo>
                    <a:pt x="953" y="13196"/>
                  </a:moveTo>
                  <a:lnTo>
                    <a:pt x="953" y="13479"/>
                  </a:lnTo>
                  <a:lnTo>
                    <a:pt x="978" y="13607"/>
                  </a:lnTo>
                  <a:lnTo>
                    <a:pt x="1004" y="13710"/>
                  </a:lnTo>
                  <a:lnTo>
                    <a:pt x="1081" y="13839"/>
                  </a:lnTo>
                  <a:lnTo>
                    <a:pt x="1158" y="13916"/>
                  </a:lnTo>
                  <a:lnTo>
                    <a:pt x="1236" y="14019"/>
                  </a:lnTo>
                  <a:lnTo>
                    <a:pt x="1364" y="14070"/>
                  </a:lnTo>
                  <a:lnTo>
                    <a:pt x="1467" y="14096"/>
                  </a:lnTo>
                  <a:lnTo>
                    <a:pt x="1596" y="14122"/>
                  </a:lnTo>
                  <a:lnTo>
                    <a:pt x="1699" y="14122"/>
                  </a:lnTo>
                  <a:lnTo>
                    <a:pt x="1801" y="14096"/>
                  </a:lnTo>
                  <a:lnTo>
                    <a:pt x="1904" y="14070"/>
                  </a:lnTo>
                  <a:lnTo>
                    <a:pt x="1904" y="14250"/>
                  </a:lnTo>
                  <a:lnTo>
                    <a:pt x="438" y="14250"/>
                  </a:lnTo>
                  <a:lnTo>
                    <a:pt x="438" y="13196"/>
                  </a:lnTo>
                  <a:lnTo>
                    <a:pt x="541" y="13221"/>
                  </a:lnTo>
                  <a:lnTo>
                    <a:pt x="644" y="13247"/>
                  </a:lnTo>
                  <a:lnTo>
                    <a:pt x="747" y="13247"/>
                  </a:lnTo>
                  <a:lnTo>
                    <a:pt x="850" y="13221"/>
                  </a:lnTo>
                  <a:lnTo>
                    <a:pt x="953" y="13196"/>
                  </a:lnTo>
                  <a:close/>
                  <a:moveTo>
                    <a:pt x="6946" y="4270"/>
                  </a:moveTo>
                  <a:lnTo>
                    <a:pt x="6946" y="4347"/>
                  </a:lnTo>
                  <a:lnTo>
                    <a:pt x="6972" y="4424"/>
                  </a:lnTo>
                  <a:lnTo>
                    <a:pt x="7023" y="4501"/>
                  </a:lnTo>
                  <a:lnTo>
                    <a:pt x="7100" y="4553"/>
                  </a:lnTo>
                  <a:lnTo>
                    <a:pt x="9775" y="4553"/>
                  </a:lnTo>
                  <a:lnTo>
                    <a:pt x="9827" y="4784"/>
                  </a:lnTo>
                  <a:lnTo>
                    <a:pt x="9904" y="5016"/>
                  </a:lnTo>
                  <a:lnTo>
                    <a:pt x="10058" y="5427"/>
                  </a:lnTo>
                  <a:lnTo>
                    <a:pt x="10161" y="5608"/>
                  </a:lnTo>
                  <a:lnTo>
                    <a:pt x="10264" y="5788"/>
                  </a:lnTo>
                  <a:lnTo>
                    <a:pt x="10393" y="5942"/>
                  </a:lnTo>
                  <a:lnTo>
                    <a:pt x="10521" y="6071"/>
                  </a:lnTo>
                  <a:lnTo>
                    <a:pt x="10573" y="6122"/>
                  </a:lnTo>
                  <a:lnTo>
                    <a:pt x="10624" y="6173"/>
                  </a:lnTo>
                  <a:lnTo>
                    <a:pt x="10650" y="6251"/>
                  </a:lnTo>
                  <a:lnTo>
                    <a:pt x="10650" y="6328"/>
                  </a:lnTo>
                  <a:lnTo>
                    <a:pt x="10650" y="6971"/>
                  </a:lnTo>
                  <a:lnTo>
                    <a:pt x="10496" y="6971"/>
                  </a:lnTo>
                  <a:lnTo>
                    <a:pt x="10418" y="7022"/>
                  </a:lnTo>
                  <a:lnTo>
                    <a:pt x="10367" y="7099"/>
                  </a:lnTo>
                  <a:lnTo>
                    <a:pt x="10367" y="7177"/>
                  </a:lnTo>
                  <a:lnTo>
                    <a:pt x="10367" y="9775"/>
                  </a:lnTo>
                  <a:lnTo>
                    <a:pt x="10135" y="9852"/>
                  </a:lnTo>
                  <a:lnTo>
                    <a:pt x="9904" y="9929"/>
                  </a:lnTo>
                  <a:lnTo>
                    <a:pt x="9492" y="10083"/>
                  </a:lnTo>
                  <a:lnTo>
                    <a:pt x="9312" y="10160"/>
                  </a:lnTo>
                  <a:lnTo>
                    <a:pt x="9132" y="10263"/>
                  </a:lnTo>
                  <a:lnTo>
                    <a:pt x="8978" y="10392"/>
                  </a:lnTo>
                  <a:lnTo>
                    <a:pt x="8849" y="10546"/>
                  </a:lnTo>
                  <a:lnTo>
                    <a:pt x="8798" y="10598"/>
                  </a:lnTo>
                  <a:lnTo>
                    <a:pt x="8721" y="10623"/>
                  </a:lnTo>
                  <a:lnTo>
                    <a:pt x="8669" y="10649"/>
                  </a:lnTo>
                  <a:lnTo>
                    <a:pt x="7949" y="10649"/>
                  </a:lnTo>
                  <a:lnTo>
                    <a:pt x="7949" y="10572"/>
                  </a:lnTo>
                  <a:lnTo>
                    <a:pt x="7923" y="10495"/>
                  </a:lnTo>
                  <a:lnTo>
                    <a:pt x="7898" y="10418"/>
                  </a:lnTo>
                  <a:lnTo>
                    <a:pt x="7820" y="10392"/>
                  </a:lnTo>
                  <a:lnTo>
                    <a:pt x="7743" y="10366"/>
                  </a:lnTo>
                  <a:lnTo>
                    <a:pt x="6946" y="10366"/>
                  </a:lnTo>
                  <a:lnTo>
                    <a:pt x="6869" y="10392"/>
                  </a:lnTo>
                  <a:lnTo>
                    <a:pt x="6792" y="10418"/>
                  </a:lnTo>
                  <a:lnTo>
                    <a:pt x="6766" y="10495"/>
                  </a:lnTo>
                  <a:lnTo>
                    <a:pt x="6740" y="10572"/>
                  </a:lnTo>
                  <a:lnTo>
                    <a:pt x="6766" y="10675"/>
                  </a:lnTo>
                  <a:lnTo>
                    <a:pt x="6792" y="10726"/>
                  </a:lnTo>
                  <a:lnTo>
                    <a:pt x="6869" y="10778"/>
                  </a:lnTo>
                  <a:lnTo>
                    <a:pt x="6946" y="10803"/>
                  </a:lnTo>
                  <a:lnTo>
                    <a:pt x="7512" y="10803"/>
                  </a:lnTo>
                  <a:lnTo>
                    <a:pt x="7512" y="14250"/>
                  </a:lnTo>
                  <a:lnTo>
                    <a:pt x="4065" y="14250"/>
                  </a:lnTo>
                  <a:lnTo>
                    <a:pt x="4142" y="14147"/>
                  </a:lnTo>
                  <a:lnTo>
                    <a:pt x="4194" y="14019"/>
                  </a:lnTo>
                  <a:lnTo>
                    <a:pt x="4245" y="13916"/>
                  </a:lnTo>
                  <a:lnTo>
                    <a:pt x="4245" y="13761"/>
                  </a:lnTo>
                  <a:lnTo>
                    <a:pt x="4245" y="12784"/>
                  </a:lnTo>
                  <a:lnTo>
                    <a:pt x="4348" y="12810"/>
                  </a:lnTo>
                  <a:lnTo>
                    <a:pt x="4554" y="12810"/>
                  </a:lnTo>
                  <a:lnTo>
                    <a:pt x="4682" y="12784"/>
                  </a:lnTo>
                  <a:lnTo>
                    <a:pt x="4811" y="12758"/>
                  </a:lnTo>
                  <a:lnTo>
                    <a:pt x="4914" y="12707"/>
                  </a:lnTo>
                  <a:lnTo>
                    <a:pt x="5017" y="12630"/>
                  </a:lnTo>
                  <a:lnTo>
                    <a:pt x="5094" y="12527"/>
                  </a:lnTo>
                  <a:lnTo>
                    <a:pt x="5145" y="12424"/>
                  </a:lnTo>
                  <a:lnTo>
                    <a:pt x="5197" y="12295"/>
                  </a:lnTo>
                  <a:lnTo>
                    <a:pt x="5197" y="12167"/>
                  </a:lnTo>
                  <a:lnTo>
                    <a:pt x="5197" y="11164"/>
                  </a:lnTo>
                  <a:lnTo>
                    <a:pt x="5197" y="10803"/>
                  </a:lnTo>
                  <a:lnTo>
                    <a:pt x="6097" y="10803"/>
                  </a:lnTo>
                  <a:lnTo>
                    <a:pt x="6174" y="10778"/>
                  </a:lnTo>
                  <a:lnTo>
                    <a:pt x="6251" y="10726"/>
                  </a:lnTo>
                  <a:lnTo>
                    <a:pt x="6277" y="10675"/>
                  </a:lnTo>
                  <a:lnTo>
                    <a:pt x="6303" y="10572"/>
                  </a:lnTo>
                  <a:lnTo>
                    <a:pt x="6277" y="10495"/>
                  </a:lnTo>
                  <a:lnTo>
                    <a:pt x="6251" y="10418"/>
                  </a:lnTo>
                  <a:lnTo>
                    <a:pt x="6174" y="10392"/>
                  </a:lnTo>
                  <a:lnTo>
                    <a:pt x="6097" y="10366"/>
                  </a:lnTo>
                  <a:lnTo>
                    <a:pt x="5145" y="10366"/>
                  </a:lnTo>
                  <a:lnTo>
                    <a:pt x="5068" y="10135"/>
                  </a:lnTo>
                  <a:lnTo>
                    <a:pt x="4991" y="9903"/>
                  </a:lnTo>
                  <a:lnTo>
                    <a:pt x="4914" y="9672"/>
                  </a:lnTo>
                  <a:lnTo>
                    <a:pt x="4811" y="9414"/>
                  </a:lnTo>
                  <a:lnTo>
                    <a:pt x="4734" y="9286"/>
                  </a:lnTo>
                  <a:lnTo>
                    <a:pt x="4657" y="9131"/>
                  </a:lnTo>
                  <a:lnTo>
                    <a:pt x="4528" y="9003"/>
                  </a:lnTo>
                  <a:lnTo>
                    <a:pt x="4374" y="8849"/>
                  </a:lnTo>
                  <a:lnTo>
                    <a:pt x="4322" y="8797"/>
                  </a:lnTo>
                  <a:lnTo>
                    <a:pt x="4297" y="8746"/>
                  </a:lnTo>
                  <a:lnTo>
                    <a:pt x="4271" y="8668"/>
                  </a:lnTo>
                  <a:lnTo>
                    <a:pt x="4245" y="8591"/>
                  </a:lnTo>
                  <a:lnTo>
                    <a:pt x="4245" y="7948"/>
                  </a:lnTo>
                  <a:lnTo>
                    <a:pt x="4425" y="7948"/>
                  </a:lnTo>
                  <a:lnTo>
                    <a:pt x="4477" y="7897"/>
                  </a:lnTo>
                  <a:lnTo>
                    <a:pt x="4528" y="7820"/>
                  </a:lnTo>
                  <a:lnTo>
                    <a:pt x="4554" y="7742"/>
                  </a:lnTo>
                  <a:lnTo>
                    <a:pt x="4554" y="5145"/>
                  </a:lnTo>
                  <a:lnTo>
                    <a:pt x="4785" y="5093"/>
                  </a:lnTo>
                  <a:lnTo>
                    <a:pt x="4991" y="5016"/>
                  </a:lnTo>
                  <a:lnTo>
                    <a:pt x="5428" y="4836"/>
                  </a:lnTo>
                  <a:lnTo>
                    <a:pt x="5608" y="4759"/>
                  </a:lnTo>
                  <a:lnTo>
                    <a:pt x="5763" y="4656"/>
                  </a:lnTo>
                  <a:lnTo>
                    <a:pt x="5917" y="4527"/>
                  </a:lnTo>
                  <a:lnTo>
                    <a:pt x="6046" y="4399"/>
                  </a:lnTo>
                  <a:lnTo>
                    <a:pt x="6123" y="4347"/>
                  </a:lnTo>
                  <a:lnTo>
                    <a:pt x="6174" y="4296"/>
                  </a:lnTo>
                  <a:lnTo>
                    <a:pt x="6251" y="4270"/>
                  </a:lnTo>
                  <a:close/>
                  <a:moveTo>
                    <a:pt x="3808" y="7948"/>
                  </a:moveTo>
                  <a:lnTo>
                    <a:pt x="3808" y="8591"/>
                  </a:lnTo>
                  <a:lnTo>
                    <a:pt x="3834" y="8771"/>
                  </a:lnTo>
                  <a:lnTo>
                    <a:pt x="3885" y="8926"/>
                  </a:lnTo>
                  <a:lnTo>
                    <a:pt x="3988" y="9080"/>
                  </a:lnTo>
                  <a:lnTo>
                    <a:pt x="4116" y="9209"/>
                  </a:lnTo>
                  <a:lnTo>
                    <a:pt x="4219" y="9312"/>
                  </a:lnTo>
                  <a:lnTo>
                    <a:pt x="4297" y="9414"/>
                  </a:lnTo>
                  <a:lnTo>
                    <a:pt x="4425" y="9620"/>
                  </a:lnTo>
                  <a:lnTo>
                    <a:pt x="4579" y="10057"/>
                  </a:lnTo>
                  <a:lnTo>
                    <a:pt x="4682" y="10340"/>
                  </a:lnTo>
                  <a:lnTo>
                    <a:pt x="4734" y="10572"/>
                  </a:lnTo>
                  <a:lnTo>
                    <a:pt x="4760" y="10803"/>
                  </a:lnTo>
                  <a:lnTo>
                    <a:pt x="4785" y="11061"/>
                  </a:lnTo>
                  <a:lnTo>
                    <a:pt x="4760" y="11575"/>
                  </a:lnTo>
                  <a:lnTo>
                    <a:pt x="4785" y="12167"/>
                  </a:lnTo>
                  <a:lnTo>
                    <a:pt x="4760" y="12244"/>
                  </a:lnTo>
                  <a:lnTo>
                    <a:pt x="4708" y="12321"/>
                  </a:lnTo>
                  <a:lnTo>
                    <a:pt x="4657" y="12347"/>
                  </a:lnTo>
                  <a:lnTo>
                    <a:pt x="4554" y="12372"/>
                  </a:lnTo>
                  <a:lnTo>
                    <a:pt x="4477" y="12372"/>
                  </a:lnTo>
                  <a:lnTo>
                    <a:pt x="4374" y="12347"/>
                  </a:lnTo>
                  <a:lnTo>
                    <a:pt x="4322" y="12321"/>
                  </a:lnTo>
                  <a:lnTo>
                    <a:pt x="4271" y="12244"/>
                  </a:lnTo>
                  <a:lnTo>
                    <a:pt x="4245" y="12167"/>
                  </a:lnTo>
                  <a:lnTo>
                    <a:pt x="4245" y="11112"/>
                  </a:lnTo>
                  <a:lnTo>
                    <a:pt x="4245" y="11035"/>
                  </a:lnTo>
                  <a:lnTo>
                    <a:pt x="4194" y="10958"/>
                  </a:lnTo>
                  <a:lnTo>
                    <a:pt x="4116" y="10906"/>
                  </a:lnTo>
                  <a:lnTo>
                    <a:pt x="4039" y="10881"/>
                  </a:lnTo>
                  <a:lnTo>
                    <a:pt x="3962" y="10906"/>
                  </a:lnTo>
                  <a:lnTo>
                    <a:pt x="3885" y="10958"/>
                  </a:lnTo>
                  <a:lnTo>
                    <a:pt x="3834" y="11035"/>
                  </a:lnTo>
                  <a:lnTo>
                    <a:pt x="3808" y="11112"/>
                  </a:lnTo>
                  <a:lnTo>
                    <a:pt x="3808" y="13761"/>
                  </a:lnTo>
                  <a:lnTo>
                    <a:pt x="3808" y="13864"/>
                  </a:lnTo>
                  <a:lnTo>
                    <a:pt x="3756" y="13916"/>
                  </a:lnTo>
                  <a:lnTo>
                    <a:pt x="3679" y="13967"/>
                  </a:lnTo>
                  <a:lnTo>
                    <a:pt x="3602" y="13993"/>
                  </a:lnTo>
                  <a:lnTo>
                    <a:pt x="3499" y="13993"/>
                  </a:lnTo>
                  <a:lnTo>
                    <a:pt x="3422" y="13967"/>
                  </a:lnTo>
                  <a:lnTo>
                    <a:pt x="3370" y="13916"/>
                  </a:lnTo>
                  <a:lnTo>
                    <a:pt x="3319" y="13864"/>
                  </a:lnTo>
                  <a:lnTo>
                    <a:pt x="3293" y="13761"/>
                  </a:lnTo>
                  <a:lnTo>
                    <a:pt x="3293" y="11652"/>
                  </a:lnTo>
                  <a:lnTo>
                    <a:pt x="3293" y="11549"/>
                  </a:lnTo>
                  <a:lnTo>
                    <a:pt x="3242" y="11498"/>
                  </a:lnTo>
                  <a:lnTo>
                    <a:pt x="3165" y="11446"/>
                  </a:lnTo>
                  <a:lnTo>
                    <a:pt x="3088" y="11421"/>
                  </a:lnTo>
                  <a:lnTo>
                    <a:pt x="3010" y="11446"/>
                  </a:lnTo>
                  <a:lnTo>
                    <a:pt x="2933" y="11498"/>
                  </a:lnTo>
                  <a:lnTo>
                    <a:pt x="2882" y="11549"/>
                  </a:lnTo>
                  <a:lnTo>
                    <a:pt x="2856" y="11652"/>
                  </a:lnTo>
                  <a:lnTo>
                    <a:pt x="2856" y="14276"/>
                  </a:lnTo>
                  <a:lnTo>
                    <a:pt x="2856" y="14353"/>
                  </a:lnTo>
                  <a:lnTo>
                    <a:pt x="2805" y="14405"/>
                  </a:lnTo>
                  <a:lnTo>
                    <a:pt x="2727" y="14456"/>
                  </a:lnTo>
                  <a:lnTo>
                    <a:pt x="2650" y="14482"/>
                  </a:lnTo>
                  <a:lnTo>
                    <a:pt x="2547" y="14482"/>
                  </a:lnTo>
                  <a:lnTo>
                    <a:pt x="2470" y="14456"/>
                  </a:lnTo>
                  <a:lnTo>
                    <a:pt x="2419" y="14405"/>
                  </a:lnTo>
                  <a:lnTo>
                    <a:pt x="2367" y="14353"/>
                  </a:lnTo>
                  <a:lnTo>
                    <a:pt x="2342" y="14276"/>
                  </a:lnTo>
                  <a:lnTo>
                    <a:pt x="2342" y="11652"/>
                  </a:lnTo>
                  <a:lnTo>
                    <a:pt x="2342" y="11575"/>
                  </a:lnTo>
                  <a:lnTo>
                    <a:pt x="2290" y="11498"/>
                  </a:lnTo>
                  <a:lnTo>
                    <a:pt x="2213" y="11446"/>
                  </a:lnTo>
                  <a:lnTo>
                    <a:pt x="2136" y="11421"/>
                  </a:lnTo>
                  <a:lnTo>
                    <a:pt x="2033" y="11446"/>
                  </a:lnTo>
                  <a:lnTo>
                    <a:pt x="1981" y="11498"/>
                  </a:lnTo>
                  <a:lnTo>
                    <a:pt x="1930" y="11575"/>
                  </a:lnTo>
                  <a:lnTo>
                    <a:pt x="1904" y="11652"/>
                  </a:lnTo>
                  <a:lnTo>
                    <a:pt x="1904" y="13479"/>
                  </a:lnTo>
                  <a:lnTo>
                    <a:pt x="1904" y="13556"/>
                  </a:lnTo>
                  <a:lnTo>
                    <a:pt x="1853" y="13607"/>
                  </a:lnTo>
                  <a:lnTo>
                    <a:pt x="1776" y="13659"/>
                  </a:lnTo>
                  <a:lnTo>
                    <a:pt x="1699" y="13684"/>
                  </a:lnTo>
                  <a:lnTo>
                    <a:pt x="1596" y="13684"/>
                  </a:lnTo>
                  <a:lnTo>
                    <a:pt x="1518" y="13659"/>
                  </a:lnTo>
                  <a:lnTo>
                    <a:pt x="1467" y="13607"/>
                  </a:lnTo>
                  <a:lnTo>
                    <a:pt x="1416" y="13556"/>
                  </a:lnTo>
                  <a:lnTo>
                    <a:pt x="1390" y="13479"/>
                  </a:lnTo>
                  <a:lnTo>
                    <a:pt x="1390" y="11318"/>
                  </a:lnTo>
                  <a:lnTo>
                    <a:pt x="1390" y="11241"/>
                  </a:lnTo>
                  <a:lnTo>
                    <a:pt x="1338" y="11164"/>
                  </a:lnTo>
                  <a:lnTo>
                    <a:pt x="1261" y="11138"/>
                  </a:lnTo>
                  <a:lnTo>
                    <a:pt x="1184" y="11112"/>
                  </a:lnTo>
                  <a:lnTo>
                    <a:pt x="1081" y="11138"/>
                  </a:lnTo>
                  <a:lnTo>
                    <a:pt x="1030" y="11164"/>
                  </a:lnTo>
                  <a:lnTo>
                    <a:pt x="978" y="11241"/>
                  </a:lnTo>
                  <a:lnTo>
                    <a:pt x="953" y="11318"/>
                  </a:lnTo>
                  <a:lnTo>
                    <a:pt x="953" y="12604"/>
                  </a:lnTo>
                  <a:lnTo>
                    <a:pt x="953" y="12681"/>
                  </a:lnTo>
                  <a:lnTo>
                    <a:pt x="901" y="12733"/>
                  </a:lnTo>
                  <a:lnTo>
                    <a:pt x="824" y="12784"/>
                  </a:lnTo>
                  <a:lnTo>
                    <a:pt x="747" y="12810"/>
                  </a:lnTo>
                  <a:lnTo>
                    <a:pt x="644" y="12810"/>
                  </a:lnTo>
                  <a:lnTo>
                    <a:pt x="567" y="12784"/>
                  </a:lnTo>
                  <a:lnTo>
                    <a:pt x="490" y="12733"/>
                  </a:lnTo>
                  <a:lnTo>
                    <a:pt x="464" y="12681"/>
                  </a:lnTo>
                  <a:lnTo>
                    <a:pt x="438" y="12604"/>
                  </a:lnTo>
                  <a:lnTo>
                    <a:pt x="438" y="9697"/>
                  </a:lnTo>
                  <a:lnTo>
                    <a:pt x="464" y="9492"/>
                  </a:lnTo>
                  <a:lnTo>
                    <a:pt x="490" y="9312"/>
                  </a:lnTo>
                  <a:lnTo>
                    <a:pt x="567" y="9157"/>
                  </a:lnTo>
                  <a:lnTo>
                    <a:pt x="644" y="8977"/>
                  </a:lnTo>
                  <a:lnTo>
                    <a:pt x="798" y="8746"/>
                  </a:lnTo>
                  <a:lnTo>
                    <a:pt x="901" y="8488"/>
                  </a:lnTo>
                  <a:lnTo>
                    <a:pt x="953" y="8231"/>
                  </a:lnTo>
                  <a:lnTo>
                    <a:pt x="978" y="7948"/>
                  </a:lnTo>
                  <a:close/>
                  <a:moveTo>
                    <a:pt x="12168" y="10135"/>
                  </a:moveTo>
                  <a:lnTo>
                    <a:pt x="12245" y="10160"/>
                  </a:lnTo>
                  <a:lnTo>
                    <a:pt x="12296" y="10212"/>
                  </a:lnTo>
                  <a:lnTo>
                    <a:pt x="12348" y="10263"/>
                  </a:lnTo>
                  <a:lnTo>
                    <a:pt x="12373" y="10340"/>
                  </a:lnTo>
                  <a:lnTo>
                    <a:pt x="12373" y="10443"/>
                  </a:lnTo>
                  <a:lnTo>
                    <a:pt x="12348" y="10546"/>
                  </a:lnTo>
                  <a:lnTo>
                    <a:pt x="12296" y="10598"/>
                  </a:lnTo>
                  <a:lnTo>
                    <a:pt x="12245" y="10649"/>
                  </a:lnTo>
                  <a:lnTo>
                    <a:pt x="11113" y="10649"/>
                  </a:lnTo>
                  <a:lnTo>
                    <a:pt x="11010" y="10675"/>
                  </a:lnTo>
                  <a:lnTo>
                    <a:pt x="10959" y="10726"/>
                  </a:lnTo>
                  <a:lnTo>
                    <a:pt x="10907" y="10803"/>
                  </a:lnTo>
                  <a:lnTo>
                    <a:pt x="10881" y="10881"/>
                  </a:lnTo>
                  <a:lnTo>
                    <a:pt x="10907" y="10958"/>
                  </a:lnTo>
                  <a:lnTo>
                    <a:pt x="10959" y="11035"/>
                  </a:lnTo>
                  <a:lnTo>
                    <a:pt x="11010" y="11086"/>
                  </a:lnTo>
                  <a:lnTo>
                    <a:pt x="13762" y="11086"/>
                  </a:lnTo>
                  <a:lnTo>
                    <a:pt x="13840" y="11112"/>
                  </a:lnTo>
                  <a:lnTo>
                    <a:pt x="13917" y="11164"/>
                  </a:lnTo>
                  <a:lnTo>
                    <a:pt x="13968" y="11215"/>
                  </a:lnTo>
                  <a:lnTo>
                    <a:pt x="13968" y="11318"/>
                  </a:lnTo>
                  <a:lnTo>
                    <a:pt x="13968" y="11395"/>
                  </a:lnTo>
                  <a:lnTo>
                    <a:pt x="13968" y="11498"/>
                  </a:lnTo>
                  <a:lnTo>
                    <a:pt x="13917" y="11549"/>
                  </a:lnTo>
                  <a:lnTo>
                    <a:pt x="13840" y="11601"/>
                  </a:lnTo>
                  <a:lnTo>
                    <a:pt x="13762" y="11627"/>
                  </a:lnTo>
                  <a:lnTo>
                    <a:pt x="11550" y="11627"/>
                  </a:lnTo>
                  <a:lnTo>
                    <a:pt x="11473" y="11678"/>
                  </a:lnTo>
                  <a:lnTo>
                    <a:pt x="11422" y="11755"/>
                  </a:lnTo>
                  <a:lnTo>
                    <a:pt x="11422" y="11832"/>
                  </a:lnTo>
                  <a:lnTo>
                    <a:pt x="11422" y="11909"/>
                  </a:lnTo>
                  <a:lnTo>
                    <a:pt x="11473" y="11987"/>
                  </a:lnTo>
                  <a:lnTo>
                    <a:pt x="11550" y="12038"/>
                  </a:lnTo>
                  <a:lnTo>
                    <a:pt x="11627" y="12064"/>
                  </a:lnTo>
                  <a:lnTo>
                    <a:pt x="14328" y="12064"/>
                  </a:lnTo>
                  <a:lnTo>
                    <a:pt x="14405" y="12115"/>
                  </a:lnTo>
                  <a:lnTo>
                    <a:pt x="14457" y="12167"/>
                  </a:lnTo>
                  <a:lnTo>
                    <a:pt x="14457" y="12270"/>
                  </a:lnTo>
                  <a:lnTo>
                    <a:pt x="14457" y="12372"/>
                  </a:lnTo>
                  <a:lnTo>
                    <a:pt x="14457" y="12450"/>
                  </a:lnTo>
                  <a:lnTo>
                    <a:pt x="14405" y="12501"/>
                  </a:lnTo>
                  <a:lnTo>
                    <a:pt x="14328" y="12553"/>
                  </a:lnTo>
                  <a:lnTo>
                    <a:pt x="14251" y="12578"/>
                  </a:lnTo>
                  <a:lnTo>
                    <a:pt x="11550" y="12578"/>
                  </a:lnTo>
                  <a:lnTo>
                    <a:pt x="11473" y="12630"/>
                  </a:lnTo>
                  <a:lnTo>
                    <a:pt x="11447" y="12707"/>
                  </a:lnTo>
                  <a:lnTo>
                    <a:pt x="11422" y="12784"/>
                  </a:lnTo>
                  <a:lnTo>
                    <a:pt x="11447" y="12861"/>
                  </a:lnTo>
                  <a:lnTo>
                    <a:pt x="11473" y="12938"/>
                  </a:lnTo>
                  <a:lnTo>
                    <a:pt x="11550" y="12990"/>
                  </a:lnTo>
                  <a:lnTo>
                    <a:pt x="11627" y="13016"/>
                  </a:lnTo>
                  <a:lnTo>
                    <a:pt x="13557" y="13016"/>
                  </a:lnTo>
                  <a:lnTo>
                    <a:pt x="13608" y="13067"/>
                  </a:lnTo>
                  <a:lnTo>
                    <a:pt x="13659" y="13144"/>
                  </a:lnTo>
                  <a:lnTo>
                    <a:pt x="13659" y="13221"/>
                  </a:lnTo>
                  <a:lnTo>
                    <a:pt x="13659" y="13324"/>
                  </a:lnTo>
                  <a:lnTo>
                    <a:pt x="13659" y="13401"/>
                  </a:lnTo>
                  <a:lnTo>
                    <a:pt x="13608" y="13453"/>
                  </a:lnTo>
                  <a:lnTo>
                    <a:pt x="13557" y="13504"/>
                  </a:lnTo>
                  <a:lnTo>
                    <a:pt x="13454" y="13530"/>
                  </a:lnTo>
                  <a:lnTo>
                    <a:pt x="11242" y="13530"/>
                  </a:lnTo>
                  <a:lnTo>
                    <a:pt x="11164" y="13581"/>
                  </a:lnTo>
                  <a:lnTo>
                    <a:pt x="11113" y="13659"/>
                  </a:lnTo>
                  <a:lnTo>
                    <a:pt x="11113" y="13736"/>
                  </a:lnTo>
                  <a:lnTo>
                    <a:pt x="11113" y="13813"/>
                  </a:lnTo>
                  <a:lnTo>
                    <a:pt x="11164" y="13890"/>
                  </a:lnTo>
                  <a:lnTo>
                    <a:pt x="11242" y="13942"/>
                  </a:lnTo>
                  <a:lnTo>
                    <a:pt x="11319" y="13967"/>
                  </a:lnTo>
                  <a:lnTo>
                    <a:pt x="12656" y="13967"/>
                  </a:lnTo>
                  <a:lnTo>
                    <a:pt x="12733" y="14019"/>
                  </a:lnTo>
                  <a:lnTo>
                    <a:pt x="12785" y="14096"/>
                  </a:lnTo>
                  <a:lnTo>
                    <a:pt x="12785" y="14173"/>
                  </a:lnTo>
                  <a:lnTo>
                    <a:pt x="12785" y="14276"/>
                  </a:lnTo>
                  <a:lnTo>
                    <a:pt x="12785" y="14353"/>
                  </a:lnTo>
                  <a:lnTo>
                    <a:pt x="12733" y="14405"/>
                  </a:lnTo>
                  <a:lnTo>
                    <a:pt x="12656" y="14456"/>
                  </a:lnTo>
                  <a:lnTo>
                    <a:pt x="12579" y="14482"/>
                  </a:lnTo>
                  <a:lnTo>
                    <a:pt x="9672" y="14482"/>
                  </a:lnTo>
                  <a:lnTo>
                    <a:pt x="9492" y="14456"/>
                  </a:lnTo>
                  <a:lnTo>
                    <a:pt x="9312" y="14430"/>
                  </a:lnTo>
                  <a:lnTo>
                    <a:pt x="9132" y="14353"/>
                  </a:lnTo>
                  <a:lnTo>
                    <a:pt x="8978" y="14250"/>
                  </a:lnTo>
                  <a:lnTo>
                    <a:pt x="8746" y="14122"/>
                  </a:lnTo>
                  <a:lnTo>
                    <a:pt x="8489" y="14019"/>
                  </a:lnTo>
                  <a:lnTo>
                    <a:pt x="8232" y="13967"/>
                  </a:lnTo>
                  <a:lnTo>
                    <a:pt x="7949" y="13942"/>
                  </a:lnTo>
                  <a:lnTo>
                    <a:pt x="7949" y="11086"/>
                  </a:lnTo>
                  <a:lnTo>
                    <a:pt x="8746" y="11086"/>
                  </a:lnTo>
                  <a:lnTo>
                    <a:pt x="8927" y="11009"/>
                  </a:lnTo>
                  <a:lnTo>
                    <a:pt x="9055" y="10932"/>
                  </a:lnTo>
                  <a:lnTo>
                    <a:pt x="9184" y="10803"/>
                  </a:lnTo>
                  <a:lnTo>
                    <a:pt x="9287" y="10701"/>
                  </a:lnTo>
                  <a:lnTo>
                    <a:pt x="9390" y="10623"/>
                  </a:lnTo>
                  <a:lnTo>
                    <a:pt x="9518" y="10546"/>
                  </a:lnTo>
                  <a:lnTo>
                    <a:pt x="9647" y="10495"/>
                  </a:lnTo>
                  <a:lnTo>
                    <a:pt x="10058" y="10315"/>
                  </a:lnTo>
                  <a:lnTo>
                    <a:pt x="10316" y="10238"/>
                  </a:lnTo>
                  <a:lnTo>
                    <a:pt x="10573" y="10186"/>
                  </a:lnTo>
                  <a:lnTo>
                    <a:pt x="10804" y="10160"/>
                  </a:lnTo>
                  <a:lnTo>
                    <a:pt x="11036" y="10135"/>
                  </a:lnTo>
                  <a:close/>
                  <a:moveTo>
                    <a:pt x="14225" y="13016"/>
                  </a:moveTo>
                  <a:lnTo>
                    <a:pt x="14225" y="14482"/>
                  </a:lnTo>
                  <a:lnTo>
                    <a:pt x="13196" y="14482"/>
                  </a:lnTo>
                  <a:lnTo>
                    <a:pt x="13222" y="14379"/>
                  </a:lnTo>
                  <a:lnTo>
                    <a:pt x="13222" y="14276"/>
                  </a:lnTo>
                  <a:lnTo>
                    <a:pt x="13222" y="14173"/>
                  </a:lnTo>
                  <a:lnTo>
                    <a:pt x="13222" y="14070"/>
                  </a:lnTo>
                  <a:lnTo>
                    <a:pt x="13196" y="13967"/>
                  </a:lnTo>
                  <a:lnTo>
                    <a:pt x="13454" y="13967"/>
                  </a:lnTo>
                  <a:lnTo>
                    <a:pt x="13582" y="13942"/>
                  </a:lnTo>
                  <a:lnTo>
                    <a:pt x="13711" y="13916"/>
                  </a:lnTo>
                  <a:lnTo>
                    <a:pt x="13814" y="13839"/>
                  </a:lnTo>
                  <a:lnTo>
                    <a:pt x="13917" y="13761"/>
                  </a:lnTo>
                  <a:lnTo>
                    <a:pt x="13994" y="13684"/>
                  </a:lnTo>
                  <a:lnTo>
                    <a:pt x="14045" y="13556"/>
                  </a:lnTo>
                  <a:lnTo>
                    <a:pt x="14097" y="13453"/>
                  </a:lnTo>
                  <a:lnTo>
                    <a:pt x="14097" y="13324"/>
                  </a:lnTo>
                  <a:lnTo>
                    <a:pt x="14097" y="13221"/>
                  </a:lnTo>
                  <a:lnTo>
                    <a:pt x="14097" y="13118"/>
                  </a:lnTo>
                  <a:lnTo>
                    <a:pt x="14071" y="13016"/>
                  </a:lnTo>
                  <a:close/>
                  <a:moveTo>
                    <a:pt x="464" y="0"/>
                  </a:moveTo>
                  <a:lnTo>
                    <a:pt x="387" y="26"/>
                  </a:lnTo>
                  <a:lnTo>
                    <a:pt x="310" y="77"/>
                  </a:lnTo>
                  <a:lnTo>
                    <a:pt x="258" y="154"/>
                  </a:lnTo>
                  <a:lnTo>
                    <a:pt x="232" y="232"/>
                  </a:lnTo>
                  <a:lnTo>
                    <a:pt x="232" y="2058"/>
                  </a:lnTo>
                  <a:lnTo>
                    <a:pt x="155" y="2161"/>
                  </a:lnTo>
                  <a:lnTo>
                    <a:pt x="78" y="2289"/>
                  </a:lnTo>
                  <a:lnTo>
                    <a:pt x="27" y="2418"/>
                  </a:lnTo>
                  <a:lnTo>
                    <a:pt x="1" y="2572"/>
                  </a:lnTo>
                  <a:lnTo>
                    <a:pt x="1" y="2675"/>
                  </a:lnTo>
                  <a:lnTo>
                    <a:pt x="27" y="2804"/>
                  </a:lnTo>
                  <a:lnTo>
                    <a:pt x="78" y="2958"/>
                  </a:lnTo>
                  <a:lnTo>
                    <a:pt x="155" y="3061"/>
                  </a:lnTo>
                  <a:lnTo>
                    <a:pt x="232" y="3164"/>
                  </a:lnTo>
                  <a:lnTo>
                    <a:pt x="232" y="5582"/>
                  </a:lnTo>
                  <a:lnTo>
                    <a:pt x="258" y="5685"/>
                  </a:lnTo>
                  <a:lnTo>
                    <a:pt x="310" y="5736"/>
                  </a:lnTo>
                  <a:lnTo>
                    <a:pt x="387" y="5788"/>
                  </a:lnTo>
                  <a:lnTo>
                    <a:pt x="464" y="5813"/>
                  </a:lnTo>
                  <a:lnTo>
                    <a:pt x="541" y="5788"/>
                  </a:lnTo>
                  <a:lnTo>
                    <a:pt x="618" y="5736"/>
                  </a:lnTo>
                  <a:lnTo>
                    <a:pt x="670" y="5685"/>
                  </a:lnTo>
                  <a:lnTo>
                    <a:pt x="670" y="5582"/>
                  </a:lnTo>
                  <a:lnTo>
                    <a:pt x="670" y="4064"/>
                  </a:lnTo>
                  <a:lnTo>
                    <a:pt x="773" y="4141"/>
                  </a:lnTo>
                  <a:lnTo>
                    <a:pt x="875" y="4219"/>
                  </a:lnTo>
                  <a:lnTo>
                    <a:pt x="1004" y="4244"/>
                  </a:lnTo>
                  <a:lnTo>
                    <a:pt x="1133" y="4270"/>
                  </a:lnTo>
                  <a:lnTo>
                    <a:pt x="2136" y="4270"/>
                  </a:lnTo>
                  <a:lnTo>
                    <a:pt x="2110" y="4373"/>
                  </a:lnTo>
                  <a:lnTo>
                    <a:pt x="2110" y="4476"/>
                  </a:lnTo>
                  <a:lnTo>
                    <a:pt x="2110" y="4579"/>
                  </a:lnTo>
                  <a:lnTo>
                    <a:pt x="2110" y="4707"/>
                  </a:lnTo>
                  <a:lnTo>
                    <a:pt x="2162" y="4810"/>
                  </a:lnTo>
                  <a:lnTo>
                    <a:pt x="2213" y="4939"/>
                  </a:lnTo>
                  <a:lnTo>
                    <a:pt x="2290" y="5016"/>
                  </a:lnTo>
                  <a:lnTo>
                    <a:pt x="2393" y="5093"/>
                  </a:lnTo>
                  <a:lnTo>
                    <a:pt x="2496" y="5170"/>
                  </a:lnTo>
                  <a:lnTo>
                    <a:pt x="2625" y="5196"/>
                  </a:lnTo>
                  <a:lnTo>
                    <a:pt x="2753" y="5222"/>
                  </a:lnTo>
                  <a:lnTo>
                    <a:pt x="3756" y="5222"/>
                  </a:lnTo>
                  <a:lnTo>
                    <a:pt x="4116" y="5196"/>
                  </a:lnTo>
                  <a:lnTo>
                    <a:pt x="4116" y="7511"/>
                  </a:lnTo>
                  <a:lnTo>
                    <a:pt x="670" y="7511"/>
                  </a:lnTo>
                  <a:lnTo>
                    <a:pt x="670" y="6456"/>
                  </a:lnTo>
                  <a:lnTo>
                    <a:pt x="670" y="6379"/>
                  </a:lnTo>
                  <a:lnTo>
                    <a:pt x="618" y="6302"/>
                  </a:lnTo>
                  <a:lnTo>
                    <a:pt x="541" y="6276"/>
                  </a:lnTo>
                  <a:lnTo>
                    <a:pt x="464" y="6251"/>
                  </a:lnTo>
                  <a:lnTo>
                    <a:pt x="387" y="6276"/>
                  </a:lnTo>
                  <a:lnTo>
                    <a:pt x="310" y="6302"/>
                  </a:lnTo>
                  <a:lnTo>
                    <a:pt x="258" y="6379"/>
                  </a:lnTo>
                  <a:lnTo>
                    <a:pt x="232" y="6456"/>
                  </a:lnTo>
                  <a:lnTo>
                    <a:pt x="232" y="7742"/>
                  </a:lnTo>
                  <a:lnTo>
                    <a:pt x="258" y="7820"/>
                  </a:lnTo>
                  <a:lnTo>
                    <a:pt x="310" y="7897"/>
                  </a:lnTo>
                  <a:lnTo>
                    <a:pt x="387" y="7948"/>
                  </a:lnTo>
                  <a:lnTo>
                    <a:pt x="541" y="7948"/>
                  </a:lnTo>
                  <a:lnTo>
                    <a:pt x="515" y="8180"/>
                  </a:lnTo>
                  <a:lnTo>
                    <a:pt x="464" y="8386"/>
                  </a:lnTo>
                  <a:lnTo>
                    <a:pt x="387" y="8566"/>
                  </a:lnTo>
                  <a:lnTo>
                    <a:pt x="284" y="8746"/>
                  </a:lnTo>
                  <a:lnTo>
                    <a:pt x="181" y="8951"/>
                  </a:lnTo>
                  <a:lnTo>
                    <a:pt x="78" y="9183"/>
                  </a:lnTo>
                  <a:lnTo>
                    <a:pt x="27" y="9440"/>
                  </a:lnTo>
                  <a:lnTo>
                    <a:pt x="1" y="9697"/>
                  </a:lnTo>
                  <a:lnTo>
                    <a:pt x="1" y="14456"/>
                  </a:lnTo>
                  <a:lnTo>
                    <a:pt x="27" y="14533"/>
                  </a:lnTo>
                  <a:lnTo>
                    <a:pt x="78" y="14610"/>
                  </a:lnTo>
                  <a:lnTo>
                    <a:pt x="129" y="14662"/>
                  </a:lnTo>
                  <a:lnTo>
                    <a:pt x="2059" y="14662"/>
                  </a:lnTo>
                  <a:lnTo>
                    <a:pt x="2162" y="14765"/>
                  </a:lnTo>
                  <a:lnTo>
                    <a:pt x="2264" y="14842"/>
                  </a:lnTo>
                  <a:lnTo>
                    <a:pt x="2419" y="14893"/>
                  </a:lnTo>
                  <a:lnTo>
                    <a:pt x="2547" y="14919"/>
                  </a:lnTo>
                  <a:lnTo>
                    <a:pt x="2650" y="14919"/>
                  </a:lnTo>
                  <a:lnTo>
                    <a:pt x="2805" y="14893"/>
                  </a:lnTo>
                  <a:lnTo>
                    <a:pt x="2933" y="14842"/>
                  </a:lnTo>
                  <a:lnTo>
                    <a:pt x="3062" y="14765"/>
                  </a:lnTo>
                  <a:lnTo>
                    <a:pt x="3165" y="14662"/>
                  </a:lnTo>
                  <a:lnTo>
                    <a:pt x="7820" y="14662"/>
                  </a:lnTo>
                  <a:lnTo>
                    <a:pt x="7898" y="14610"/>
                  </a:lnTo>
                  <a:lnTo>
                    <a:pt x="7923" y="14533"/>
                  </a:lnTo>
                  <a:lnTo>
                    <a:pt x="7949" y="14456"/>
                  </a:lnTo>
                  <a:lnTo>
                    <a:pt x="7949" y="14379"/>
                  </a:lnTo>
                  <a:lnTo>
                    <a:pt x="8155" y="14405"/>
                  </a:lnTo>
                  <a:lnTo>
                    <a:pt x="8361" y="14456"/>
                  </a:lnTo>
                  <a:lnTo>
                    <a:pt x="8566" y="14533"/>
                  </a:lnTo>
                  <a:lnTo>
                    <a:pt x="8721" y="14636"/>
                  </a:lnTo>
                  <a:lnTo>
                    <a:pt x="8952" y="14739"/>
                  </a:lnTo>
                  <a:lnTo>
                    <a:pt x="9184" y="14842"/>
                  </a:lnTo>
                  <a:lnTo>
                    <a:pt x="9415" y="14893"/>
                  </a:lnTo>
                  <a:lnTo>
                    <a:pt x="9672" y="14919"/>
                  </a:lnTo>
                  <a:lnTo>
                    <a:pt x="14457" y="14919"/>
                  </a:lnTo>
                  <a:lnTo>
                    <a:pt x="14534" y="14893"/>
                  </a:lnTo>
                  <a:lnTo>
                    <a:pt x="14611" y="14842"/>
                  </a:lnTo>
                  <a:lnTo>
                    <a:pt x="14637" y="14790"/>
                  </a:lnTo>
                  <a:lnTo>
                    <a:pt x="14663" y="14687"/>
                  </a:lnTo>
                  <a:lnTo>
                    <a:pt x="14663" y="12861"/>
                  </a:lnTo>
                  <a:lnTo>
                    <a:pt x="14766" y="12758"/>
                  </a:lnTo>
                  <a:lnTo>
                    <a:pt x="14843" y="12630"/>
                  </a:lnTo>
                  <a:lnTo>
                    <a:pt x="14894" y="12501"/>
                  </a:lnTo>
                  <a:lnTo>
                    <a:pt x="14894" y="12372"/>
                  </a:lnTo>
                  <a:lnTo>
                    <a:pt x="14894" y="12270"/>
                  </a:lnTo>
                  <a:lnTo>
                    <a:pt x="14894" y="12115"/>
                  </a:lnTo>
                  <a:lnTo>
                    <a:pt x="14843" y="11987"/>
                  </a:lnTo>
                  <a:lnTo>
                    <a:pt x="14766" y="11858"/>
                  </a:lnTo>
                  <a:lnTo>
                    <a:pt x="14663" y="11755"/>
                  </a:lnTo>
                  <a:lnTo>
                    <a:pt x="14663" y="7177"/>
                  </a:lnTo>
                  <a:lnTo>
                    <a:pt x="14637" y="7099"/>
                  </a:lnTo>
                  <a:lnTo>
                    <a:pt x="14611" y="7022"/>
                  </a:lnTo>
                  <a:lnTo>
                    <a:pt x="14534" y="6971"/>
                  </a:lnTo>
                  <a:lnTo>
                    <a:pt x="14354" y="6971"/>
                  </a:lnTo>
                  <a:lnTo>
                    <a:pt x="14380" y="6765"/>
                  </a:lnTo>
                  <a:lnTo>
                    <a:pt x="14431" y="6559"/>
                  </a:lnTo>
                  <a:lnTo>
                    <a:pt x="14508" y="6353"/>
                  </a:lnTo>
                  <a:lnTo>
                    <a:pt x="14611" y="6173"/>
                  </a:lnTo>
                  <a:lnTo>
                    <a:pt x="14740" y="5968"/>
                  </a:lnTo>
                  <a:lnTo>
                    <a:pt x="14843" y="5736"/>
                  </a:lnTo>
                  <a:lnTo>
                    <a:pt x="14894" y="5479"/>
                  </a:lnTo>
                  <a:lnTo>
                    <a:pt x="14894" y="5247"/>
                  </a:lnTo>
                  <a:lnTo>
                    <a:pt x="14894" y="463"/>
                  </a:lnTo>
                  <a:lnTo>
                    <a:pt x="14894" y="386"/>
                  </a:lnTo>
                  <a:lnTo>
                    <a:pt x="14843" y="309"/>
                  </a:lnTo>
                  <a:lnTo>
                    <a:pt x="14766" y="257"/>
                  </a:lnTo>
                  <a:lnTo>
                    <a:pt x="12862" y="257"/>
                  </a:lnTo>
                  <a:lnTo>
                    <a:pt x="12759" y="154"/>
                  </a:lnTo>
                  <a:lnTo>
                    <a:pt x="12631" y="77"/>
                  </a:lnTo>
                  <a:lnTo>
                    <a:pt x="12502" y="26"/>
                  </a:lnTo>
                  <a:lnTo>
                    <a:pt x="12348" y="0"/>
                  </a:lnTo>
                  <a:lnTo>
                    <a:pt x="12245" y="0"/>
                  </a:lnTo>
                  <a:lnTo>
                    <a:pt x="12116" y="26"/>
                  </a:lnTo>
                  <a:lnTo>
                    <a:pt x="11962" y="77"/>
                  </a:lnTo>
                  <a:lnTo>
                    <a:pt x="11859" y="154"/>
                  </a:lnTo>
                  <a:lnTo>
                    <a:pt x="11756" y="257"/>
                  </a:lnTo>
                  <a:lnTo>
                    <a:pt x="9518" y="257"/>
                  </a:lnTo>
                  <a:lnTo>
                    <a:pt x="9441" y="309"/>
                  </a:lnTo>
                  <a:lnTo>
                    <a:pt x="9415" y="386"/>
                  </a:lnTo>
                  <a:lnTo>
                    <a:pt x="9390" y="463"/>
                  </a:lnTo>
                  <a:lnTo>
                    <a:pt x="9415" y="566"/>
                  </a:lnTo>
                  <a:lnTo>
                    <a:pt x="9441" y="617"/>
                  </a:lnTo>
                  <a:lnTo>
                    <a:pt x="9518" y="669"/>
                  </a:lnTo>
                  <a:lnTo>
                    <a:pt x="9595" y="695"/>
                  </a:lnTo>
                  <a:lnTo>
                    <a:pt x="10856" y="695"/>
                  </a:lnTo>
                  <a:lnTo>
                    <a:pt x="10779" y="797"/>
                  </a:lnTo>
                  <a:lnTo>
                    <a:pt x="10701" y="900"/>
                  </a:lnTo>
                  <a:lnTo>
                    <a:pt x="10676" y="1029"/>
                  </a:lnTo>
                  <a:lnTo>
                    <a:pt x="10650" y="1158"/>
                  </a:lnTo>
                  <a:lnTo>
                    <a:pt x="10650" y="2161"/>
                  </a:lnTo>
                  <a:lnTo>
                    <a:pt x="10547" y="2135"/>
                  </a:lnTo>
                  <a:lnTo>
                    <a:pt x="10444" y="2109"/>
                  </a:lnTo>
                  <a:lnTo>
                    <a:pt x="10341" y="2109"/>
                  </a:lnTo>
                  <a:lnTo>
                    <a:pt x="10213" y="2135"/>
                  </a:lnTo>
                  <a:lnTo>
                    <a:pt x="10110" y="2161"/>
                  </a:lnTo>
                  <a:lnTo>
                    <a:pt x="9981" y="2238"/>
                  </a:lnTo>
                  <a:lnTo>
                    <a:pt x="9904" y="2289"/>
                  </a:lnTo>
                  <a:lnTo>
                    <a:pt x="9827" y="2392"/>
                  </a:lnTo>
                  <a:lnTo>
                    <a:pt x="9750" y="2495"/>
                  </a:lnTo>
                  <a:lnTo>
                    <a:pt x="9724" y="2624"/>
                  </a:lnTo>
                  <a:lnTo>
                    <a:pt x="9698" y="2752"/>
                  </a:lnTo>
                  <a:lnTo>
                    <a:pt x="9698" y="3756"/>
                  </a:lnTo>
                  <a:lnTo>
                    <a:pt x="9698" y="4116"/>
                  </a:lnTo>
                  <a:lnTo>
                    <a:pt x="7383" y="4116"/>
                  </a:lnTo>
                  <a:lnTo>
                    <a:pt x="7383" y="695"/>
                  </a:lnTo>
                  <a:lnTo>
                    <a:pt x="8746" y="695"/>
                  </a:lnTo>
                  <a:lnTo>
                    <a:pt x="8824" y="669"/>
                  </a:lnTo>
                  <a:lnTo>
                    <a:pt x="8901" y="617"/>
                  </a:lnTo>
                  <a:lnTo>
                    <a:pt x="8927" y="566"/>
                  </a:lnTo>
                  <a:lnTo>
                    <a:pt x="8952" y="463"/>
                  </a:lnTo>
                  <a:lnTo>
                    <a:pt x="8927" y="386"/>
                  </a:lnTo>
                  <a:lnTo>
                    <a:pt x="8901" y="309"/>
                  </a:lnTo>
                  <a:lnTo>
                    <a:pt x="8824" y="257"/>
                  </a:lnTo>
                  <a:lnTo>
                    <a:pt x="7100" y="257"/>
                  </a:lnTo>
                  <a:lnTo>
                    <a:pt x="7023" y="309"/>
                  </a:lnTo>
                  <a:lnTo>
                    <a:pt x="6972" y="386"/>
                  </a:lnTo>
                  <a:lnTo>
                    <a:pt x="6946" y="463"/>
                  </a:lnTo>
                  <a:lnTo>
                    <a:pt x="6946" y="566"/>
                  </a:lnTo>
                  <a:lnTo>
                    <a:pt x="6740" y="540"/>
                  </a:lnTo>
                  <a:lnTo>
                    <a:pt x="6534" y="489"/>
                  </a:lnTo>
                  <a:lnTo>
                    <a:pt x="6354" y="412"/>
                  </a:lnTo>
                  <a:lnTo>
                    <a:pt x="6174" y="309"/>
                  </a:lnTo>
                  <a:lnTo>
                    <a:pt x="5968" y="180"/>
                  </a:lnTo>
                  <a:lnTo>
                    <a:pt x="5737" y="77"/>
                  </a:lnTo>
                  <a:lnTo>
                    <a:pt x="5480" y="26"/>
                  </a:lnTo>
                  <a:lnTo>
                    <a:pt x="5223" y="26"/>
                  </a:lnTo>
                  <a:lnTo>
                    <a:pt x="464" y="0"/>
                  </a:lnTo>
                  <a:close/>
                </a:path>
              </a:pathLst>
            </a:custGeom>
            <a:solidFill>
              <a:srgbClr val="19191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4" name="Rectangle 125">
            <a:extLst>
              <a:ext uri="{FF2B5EF4-FFF2-40B4-BE49-F238E27FC236}">
                <a16:creationId xmlns:a16="http://schemas.microsoft.com/office/drawing/2014/main" id="{E4CDF186-55CA-193F-B9D8-0CD7B8D72EAD}"/>
              </a:ext>
            </a:extLst>
          </p:cNvPr>
          <p:cNvSpPr/>
          <p:nvPr/>
        </p:nvSpPr>
        <p:spPr>
          <a:xfrm>
            <a:off x="1680655" y="6212552"/>
            <a:ext cx="1804110" cy="553998"/>
          </a:xfrm>
          <a:prstGeom prst="rect">
            <a:avLst/>
          </a:prstGeom>
          <a:noFill/>
        </p:spPr>
        <p:txBody>
          <a:bodyPr wrap="square" lIns="91440" tIns="45720" bIns="45720" anchor="ctr" anchorCtr="0">
            <a:spAutoFit/>
          </a:bodyPr>
          <a:lstStyle/>
          <a:p>
            <a:r>
              <a:rPr lang="en-US" sz="1000" b="1" dirty="0">
                <a:solidFill>
                  <a:srgbClr val="DB4E18"/>
                </a:solidFill>
                <a:latin typeface="Arial" panose="020B0604020202020204" pitchFamily="34" charset="0"/>
                <a:cs typeface="Arial" panose="020B0604020202020204" pitchFamily="34" charset="0"/>
              </a:rPr>
              <a:t>Industria Clientes: Insituciones Financieras – Ecuador y Perú</a:t>
            </a:r>
          </a:p>
        </p:txBody>
      </p:sp>
      <p:sp>
        <p:nvSpPr>
          <p:cNvPr id="115" name="Rectangle 125">
            <a:extLst>
              <a:ext uri="{FF2B5EF4-FFF2-40B4-BE49-F238E27FC236}">
                <a16:creationId xmlns:a16="http://schemas.microsoft.com/office/drawing/2014/main" id="{CAF2F1C8-6501-01CA-0432-76A22AB5ABEF}"/>
              </a:ext>
            </a:extLst>
          </p:cNvPr>
          <p:cNvSpPr/>
          <p:nvPr/>
        </p:nvSpPr>
        <p:spPr>
          <a:xfrm>
            <a:off x="5241634" y="6212552"/>
            <a:ext cx="1804110" cy="553998"/>
          </a:xfrm>
          <a:prstGeom prst="rect">
            <a:avLst/>
          </a:prstGeom>
          <a:noFill/>
        </p:spPr>
        <p:txBody>
          <a:bodyPr wrap="square" lIns="91440" tIns="45720" bIns="45720" anchor="ctr" anchorCtr="0">
            <a:spAutoFit/>
          </a:bodyPr>
          <a:lstStyle/>
          <a:p>
            <a:r>
              <a:rPr lang="en-US" sz="1000" b="1" dirty="0">
                <a:solidFill>
                  <a:srgbClr val="DB4E18"/>
                </a:solidFill>
                <a:latin typeface="Arial" panose="020B0604020202020204" pitchFamily="34" charset="0"/>
                <a:cs typeface="Arial" panose="020B0604020202020204" pitchFamily="34" charset="0"/>
              </a:rPr>
              <a:t>Industria Clientes: Sector Salud – Ecuador y Sector Financiero – Canada</a:t>
            </a:r>
          </a:p>
        </p:txBody>
      </p:sp>
      <p:sp>
        <p:nvSpPr>
          <p:cNvPr id="116" name="Rectangle 125">
            <a:extLst>
              <a:ext uri="{FF2B5EF4-FFF2-40B4-BE49-F238E27FC236}">
                <a16:creationId xmlns:a16="http://schemas.microsoft.com/office/drawing/2014/main" id="{EEBBA7B2-7079-282B-A883-5ABC83CBB7CE}"/>
              </a:ext>
            </a:extLst>
          </p:cNvPr>
          <p:cNvSpPr/>
          <p:nvPr/>
        </p:nvSpPr>
        <p:spPr>
          <a:xfrm>
            <a:off x="8694988" y="6421680"/>
            <a:ext cx="1792292" cy="246221"/>
          </a:xfrm>
          <a:prstGeom prst="rect">
            <a:avLst/>
          </a:prstGeom>
          <a:noFill/>
        </p:spPr>
        <p:txBody>
          <a:bodyPr wrap="square" lIns="91440" tIns="45720" bIns="45720" anchor="ctr" anchorCtr="0">
            <a:spAutoFit/>
          </a:bodyPr>
          <a:lstStyle/>
          <a:p>
            <a:r>
              <a:rPr lang="en-US" sz="1000" b="1" dirty="0">
                <a:solidFill>
                  <a:srgbClr val="DB4E18"/>
                </a:solidFill>
                <a:latin typeface="Arial" panose="020B0604020202020204" pitchFamily="34" charset="0"/>
                <a:cs typeface="Arial" panose="020B0604020202020204" pitchFamily="34" charset="0"/>
              </a:rPr>
              <a:t>Industria Clientes: Varias </a:t>
            </a:r>
          </a:p>
        </p:txBody>
      </p:sp>
    </p:spTree>
    <p:extLst>
      <p:ext uri="{BB962C8B-B14F-4D97-AF65-F5344CB8AC3E}">
        <p14:creationId xmlns:p14="http://schemas.microsoft.com/office/powerpoint/2010/main" val="3754685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500"/>
                                        <p:tgtEl>
                                          <p:spTgt spid="4"/>
                                        </p:tgtEl>
                                      </p:cBhvr>
                                    </p:animEffect>
                                  </p:childTnLst>
                                </p:cTn>
                              </p:par>
                              <p:par>
                                <p:cTn id="8" presetID="17" presetClass="entr" presetSubtype="4" fill="hold" grpId="0" nodeType="withEffect">
                                  <p:stCondLst>
                                    <p:cond delay="1000"/>
                                  </p:stCondLst>
                                  <p:childTnLst>
                                    <p:set>
                                      <p:cBhvr>
                                        <p:cTn id="9" dur="1" fill="hold">
                                          <p:stCondLst>
                                            <p:cond delay="0"/>
                                          </p:stCondLst>
                                        </p:cTn>
                                        <p:tgtEl>
                                          <p:spTgt spid="4112"/>
                                        </p:tgtEl>
                                        <p:attrNameLst>
                                          <p:attrName>style.visibility</p:attrName>
                                        </p:attrNameLst>
                                      </p:cBhvr>
                                      <p:to>
                                        <p:strVal val="visible"/>
                                      </p:to>
                                    </p:set>
                                    <p:anim calcmode="lin" valueType="num">
                                      <p:cBhvr>
                                        <p:cTn id="10" dur="1000" fill="hold"/>
                                        <p:tgtEl>
                                          <p:spTgt spid="4112"/>
                                        </p:tgtEl>
                                        <p:attrNameLst>
                                          <p:attrName>ppt_x</p:attrName>
                                        </p:attrNameLst>
                                      </p:cBhvr>
                                      <p:tavLst>
                                        <p:tav tm="0">
                                          <p:val>
                                            <p:strVal val="#ppt_x"/>
                                          </p:val>
                                        </p:tav>
                                        <p:tav tm="100000">
                                          <p:val>
                                            <p:strVal val="#ppt_x"/>
                                          </p:val>
                                        </p:tav>
                                      </p:tavLst>
                                    </p:anim>
                                    <p:anim calcmode="lin" valueType="num">
                                      <p:cBhvr>
                                        <p:cTn id="11" dur="1000" fill="hold"/>
                                        <p:tgtEl>
                                          <p:spTgt spid="4112"/>
                                        </p:tgtEl>
                                        <p:attrNameLst>
                                          <p:attrName>ppt_y</p:attrName>
                                        </p:attrNameLst>
                                      </p:cBhvr>
                                      <p:tavLst>
                                        <p:tav tm="0">
                                          <p:val>
                                            <p:strVal val="#ppt_y+#ppt_h/2"/>
                                          </p:val>
                                        </p:tav>
                                        <p:tav tm="100000">
                                          <p:val>
                                            <p:strVal val="#ppt_y"/>
                                          </p:val>
                                        </p:tav>
                                      </p:tavLst>
                                    </p:anim>
                                    <p:anim calcmode="lin" valueType="num">
                                      <p:cBhvr>
                                        <p:cTn id="12" dur="1000" fill="hold"/>
                                        <p:tgtEl>
                                          <p:spTgt spid="4112"/>
                                        </p:tgtEl>
                                        <p:attrNameLst>
                                          <p:attrName>ppt_w</p:attrName>
                                        </p:attrNameLst>
                                      </p:cBhvr>
                                      <p:tavLst>
                                        <p:tav tm="0">
                                          <p:val>
                                            <p:strVal val="#ppt_w"/>
                                          </p:val>
                                        </p:tav>
                                        <p:tav tm="100000">
                                          <p:val>
                                            <p:strVal val="#ppt_w"/>
                                          </p:val>
                                        </p:tav>
                                      </p:tavLst>
                                    </p:anim>
                                    <p:anim calcmode="lin" valueType="num">
                                      <p:cBhvr>
                                        <p:cTn id="13" dur="1000" fill="hold"/>
                                        <p:tgtEl>
                                          <p:spTgt spid="4112"/>
                                        </p:tgtEl>
                                        <p:attrNameLst>
                                          <p:attrName>ppt_h</p:attrName>
                                        </p:attrNameLst>
                                      </p:cBhvr>
                                      <p:tavLst>
                                        <p:tav tm="0">
                                          <p:val>
                                            <p:fltVal val="0"/>
                                          </p:val>
                                        </p:tav>
                                        <p:tav tm="100000">
                                          <p:val>
                                            <p:strVal val="#ppt_h"/>
                                          </p:val>
                                        </p:tav>
                                      </p:tavLst>
                                    </p:anim>
                                  </p:childTnLst>
                                </p:cTn>
                              </p:par>
                              <p:par>
                                <p:cTn id="14" presetID="17" presetClass="entr" presetSubtype="4" fill="hold" grpId="0" nodeType="withEffect">
                                  <p:stCondLst>
                                    <p:cond delay="1000"/>
                                  </p:stCondLst>
                                  <p:childTnLst>
                                    <p:set>
                                      <p:cBhvr>
                                        <p:cTn id="15" dur="1" fill="hold">
                                          <p:stCondLst>
                                            <p:cond delay="0"/>
                                          </p:stCondLst>
                                        </p:cTn>
                                        <p:tgtEl>
                                          <p:spTgt spid="100"/>
                                        </p:tgtEl>
                                        <p:attrNameLst>
                                          <p:attrName>style.visibility</p:attrName>
                                        </p:attrNameLst>
                                      </p:cBhvr>
                                      <p:to>
                                        <p:strVal val="visible"/>
                                      </p:to>
                                    </p:set>
                                    <p:anim calcmode="lin" valueType="num">
                                      <p:cBhvr>
                                        <p:cTn id="16" dur="1000" fill="hold"/>
                                        <p:tgtEl>
                                          <p:spTgt spid="100"/>
                                        </p:tgtEl>
                                        <p:attrNameLst>
                                          <p:attrName>ppt_x</p:attrName>
                                        </p:attrNameLst>
                                      </p:cBhvr>
                                      <p:tavLst>
                                        <p:tav tm="0">
                                          <p:val>
                                            <p:strVal val="#ppt_x"/>
                                          </p:val>
                                        </p:tav>
                                        <p:tav tm="100000">
                                          <p:val>
                                            <p:strVal val="#ppt_x"/>
                                          </p:val>
                                        </p:tav>
                                      </p:tavLst>
                                    </p:anim>
                                    <p:anim calcmode="lin" valueType="num">
                                      <p:cBhvr>
                                        <p:cTn id="17" dur="1000" fill="hold"/>
                                        <p:tgtEl>
                                          <p:spTgt spid="100"/>
                                        </p:tgtEl>
                                        <p:attrNameLst>
                                          <p:attrName>ppt_y</p:attrName>
                                        </p:attrNameLst>
                                      </p:cBhvr>
                                      <p:tavLst>
                                        <p:tav tm="0">
                                          <p:val>
                                            <p:strVal val="#ppt_y+#ppt_h/2"/>
                                          </p:val>
                                        </p:tav>
                                        <p:tav tm="100000">
                                          <p:val>
                                            <p:strVal val="#ppt_y"/>
                                          </p:val>
                                        </p:tav>
                                      </p:tavLst>
                                    </p:anim>
                                    <p:anim calcmode="lin" valueType="num">
                                      <p:cBhvr>
                                        <p:cTn id="18" dur="1000" fill="hold"/>
                                        <p:tgtEl>
                                          <p:spTgt spid="100"/>
                                        </p:tgtEl>
                                        <p:attrNameLst>
                                          <p:attrName>ppt_w</p:attrName>
                                        </p:attrNameLst>
                                      </p:cBhvr>
                                      <p:tavLst>
                                        <p:tav tm="0">
                                          <p:val>
                                            <p:strVal val="#ppt_w"/>
                                          </p:val>
                                        </p:tav>
                                        <p:tav tm="100000">
                                          <p:val>
                                            <p:strVal val="#ppt_w"/>
                                          </p:val>
                                        </p:tav>
                                      </p:tavLst>
                                    </p:anim>
                                    <p:anim calcmode="lin" valueType="num">
                                      <p:cBhvr>
                                        <p:cTn id="19" dur="1000" fill="hold"/>
                                        <p:tgtEl>
                                          <p:spTgt spid="100"/>
                                        </p:tgtEl>
                                        <p:attrNameLst>
                                          <p:attrName>ppt_h</p:attrName>
                                        </p:attrNameLst>
                                      </p:cBhvr>
                                      <p:tavLst>
                                        <p:tav tm="0">
                                          <p:val>
                                            <p:fltVal val="0"/>
                                          </p:val>
                                        </p:tav>
                                        <p:tav tm="100000">
                                          <p:val>
                                            <p:strVal val="#ppt_h"/>
                                          </p:val>
                                        </p:tav>
                                      </p:tavLst>
                                    </p:anim>
                                  </p:childTnLst>
                                </p:cTn>
                              </p:par>
                              <p:par>
                                <p:cTn id="20" presetID="17" presetClass="entr" presetSubtype="4" fill="hold" grpId="0" nodeType="withEffect">
                                  <p:stCondLst>
                                    <p:cond delay="1000"/>
                                  </p:stCondLst>
                                  <p:childTnLst>
                                    <p:set>
                                      <p:cBhvr>
                                        <p:cTn id="21" dur="1" fill="hold">
                                          <p:stCondLst>
                                            <p:cond delay="0"/>
                                          </p:stCondLst>
                                        </p:cTn>
                                        <p:tgtEl>
                                          <p:spTgt spid="107"/>
                                        </p:tgtEl>
                                        <p:attrNameLst>
                                          <p:attrName>style.visibility</p:attrName>
                                        </p:attrNameLst>
                                      </p:cBhvr>
                                      <p:to>
                                        <p:strVal val="visible"/>
                                      </p:to>
                                    </p:set>
                                    <p:anim calcmode="lin" valueType="num">
                                      <p:cBhvr>
                                        <p:cTn id="22" dur="1000" fill="hold"/>
                                        <p:tgtEl>
                                          <p:spTgt spid="107"/>
                                        </p:tgtEl>
                                        <p:attrNameLst>
                                          <p:attrName>ppt_x</p:attrName>
                                        </p:attrNameLst>
                                      </p:cBhvr>
                                      <p:tavLst>
                                        <p:tav tm="0">
                                          <p:val>
                                            <p:strVal val="#ppt_x"/>
                                          </p:val>
                                        </p:tav>
                                        <p:tav tm="100000">
                                          <p:val>
                                            <p:strVal val="#ppt_x"/>
                                          </p:val>
                                        </p:tav>
                                      </p:tavLst>
                                    </p:anim>
                                    <p:anim calcmode="lin" valueType="num">
                                      <p:cBhvr>
                                        <p:cTn id="23" dur="1000" fill="hold"/>
                                        <p:tgtEl>
                                          <p:spTgt spid="107"/>
                                        </p:tgtEl>
                                        <p:attrNameLst>
                                          <p:attrName>ppt_y</p:attrName>
                                        </p:attrNameLst>
                                      </p:cBhvr>
                                      <p:tavLst>
                                        <p:tav tm="0">
                                          <p:val>
                                            <p:strVal val="#ppt_y+#ppt_h/2"/>
                                          </p:val>
                                        </p:tav>
                                        <p:tav tm="100000">
                                          <p:val>
                                            <p:strVal val="#ppt_y"/>
                                          </p:val>
                                        </p:tav>
                                      </p:tavLst>
                                    </p:anim>
                                    <p:anim calcmode="lin" valueType="num">
                                      <p:cBhvr>
                                        <p:cTn id="24" dur="1000" fill="hold"/>
                                        <p:tgtEl>
                                          <p:spTgt spid="107"/>
                                        </p:tgtEl>
                                        <p:attrNameLst>
                                          <p:attrName>ppt_w</p:attrName>
                                        </p:attrNameLst>
                                      </p:cBhvr>
                                      <p:tavLst>
                                        <p:tav tm="0">
                                          <p:val>
                                            <p:strVal val="#ppt_w"/>
                                          </p:val>
                                        </p:tav>
                                        <p:tav tm="100000">
                                          <p:val>
                                            <p:strVal val="#ppt_w"/>
                                          </p:val>
                                        </p:tav>
                                      </p:tavLst>
                                    </p:anim>
                                    <p:anim calcmode="lin" valueType="num">
                                      <p:cBhvr>
                                        <p:cTn id="25" dur="1000" fill="hold"/>
                                        <p:tgtEl>
                                          <p:spTgt spid="107"/>
                                        </p:tgtEl>
                                        <p:attrNameLst>
                                          <p:attrName>ppt_h</p:attrName>
                                        </p:attrNameLst>
                                      </p:cBhvr>
                                      <p:tavLst>
                                        <p:tav tm="0">
                                          <p:val>
                                            <p:fltVal val="0"/>
                                          </p:val>
                                        </p:tav>
                                        <p:tav tm="100000">
                                          <p:val>
                                            <p:strVal val="#ppt_h"/>
                                          </p:val>
                                        </p:tav>
                                      </p:tavLst>
                                    </p:anim>
                                  </p:childTnLst>
                                </p:cTn>
                              </p:par>
                              <p:par>
                                <p:cTn id="26" presetID="10" presetClass="entr" presetSubtype="0" fill="hold" grpId="0" nodeType="withEffect">
                                  <p:stCondLst>
                                    <p:cond delay="100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500"/>
                                        <p:tgtEl>
                                          <p:spTgt spid="3"/>
                                        </p:tgtEl>
                                      </p:cBhvr>
                                    </p:animEffect>
                                  </p:childTnLst>
                                </p:cTn>
                              </p:par>
                              <p:par>
                                <p:cTn id="29" presetID="0" presetClass="path" presetSubtype="0" decel="50000" fill="hold" grpId="1" nodeType="withEffect">
                                  <p:stCondLst>
                                    <p:cond delay="1000"/>
                                  </p:stCondLst>
                                  <p:childTnLst>
                                    <p:animMotion origin="layout" path="M 0.28907 -0.15186 L -3.125E-6 4.44444E-6 " pathEditMode="relative" rAng="0" ptsTypes="AA">
                                      <p:cBhvr>
                                        <p:cTn id="30" dur="2000" fill="hold"/>
                                        <p:tgtEl>
                                          <p:spTgt spid="3"/>
                                        </p:tgtEl>
                                        <p:attrNameLst>
                                          <p:attrName>ppt_x</p:attrName>
                                          <p:attrName>ppt_y</p:attrName>
                                        </p:attrNameLst>
                                      </p:cBhvr>
                                      <p:rCtr x="-14453" y="7593"/>
                                    </p:animMotion>
                                  </p:childTnLst>
                                </p:cTn>
                              </p:par>
                              <p:par>
                                <p:cTn id="31" presetID="10" presetClass="entr" presetSubtype="0" fill="hold" grpId="0" nodeType="withEffect">
                                  <p:stCondLst>
                                    <p:cond delay="1000"/>
                                  </p:stCondLst>
                                  <p:childTnLst>
                                    <p:set>
                                      <p:cBhvr>
                                        <p:cTn id="32" dur="1" fill="hold">
                                          <p:stCondLst>
                                            <p:cond delay="0"/>
                                          </p:stCondLst>
                                        </p:cTn>
                                        <p:tgtEl>
                                          <p:spTgt spid="95"/>
                                        </p:tgtEl>
                                        <p:attrNameLst>
                                          <p:attrName>style.visibility</p:attrName>
                                        </p:attrNameLst>
                                      </p:cBhvr>
                                      <p:to>
                                        <p:strVal val="visible"/>
                                      </p:to>
                                    </p:set>
                                    <p:animEffect transition="in" filter="fade">
                                      <p:cBhvr>
                                        <p:cTn id="33" dur="1500"/>
                                        <p:tgtEl>
                                          <p:spTgt spid="95"/>
                                        </p:tgtEl>
                                      </p:cBhvr>
                                    </p:animEffect>
                                  </p:childTnLst>
                                </p:cTn>
                              </p:par>
                              <p:par>
                                <p:cTn id="34" presetID="0" presetClass="path" presetSubtype="0" decel="50000" fill="hold" grpId="1" nodeType="withEffect">
                                  <p:stCondLst>
                                    <p:cond delay="1000"/>
                                  </p:stCondLst>
                                  <p:childTnLst>
                                    <p:animMotion origin="layout" path="M -4.16667E-7 -0.14931 L -4.16667E-7 4.44444E-6 " pathEditMode="relative" rAng="0" ptsTypes="AA">
                                      <p:cBhvr>
                                        <p:cTn id="35" dur="2000" fill="hold"/>
                                        <p:tgtEl>
                                          <p:spTgt spid="95"/>
                                        </p:tgtEl>
                                        <p:attrNameLst>
                                          <p:attrName>ppt_x</p:attrName>
                                          <p:attrName>ppt_y</p:attrName>
                                        </p:attrNameLst>
                                      </p:cBhvr>
                                      <p:rCtr x="0" y="7454"/>
                                    </p:animMotion>
                                  </p:childTnLst>
                                </p:cTn>
                              </p:par>
                              <p:par>
                                <p:cTn id="36" presetID="10" presetClass="entr" presetSubtype="0" fill="hold" grpId="0" nodeType="withEffect">
                                  <p:stCondLst>
                                    <p:cond delay="1000"/>
                                  </p:stCondLst>
                                  <p:childTnLst>
                                    <p:set>
                                      <p:cBhvr>
                                        <p:cTn id="37" dur="1" fill="hold">
                                          <p:stCondLst>
                                            <p:cond delay="0"/>
                                          </p:stCondLst>
                                        </p:cTn>
                                        <p:tgtEl>
                                          <p:spTgt spid="102"/>
                                        </p:tgtEl>
                                        <p:attrNameLst>
                                          <p:attrName>style.visibility</p:attrName>
                                        </p:attrNameLst>
                                      </p:cBhvr>
                                      <p:to>
                                        <p:strVal val="visible"/>
                                      </p:to>
                                    </p:set>
                                    <p:animEffect transition="in" filter="fade">
                                      <p:cBhvr>
                                        <p:cTn id="38" dur="1500"/>
                                        <p:tgtEl>
                                          <p:spTgt spid="102"/>
                                        </p:tgtEl>
                                      </p:cBhvr>
                                    </p:animEffect>
                                  </p:childTnLst>
                                </p:cTn>
                              </p:par>
                              <p:par>
                                <p:cTn id="39" presetID="0" presetClass="path" presetSubtype="0" decel="50000" fill="hold" grpId="1" nodeType="withEffect">
                                  <p:stCondLst>
                                    <p:cond delay="1000"/>
                                  </p:stCondLst>
                                  <p:childTnLst>
                                    <p:animMotion origin="layout" path="M -0.29427 -0.14931 L -3.75E-6 4.44444E-6 " pathEditMode="relative" rAng="0" ptsTypes="AA">
                                      <p:cBhvr>
                                        <p:cTn id="40" dur="2000" fill="hold"/>
                                        <p:tgtEl>
                                          <p:spTgt spid="102"/>
                                        </p:tgtEl>
                                        <p:attrNameLst>
                                          <p:attrName>ppt_x</p:attrName>
                                          <p:attrName>ppt_y</p:attrName>
                                        </p:attrNameLst>
                                      </p:cBhvr>
                                      <p:rCtr x="14583" y="7454"/>
                                    </p:animMotion>
                                  </p:childTnLst>
                                </p:cTn>
                              </p:par>
                              <p:par>
                                <p:cTn id="41" presetID="10" presetClass="entr" presetSubtype="0" fill="hold" grpId="0" nodeType="withEffect">
                                  <p:stCondLst>
                                    <p:cond delay="2500"/>
                                  </p:stCondLst>
                                  <p:childTnLst>
                                    <p:set>
                                      <p:cBhvr>
                                        <p:cTn id="42" dur="1" fill="hold">
                                          <p:stCondLst>
                                            <p:cond delay="0"/>
                                          </p:stCondLst>
                                        </p:cTn>
                                        <p:tgtEl>
                                          <p:spTgt spid="11"/>
                                        </p:tgtEl>
                                        <p:attrNameLst>
                                          <p:attrName>style.visibility</p:attrName>
                                        </p:attrNameLst>
                                      </p:cBhvr>
                                      <p:to>
                                        <p:strVal val="visible"/>
                                      </p:to>
                                    </p:set>
                                    <p:animEffect transition="in" filter="fade">
                                      <p:cBhvr>
                                        <p:cTn id="43" dur="1000"/>
                                        <p:tgtEl>
                                          <p:spTgt spid="11"/>
                                        </p:tgtEl>
                                      </p:cBhvr>
                                    </p:animEffect>
                                  </p:childTnLst>
                                </p:cTn>
                              </p:par>
                              <p:par>
                                <p:cTn id="44" presetID="10" presetClass="entr" presetSubtype="0" fill="hold" grpId="0" nodeType="withEffect">
                                  <p:stCondLst>
                                    <p:cond delay="2500"/>
                                  </p:stCondLst>
                                  <p:childTnLst>
                                    <p:set>
                                      <p:cBhvr>
                                        <p:cTn id="45" dur="1" fill="hold">
                                          <p:stCondLst>
                                            <p:cond delay="0"/>
                                          </p:stCondLst>
                                        </p:cTn>
                                        <p:tgtEl>
                                          <p:spTgt spid="96"/>
                                        </p:tgtEl>
                                        <p:attrNameLst>
                                          <p:attrName>style.visibility</p:attrName>
                                        </p:attrNameLst>
                                      </p:cBhvr>
                                      <p:to>
                                        <p:strVal val="visible"/>
                                      </p:to>
                                    </p:set>
                                    <p:animEffect transition="in" filter="fade">
                                      <p:cBhvr>
                                        <p:cTn id="46" dur="1000"/>
                                        <p:tgtEl>
                                          <p:spTgt spid="96"/>
                                        </p:tgtEl>
                                      </p:cBhvr>
                                    </p:animEffect>
                                  </p:childTnLst>
                                </p:cTn>
                              </p:par>
                              <p:par>
                                <p:cTn id="47" presetID="10" presetClass="entr" presetSubtype="0" fill="hold" grpId="0" nodeType="withEffect">
                                  <p:stCondLst>
                                    <p:cond delay="2500"/>
                                  </p:stCondLst>
                                  <p:childTnLst>
                                    <p:set>
                                      <p:cBhvr>
                                        <p:cTn id="48" dur="1" fill="hold">
                                          <p:stCondLst>
                                            <p:cond delay="0"/>
                                          </p:stCondLst>
                                        </p:cTn>
                                        <p:tgtEl>
                                          <p:spTgt spid="103"/>
                                        </p:tgtEl>
                                        <p:attrNameLst>
                                          <p:attrName>style.visibility</p:attrName>
                                        </p:attrNameLst>
                                      </p:cBhvr>
                                      <p:to>
                                        <p:strVal val="visible"/>
                                      </p:to>
                                    </p:set>
                                    <p:animEffect transition="in" filter="fade">
                                      <p:cBhvr>
                                        <p:cTn id="49" dur="1000"/>
                                        <p:tgtEl>
                                          <p:spTgt spid="103"/>
                                        </p:tgtEl>
                                      </p:cBhvr>
                                    </p:animEffect>
                                  </p:childTnLst>
                                </p:cTn>
                              </p:par>
                              <p:par>
                                <p:cTn id="50" presetID="55" presetClass="entr" presetSubtype="0" fill="hold" grpId="0" nodeType="withEffect">
                                  <p:stCondLst>
                                    <p:cond delay="2500"/>
                                  </p:stCondLst>
                                  <p:childTnLst>
                                    <p:set>
                                      <p:cBhvr>
                                        <p:cTn id="51" dur="1" fill="hold">
                                          <p:stCondLst>
                                            <p:cond delay="0"/>
                                          </p:stCondLst>
                                        </p:cTn>
                                        <p:tgtEl>
                                          <p:spTgt spid="28"/>
                                        </p:tgtEl>
                                        <p:attrNameLst>
                                          <p:attrName>style.visibility</p:attrName>
                                        </p:attrNameLst>
                                      </p:cBhvr>
                                      <p:to>
                                        <p:strVal val="visible"/>
                                      </p:to>
                                    </p:set>
                                    <p:anim calcmode="lin" valueType="num">
                                      <p:cBhvr>
                                        <p:cTn id="52" dur="1000" fill="hold"/>
                                        <p:tgtEl>
                                          <p:spTgt spid="28"/>
                                        </p:tgtEl>
                                        <p:attrNameLst>
                                          <p:attrName>ppt_w</p:attrName>
                                        </p:attrNameLst>
                                      </p:cBhvr>
                                      <p:tavLst>
                                        <p:tav tm="0">
                                          <p:val>
                                            <p:strVal val="#ppt_w*0.70"/>
                                          </p:val>
                                        </p:tav>
                                        <p:tav tm="100000">
                                          <p:val>
                                            <p:strVal val="#ppt_w"/>
                                          </p:val>
                                        </p:tav>
                                      </p:tavLst>
                                    </p:anim>
                                    <p:anim calcmode="lin" valueType="num">
                                      <p:cBhvr>
                                        <p:cTn id="53" dur="1000" fill="hold"/>
                                        <p:tgtEl>
                                          <p:spTgt spid="28"/>
                                        </p:tgtEl>
                                        <p:attrNameLst>
                                          <p:attrName>ppt_h</p:attrName>
                                        </p:attrNameLst>
                                      </p:cBhvr>
                                      <p:tavLst>
                                        <p:tav tm="0">
                                          <p:val>
                                            <p:strVal val="#ppt_h"/>
                                          </p:val>
                                        </p:tav>
                                        <p:tav tm="100000">
                                          <p:val>
                                            <p:strVal val="#ppt_h"/>
                                          </p:val>
                                        </p:tav>
                                      </p:tavLst>
                                    </p:anim>
                                    <p:animEffect transition="in" filter="fade">
                                      <p:cBhvr>
                                        <p:cTn id="54" dur="1000"/>
                                        <p:tgtEl>
                                          <p:spTgt spid="28"/>
                                        </p:tgtEl>
                                      </p:cBhvr>
                                    </p:animEffect>
                                  </p:childTnLst>
                                </p:cTn>
                              </p:par>
                              <p:par>
                                <p:cTn id="55" presetID="55" presetClass="entr" presetSubtype="0" fill="hold" grpId="0" nodeType="withEffect">
                                  <p:stCondLst>
                                    <p:cond delay="2500"/>
                                  </p:stCondLst>
                                  <p:childTnLst>
                                    <p:set>
                                      <p:cBhvr>
                                        <p:cTn id="56" dur="1" fill="hold">
                                          <p:stCondLst>
                                            <p:cond delay="0"/>
                                          </p:stCondLst>
                                        </p:cTn>
                                        <p:tgtEl>
                                          <p:spTgt spid="98"/>
                                        </p:tgtEl>
                                        <p:attrNameLst>
                                          <p:attrName>style.visibility</p:attrName>
                                        </p:attrNameLst>
                                      </p:cBhvr>
                                      <p:to>
                                        <p:strVal val="visible"/>
                                      </p:to>
                                    </p:set>
                                    <p:anim calcmode="lin" valueType="num">
                                      <p:cBhvr>
                                        <p:cTn id="57" dur="1000" fill="hold"/>
                                        <p:tgtEl>
                                          <p:spTgt spid="98"/>
                                        </p:tgtEl>
                                        <p:attrNameLst>
                                          <p:attrName>ppt_w</p:attrName>
                                        </p:attrNameLst>
                                      </p:cBhvr>
                                      <p:tavLst>
                                        <p:tav tm="0">
                                          <p:val>
                                            <p:strVal val="#ppt_w*0.70"/>
                                          </p:val>
                                        </p:tav>
                                        <p:tav tm="100000">
                                          <p:val>
                                            <p:strVal val="#ppt_w"/>
                                          </p:val>
                                        </p:tav>
                                      </p:tavLst>
                                    </p:anim>
                                    <p:anim calcmode="lin" valueType="num">
                                      <p:cBhvr>
                                        <p:cTn id="58" dur="1000" fill="hold"/>
                                        <p:tgtEl>
                                          <p:spTgt spid="98"/>
                                        </p:tgtEl>
                                        <p:attrNameLst>
                                          <p:attrName>ppt_h</p:attrName>
                                        </p:attrNameLst>
                                      </p:cBhvr>
                                      <p:tavLst>
                                        <p:tav tm="0">
                                          <p:val>
                                            <p:strVal val="#ppt_h"/>
                                          </p:val>
                                        </p:tav>
                                        <p:tav tm="100000">
                                          <p:val>
                                            <p:strVal val="#ppt_h"/>
                                          </p:val>
                                        </p:tav>
                                      </p:tavLst>
                                    </p:anim>
                                    <p:animEffect transition="in" filter="fade">
                                      <p:cBhvr>
                                        <p:cTn id="59" dur="1000"/>
                                        <p:tgtEl>
                                          <p:spTgt spid="98"/>
                                        </p:tgtEl>
                                      </p:cBhvr>
                                    </p:animEffect>
                                  </p:childTnLst>
                                </p:cTn>
                              </p:par>
                              <p:par>
                                <p:cTn id="60" presetID="55" presetClass="entr" presetSubtype="0" fill="hold" grpId="0" nodeType="withEffect">
                                  <p:stCondLst>
                                    <p:cond delay="2500"/>
                                  </p:stCondLst>
                                  <p:childTnLst>
                                    <p:set>
                                      <p:cBhvr>
                                        <p:cTn id="61" dur="1" fill="hold">
                                          <p:stCondLst>
                                            <p:cond delay="0"/>
                                          </p:stCondLst>
                                        </p:cTn>
                                        <p:tgtEl>
                                          <p:spTgt spid="105"/>
                                        </p:tgtEl>
                                        <p:attrNameLst>
                                          <p:attrName>style.visibility</p:attrName>
                                        </p:attrNameLst>
                                      </p:cBhvr>
                                      <p:to>
                                        <p:strVal val="visible"/>
                                      </p:to>
                                    </p:set>
                                    <p:anim calcmode="lin" valueType="num">
                                      <p:cBhvr>
                                        <p:cTn id="62" dur="1000" fill="hold"/>
                                        <p:tgtEl>
                                          <p:spTgt spid="105"/>
                                        </p:tgtEl>
                                        <p:attrNameLst>
                                          <p:attrName>ppt_w</p:attrName>
                                        </p:attrNameLst>
                                      </p:cBhvr>
                                      <p:tavLst>
                                        <p:tav tm="0">
                                          <p:val>
                                            <p:strVal val="#ppt_w*0.70"/>
                                          </p:val>
                                        </p:tav>
                                        <p:tav tm="100000">
                                          <p:val>
                                            <p:strVal val="#ppt_w"/>
                                          </p:val>
                                        </p:tav>
                                      </p:tavLst>
                                    </p:anim>
                                    <p:anim calcmode="lin" valueType="num">
                                      <p:cBhvr>
                                        <p:cTn id="63" dur="1000" fill="hold"/>
                                        <p:tgtEl>
                                          <p:spTgt spid="105"/>
                                        </p:tgtEl>
                                        <p:attrNameLst>
                                          <p:attrName>ppt_h</p:attrName>
                                        </p:attrNameLst>
                                      </p:cBhvr>
                                      <p:tavLst>
                                        <p:tav tm="0">
                                          <p:val>
                                            <p:strVal val="#ppt_h"/>
                                          </p:val>
                                        </p:tav>
                                        <p:tav tm="100000">
                                          <p:val>
                                            <p:strVal val="#ppt_h"/>
                                          </p:val>
                                        </p:tav>
                                      </p:tavLst>
                                    </p:anim>
                                    <p:animEffect transition="in" filter="fade">
                                      <p:cBhvr>
                                        <p:cTn id="64" dur="1000"/>
                                        <p:tgtEl>
                                          <p:spTgt spid="105"/>
                                        </p:tgtEl>
                                      </p:cBhvr>
                                    </p:animEffect>
                                  </p:childTnLst>
                                </p:cTn>
                              </p:par>
                              <p:par>
                                <p:cTn id="65" presetID="10" presetClass="entr" presetSubtype="0" fill="hold" grpId="0" nodeType="withEffect">
                                  <p:stCondLst>
                                    <p:cond delay="300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500"/>
                                        <p:tgtEl>
                                          <p:spTgt spid="12"/>
                                        </p:tgtEl>
                                      </p:cBhvr>
                                    </p:animEffect>
                                  </p:childTnLst>
                                </p:cTn>
                              </p:par>
                              <p:par>
                                <p:cTn id="68" presetID="10" presetClass="entr" presetSubtype="0" fill="hold" grpId="0" nodeType="withEffect">
                                  <p:stCondLst>
                                    <p:cond delay="3000"/>
                                  </p:stCondLst>
                                  <p:childTnLst>
                                    <p:set>
                                      <p:cBhvr>
                                        <p:cTn id="69" dur="1" fill="hold">
                                          <p:stCondLst>
                                            <p:cond delay="0"/>
                                          </p:stCondLst>
                                        </p:cTn>
                                        <p:tgtEl>
                                          <p:spTgt spid="97"/>
                                        </p:tgtEl>
                                        <p:attrNameLst>
                                          <p:attrName>style.visibility</p:attrName>
                                        </p:attrNameLst>
                                      </p:cBhvr>
                                      <p:to>
                                        <p:strVal val="visible"/>
                                      </p:to>
                                    </p:set>
                                    <p:animEffect transition="in" filter="fade">
                                      <p:cBhvr>
                                        <p:cTn id="70" dur="1500"/>
                                        <p:tgtEl>
                                          <p:spTgt spid="97"/>
                                        </p:tgtEl>
                                      </p:cBhvr>
                                    </p:animEffect>
                                  </p:childTnLst>
                                </p:cTn>
                              </p:par>
                              <p:par>
                                <p:cTn id="71" presetID="10" presetClass="entr" presetSubtype="0" fill="hold" grpId="0" nodeType="withEffect">
                                  <p:stCondLst>
                                    <p:cond delay="3000"/>
                                  </p:stCondLst>
                                  <p:childTnLst>
                                    <p:set>
                                      <p:cBhvr>
                                        <p:cTn id="72" dur="1" fill="hold">
                                          <p:stCondLst>
                                            <p:cond delay="0"/>
                                          </p:stCondLst>
                                        </p:cTn>
                                        <p:tgtEl>
                                          <p:spTgt spid="104"/>
                                        </p:tgtEl>
                                        <p:attrNameLst>
                                          <p:attrName>style.visibility</p:attrName>
                                        </p:attrNameLst>
                                      </p:cBhvr>
                                      <p:to>
                                        <p:strVal val="visible"/>
                                      </p:to>
                                    </p:set>
                                    <p:animEffect transition="in" filter="fade">
                                      <p:cBhvr>
                                        <p:cTn id="73" dur="1500"/>
                                        <p:tgtEl>
                                          <p:spTgt spid="104"/>
                                        </p:tgtEl>
                                      </p:cBhvr>
                                    </p:animEffect>
                                  </p:childTnLst>
                                </p:cTn>
                              </p:par>
                              <p:par>
                                <p:cTn id="74" presetID="0" presetClass="path" presetSubtype="0" decel="50000" fill="hold" grpId="1" nodeType="withEffect">
                                  <p:stCondLst>
                                    <p:cond delay="3000"/>
                                  </p:stCondLst>
                                  <p:childTnLst>
                                    <p:animMotion origin="layout" path="M -3.33333E-6 -0.06412 L -3.33333E-6 2.22222E-6 " pathEditMode="relative" rAng="0" ptsTypes="AA">
                                      <p:cBhvr>
                                        <p:cTn id="75" dur="1500" fill="hold"/>
                                        <p:tgtEl>
                                          <p:spTgt spid="12"/>
                                        </p:tgtEl>
                                        <p:attrNameLst>
                                          <p:attrName>ppt_x</p:attrName>
                                          <p:attrName>ppt_y</p:attrName>
                                        </p:attrNameLst>
                                      </p:cBhvr>
                                      <p:rCtr x="0" y="3194"/>
                                    </p:animMotion>
                                  </p:childTnLst>
                                </p:cTn>
                              </p:par>
                              <p:par>
                                <p:cTn id="76" presetID="0" presetClass="path" presetSubtype="0" decel="50000" fill="hold" grpId="1" nodeType="withEffect">
                                  <p:stCondLst>
                                    <p:cond delay="3000"/>
                                  </p:stCondLst>
                                  <p:childTnLst>
                                    <p:animMotion origin="layout" path="M -6.25E-7 -0.06065 L -6.25E-7 -7.40741E-7 " pathEditMode="relative" rAng="0" ptsTypes="AA">
                                      <p:cBhvr>
                                        <p:cTn id="77" dur="1500" fill="hold"/>
                                        <p:tgtEl>
                                          <p:spTgt spid="97"/>
                                        </p:tgtEl>
                                        <p:attrNameLst>
                                          <p:attrName>ppt_x</p:attrName>
                                          <p:attrName>ppt_y</p:attrName>
                                        </p:attrNameLst>
                                      </p:cBhvr>
                                      <p:rCtr x="0" y="3032"/>
                                    </p:animMotion>
                                  </p:childTnLst>
                                </p:cTn>
                              </p:par>
                              <p:par>
                                <p:cTn id="78" presetID="0" presetClass="path" presetSubtype="0" decel="50000" fill="hold" grpId="1" nodeType="withEffect">
                                  <p:stCondLst>
                                    <p:cond delay="3000"/>
                                  </p:stCondLst>
                                  <p:childTnLst>
                                    <p:animMotion origin="layout" path="M 0.00117 -0.07268 L 2.08333E-6 -3.7037E-7 " pathEditMode="relative" rAng="0" ptsTypes="AA">
                                      <p:cBhvr>
                                        <p:cTn id="79" dur="1500" fill="hold"/>
                                        <p:tgtEl>
                                          <p:spTgt spid="104"/>
                                        </p:tgtEl>
                                        <p:attrNameLst>
                                          <p:attrName>ppt_x</p:attrName>
                                          <p:attrName>ppt_y</p:attrName>
                                        </p:attrNameLst>
                                      </p:cBhvr>
                                      <p:rCtr x="-65" y="3634"/>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2" grpId="1"/>
      <p:bldP spid="97" grpId="0"/>
      <p:bldP spid="97" grpId="1"/>
      <p:bldP spid="104" grpId="0"/>
      <p:bldP spid="104" grpId="1"/>
      <p:bldP spid="3" grpId="0" animBg="1"/>
      <p:bldP spid="3" grpId="1" animBg="1"/>
      <p:bldP spid="11" grpId="0"/>
      <p:bldP spid="28" grpId="0" animBg="1"/>
      <p:bldP spid="4112" grpId="0" animBg="1"/>
      <p:bldP spid="95" grpId="0" animBg="1"/>
      <p:bldP spid="95" grpId="1" animBg="1"/>
      <p:bldP spid="96" grpId="0"/>
      <p:bldP spid="98" grpId="0" animBg="1"/>
      <p:bldP spid="100" grpId="0" animBg="1"/>
      <p:bldP spid="102" grpId="0" animBg="1"/>
      <p:bldP spid="102" grpId="1" animBg="1"/>
      <p:bldP spid="103" grpId="0"/>
      <p:bldP spid="105" grpId="0" animBg="1"/>
      <p:bldP spid="107" grpId="0" animBg="1"/>
    </p:bldLst>
  </p:timing>
</p:sld>
</file>

<file path=ppt/theme/theme1.xml><?xml version="1.0" encoding="utf-8"?>
<a:theme xmlns:a="http://schemas.openxmlformats.org/drawingml/2006/main" name="Office Theme">
  <a:themeElements>
    <a:clrScheme name="Custom 54">
      <a:dk1>
        <a:sysClr val="windowText" lastClr="000000"/>
      </a:dk1>
      <a:lt1>
        <a:sysClr val="window" lastClr="FFFFFF"/>
      </a:lt1>
      <a:dk2>
        <a:srgbClr val="44546A"/>
      </a:dk2>
      <a:lt2>
        <a:srgbClr val="E7E6E6"/>
      </a:lt2>
      <a:accent1>
        <a:srgbClr val="4677EA"/>
      </a:accent1>
      <a:accent2>
        <a:srgbClr val="3A3838"/>
      </a:accent2>
      <a:accent3>
        <a:srgbClr val="D9E3FA"/>
      </a:accent3>
      <a:accent4>
        <a:srgbClr val="767575"/>
      </a:accent4>
      <a:accent5>
        <a:srgbClr val="5B9BD5"/>
      </a:accent5>
      <a:accent6>
        <a:srgbClr val="62EAB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11497</TotalTime>
  <Words>771</Words>
  <Application>Microsoft Office PowerPoint</Application>
  <PresentationFormat>Panorámica</PresentationFormat>
  <Paragraphs>97</Paragraphs>
  <Slides>3</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3</vt:i4>
      </vt:variant>
    </vt:vector>
  </HeadingPairs>
  <TitlesOfParts>
    <vt:vector size="9" baseType="lpstr">
      <vt:lpstr>Arial</vt:lpstr>
      <vt:lpstr>Calibri</vt:lpstr>
      <vt:lpstr>Calibri Light</vt:lpstr>
      <vt:lpstr>Century Gothic</vt:lpstr>
      <vt:lpstr>Georgia</vt:lpstr>
      <vt:lpstr>Office Theme</vt:lpstr>
      <vt:lpstr>Presentación de PowerPoint</vt:lpstr>
      <vt:lpstr>Presentación de PowerPoint</vt:lpstr>
      <vt:lpstr>Presentación de PowerPoint</vt:lpstr>
    </vt:vector>
  </TitlesOfParts>
  <Manager>You Exec (https://youexec.com/resources)</Manager>
  <Company>You Exec (https://youexec.com/resources)</Company>
  <LinksUpToDate>false</LinksUpToDate>
  <SharedDoc>false</SharedDoc>
  <HyperlinkBase>You Exec (https://youexec.com/resources)</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Showcase</dc:title>
  <dc:subject>Personal Showcase</dc:subject>
  <dc:creator>You Exec (https://youexec.com/resources)</dc:creator>
  <cp:keywords>You Exec (https:/youexec.com/resources)</cp:keywords>
  <dc:description>You Exec (https://youexec.com/resources)</dc:description>
  <cp:lastModifiedBy>Fernando Quezada Neira</cp:lastModifiedBy>
  <cp:revision>1527</cp:revision>
  <dcterms:created xsi:type="dcterms:W3CDTF">2022-03-08T22:14:51Z</dcterms:created>
  <dcterms:modified xsi:type="dcterms:W3CDTF">2025-06-03T02:09:04Z</dcterms:modified>
  <cp:category>You Exec (https://youexec.com/resources)</cp:category>
</cp:coreProperties>
</file>